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comments/modernComment_495_A00624BB.xml" ContentType="application/vnd.ms-powerpoint.comments+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omments/modernComment_490_37B694B6.xml" ContentType="application/vnd.ms-powerpoint.comments+xml"/>
  <Override PartName="/ppt/charts/chart4.xml" ContentType="application/vnd.openxmlformats-officedocument.drawingml.chart+xml"/>
  <Override PartName="/ppt/charts/style3.xml" ContentType="application/vnd.ms-office.chartstyle+xml"/>
  <Override PartName="/ppt/charts/colors3.xml" ContentType="application/vnd.ms-office.chartcolorstyle+xml"/>
  <Override PartName="/ppt/comments/modernComment_496_714F0F4C.xml" ContentType="application/vnd.ms-powerpoint.comments+xml"/>
  <Override PartName="/ppt/charts/chart5.xml" ContentType="application/vnd.openxmlformats-officedocument.drawingml.chart+xml"/>
  <Override PartName="/ppt/charts/chart6.xml" ContentType="application/vnd.openxmlformats-officedocument.drawingml.chart+xml"/>
  <Override PartName="/ppt/notesSlides/notesSlide1.xml" ContentType="application/vnd.openxmlformats-officedocument.presentationml.notesSlide+xml"/>
  <Override PartName="/ppt/charts/chart7.xml" ContentType="application/vnd.openxmlformats-officedocument.drawingml.chart+xml"/>
  <Override PartName="/ppt/charts/chart8.xml" ContentType="application/vnd.openxmlformats-officedocument.drawingml.chart+xml"/>
  <Override PartName="/ppt/notesSlides/notesSlide2.xml" ContentType="application/vnd.openxmlformats-officedocument.presentationml.notesSlide+xml"/>
  <Override PartName="/ppt/charts/chartEx1.xml" ContentType="application/vnd.ms-office.chartex+xml"/>
  <Override PartName="/ppt/charts/style4.xml" ContentType="application/vnd.ms-office.chartstyle+xml"/>
  <Override PartName="/ppt/charts/colors4.xml" ContentType="application/vnd.ms-office.chartcolorstyle+xml"/>
  <Override PartName="/ppt/comments/modernComment_497_8A44D6C.xml" ContentType="application/vnd.ms-powerpoint.comments+xml"/>
  <Override PartName="/ppt/charts/chart9.xml" ContentType="application/vnd.openxmlformats-officedocument.drawingml.chart+xml"/>
  <Override PartName="/ppt/comments/modernComment_4A0_F3D605D1.xml" ContentType="application/vnd.ms-powerpoint.comments+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5" r:id="rId4"/>
    <p:sldMasterId id="2147483660" r:id="rId5"/>
  </p:sldMasterIdLst>
  <p:notesMasterIdLst>
    <p:notesMasterId r:id="rId32"/>
  </p:notesMasterIdLst>
  <p:handoutMasterIdLst>
    <p:handoutMasterId r:id="rId33"/>
  </p:handoutMasterIdLst>
  <p:sldIdLst>
    <p:sldId id="1118" r:id="rId6"/>
    <p:sldId id="1188" r:id="rId7"/>
    <p:sldId id="1173" r:id="rId8"/>
    <p:sldId id="1178" r:id="rId9"/>
    <p:sldId id="1168" r:id="rId10"/>
    <p:sldId id="1199" r:id="rId11"/>
    <p:sldId id="1198" r:id="rId12"/>
    <p:sldId id="1196" r:id="rId13"/>
    <p:sldId id="1200" r:id="rId14"/>
    <p:sldId id="1174" r:id="rId15"/>
    <p:sldId id="1159" r:id="rId16"/>
    <p:sldId id="1189" r:id="rId17"/>
    <p:sldId id="1164" r:id="rId18"/>
    <p:sldId id="1195" r:id="rId19"/>
    <p:sldId id="1201" r:id="rId20"/>
    <p:sldId id="1167" r:id="rId21"/>
    <p:sldId id="1191" r:id="rId22"/>
    <p:sldId id="1197" r:id="rId23"/>
    <p:sldId id="1147" r:id="rId24"/>
    <p:sldId id="1170" r:id="rId25"/>
    <p:sldId id="1182" r:id="rId26"/>
    <p:sldId id="1193" r:id="rId27"/>
    <p:sldId id="1194" r:id="rId28"/>
    <p:sldId id="1175" r:id="rId29"/>
    <p:sldId id="1184" r:id="rId30"/>
    <p:sldId id="1185"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80FAA09-69DC-E13D-C3FA-E77836864592}" name="Joseph Ross" initials="JR" userId="f02a7e79df86ceb8" providerId="Windows Live"/>
  <p188:author id="{3D29611C-753B-5995-1E82-0FF15CB5F39B}" name="Adrian Panas" initials="AP" userId="d278786ae386eb0f" providerId="Windows Live"/>
  <p188:author id="{F5992C9F-144F-14E1-0EFF-5C80D07F3F50}" name="Jason Abi Chebli" initials="JAC" userId="a0f9f5f5563fb1d0"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F2F2"/>
    <a:srgbClr val="3D2A13"/>
    <a:srgbClr val="CFBBA3"/>
    <a:srgbClr val="97867D"/>
    <a:srgbClr val="494E4E"/>
    <a:srgbClr val="ACDCD9"/>
    <a:srgbClr val="5C5C5C"/>
    <a:srgbClr val="74C5C0"/>
    <a:srgbClr val="2E5651"/>
    <a:srgbClr val="172B2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9913071-E042-482A-A498-EBB45594B7D3}" v="1" dt="2023-05-23T07:21:35.977"/>
    <p1510:client id="{1A08D1A4-62F1-44BB-B4E0-951C12464614}" v="47" dt="2023-05-23T12:38:47.914"/>
    <p1510:client id="{3007B9B2-0BA3-4F5C-B881-D5496B67EAF8}" v="1" dt="2023-05-23T11:48:29.211"/>
    <p1510:client id="{34651769-C97A-4176-BB84-58050D58B1AC}" v="2601" dt="2023-05-23T03:57:15.011"/>
    <p1510:client id="{3EF11D9F-3F9D-4A1A-A554-AAE6DB43F1F2}" v="3" dt="2023-05-22T22:50:06.682"/>
    <p1510:client id="{4A02169F-F6F4-43ED-8A8E-C76DFB4B7AF9}" v="4" dt="2023-05-23T11:00:51.648"/>
    <p1510:client id="{4D54086B-BE15-4E52-880B-77F6A3E20EDE}" v="7888" dt="2023-05-23T06:20:06.326"/>
    <p1510:client id="{6793C514-E353-8C46-9847-D66659FD37D3}" v="7292" dt="2023-05-23T18:08:31.011"/>
    <p1510:client id="{6F211B30-1143-4BAD-B17D-79F85274C058}" v="8871" dt="2023-05-23T17:48:25.114"/>
    <p1510:client id="{891734FE-597E-475F-A12C-1FF02BA25D2E}" v="31" dt="2023-05-23T10:00:29.601"/>
    <p1510:client id="{9646056B-7FCC-471A-8E36-9DE85A068792}" v="54" dt="2023-05-23T11:17:29.975"/>
    <p1510:client id="{987EEF5A-1857-4900-AD91-049C80EE5D67}" v="460" dt="2023-05-23T13:28:10.176"/>
    <p1510:client id="{98E58682-DE83-4976-BF7D-BB0D81AC34A9}" v="7150" dt="2023-05-23T04:34:28.160"/>
    <p1510:client id="{AAB82D15-A16D-4ECA-AA7D-9F0FF4766497}" v="22620" dt="2023-05-23T12:16:14.030"/>
    <p1510:client id="{B74E8E68-87FC-4240-85A9-2A31555EA78F}" v="4323" dt="2023-05-23T14:20:03.675"/>
    <p1510:client id="{C9EA8D98-8CDE-488E-AF62-E28E48FFEAB8}" v="668" dt="2023-05-23T12:23:22.846"/>
    <p1510:client id="{DB8AE6BF-728A-473A-A772-6270B06BCBE4}" v="687" dt="2023-05-23T03:16:42.434"/>
    <p1510:client id="{DF0E341E-0D66-4ADD-853A-2AEF8C7DBE90}" v="460" dt="2023-05-23T04:59:47.260"/>
    <p1510:client id="{E1B930A5-A7C8-4A1E-BF72-AC5694CCB633}" v="2804" dt="2023-05-23T16:03:34.93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4719"/>
  </p:normalViewPr>
  <p:slideViewPr>
    <p:cSldViewPr snapToGrid="0">
      <p:cViewPr varScale="1">
        <p:scale>
          <a:sx n="94" d="100"/>
          <a:sy n="94" d="100"/>
        </p:scale>
        <p:origin x="44" y="68"/>
      </p:cViewPr>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microsoft.com/office/2015/10/relationships/revisionInfo" Target="revisionInfo.xml"/><Relationship Id="rId21" Type="http://schemas.openxmlformats.org/officeDocument/2006/relationships/slide" Target="slides/slide16.xml"/><Relationship Id="rId34" Type="http://schemas.openxmlformats.org/officeDocument/2006/relationships/presProps" Target="presProp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handoutMaster" Target="handoutMasters/handoutMaster1.xml"/><Relationship Id="rId38"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notesMaster" Target="notesMasters/notesMaster1.xml"/><Relationship Id="rId37" Type="http://schemas.openxmlformats.org/officeDocument/2006/relationships/tableStyles" Target="tableStyles.xml"/><Relationship Id="rId40" Type="http://schemas.microsoft.com/office/2018/10/relationships/authors" Target="author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theme" Target="theme/theme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viewProps" Target="viewProps.xml"/><Relationship Id="rId8" Type="http://schemas.openxmlformats.org/officeDocument/2006/relationships/slide" Target="slides/slide3.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reg Sang" userId="3ca4b6481965a517" providerId="LiveId" clId="{25B5F32E-0922-4975-9CC3-BFF3A5FCA0F1}"/>
    <pc:docChg chg="modSld">
      <pc:chgData name="Greg Sang" userId="3ca4b6481965a517" providerId="LiveId" clId="{25B5F32E-0922-4975-9CC3-BFF3A5FCA0F1}" dt="2023-05-21T14:44:35.881" v="0" actId="14100"/>
      <pc:docMkLst>
        <pc:docMk/>
      </pc:docMkLst>
      <pc:sldChg chg="modSp mod">
        <pc:chgData name="Greg Sang" userId="3ca4b6481965a517" providerId="LiveId" clId="{25B5F32E-0922-4975-9CC3-BFF3A5FCA0F1}" dt="2023-05-21T14:44:35.881" v="0" actId="14100"/>
        <pc:sldMkLst>
          <pc:docMk/>
          <pc:sldMk cId="1728209997" sldId="1120"/>
        </pc:sldMkLst>
        <pc:spChg chg="mod">
          <ac:chgData name="Greg Sang" userId="3ca4b6481965a517" providerId="LiveId" clId="{25B5F32E-0922-4975-9CC3-BFF3A5FCA0F1}" dt="2023-05-21T14:44:35.881" v="0" actId="14100"/>
          <ac:spMkLst>
            <pc:docMk/>
            <pc:sldMk cId="1728209997" sldId="1120"/>
            <ac:spMk id="13" creationId="{534550F3-BF0B-9D74-384E-F7DBE298DD2E}"/>
          </ac:spMkLst>
        </pc:spChg>
      </pc:sldChg>
    </pc:docChg>
  </pc:docChgLst>
  <pc:docChgLst>
    <pc:chgData name="Harley Wijeyaratne" userId="d52f8215faed5781" providerId="Windows Live" clId="Web-{A756B308-0ED8-4DAC-8AA6-619A217C9A8B}"/>
    <pc:docChg chg="addSld delSld modSld sldOrd">
      <pc:chgData name="Harley Wijeyaratne" userId="d52f8215faed5781" providerId="Windows Live" clId="Web-{A756B308-0ED8-4DAC-8AA6-619A217C9A8B}" dt="2023-05-22T10:38:17.264" v="3331"/>
      <pc:docMkLst>
        <pc:docMk/>
      </pc:docMkLst>
      <pc:sldChg chg="modSp">
        <pc:chgData name="Harley Wijeyaratne" userId="d52f8215faed5781" providerId="Windows Live" clId="Web-{A756B308-0ED8-4DAC-8AA6-619A217C9A8B}" dt="2023-05-22T08:28:18.273" v="2996" actId="20577"/>
        <pc:sldMkLst>
          <pc:docMk/>
          <pc:sldMk cId="1010945764" sldId="1118"/>
        </pc:sldMkLst>
        <pc:spChg chg="mod">
          <ac:chgData name="Harley Wijeyaratne" userId="d52f8215faed5781" providerId="Windows Live" clId="Web-{A756B308-0ED8-4DAC-8AA6-619A217C9A8B}" dt="2023-05-22T08:28:18.273" v="2996" actId="20577"/>
          <ac:spMkLst>
            <pc:docMk/>
            <pc:sldMk cId="1010945764" sldId="1118"/>
            <ac:spMk id="8" creationId="{BD2F41D7-C581-860F-8559-B8B42F48F8FD}"/>
          </ac:spMkLst>
        </pc:spChg>
      </pc:sldChg>
      <pc:sldChg chg="modSp del">
        <pc:chgData name="Harley Wijeyaratne" userId="d52f8215faed5781" providerId="Windows Live" clId="Web-{A756B308-0ED8-4DAC-8AA6-619A217C9A8B}" dt="2023-05-22T06:56:38.215" v="1885"/>
        <pc:sldMkLst>
          <pc:docMk/>
          <pc:sldMk cId="4199843140" sldId="1145"/>
        </pc:sldMkLst>
        <pc:spChg chg="mod">
          <ac:chgData name="Harley Wijeyaratne" userId="d52f8215faed5781" providerId="Windows Live" clId="Web-{A756B308-0ED8-4DAC-8AA6-619A217C9A8B}" dt="2023-05-22T05:54:05.187" v="612" actId="20577"/>
          <ac:spMkLst>
            <pc:docMk/>
            <pc:sldMk cId="4199843140" sldId="1145"/>
            <ac:spMk id="7" creationId="{42F0B3DC-26D7-C8D7-2095-150058C60ECD}"/>
          </ac:spMkLst>
        </pc:spChg>
        <pc:graphicFrameChg chg="mod modGraphic">
          <ac:chgData name="Harley Wijeyaratne" userId="d52f8215faed5781" providerId="Windows Live" clId="Web-{A756B308-0ED8-4DAC-8AA6-619A217C9A8B}" dt="2023-05-22T05:54:16.187" v="622"/>
          <ac:graphicFrameMkLst>
            <pc:docMk/>
            <pc:sldMk cId="4199843140" sldId="1145"/>
            <ac:graphicFrameMk id="26" creationId="{006024AA-6A43-D14B-A938-388A9F8ECE85}"/>
          </ac:graphicFrameMkLst>
        </pc:graphicFrameChg>
      </pc:sldChg>
      <pc:sldChg chg="addSp delSp modSp ord">
        <pc:chgData name="Harley Wijeyaratne" userId="d52f8215faed5781" providerId="Windows Live" clId="Web-{A756B308-0ED8-4DAC-8AA6-619A217C9A8B}" dt="2023-05-22T09:21:16.534" v="3323" actId="1076"/>
        <pc:sldMkLst>
          <pc:docMk/>
          <pc:sldMk cId="410719719" sldId="1147"/>
        </pc:sldMkLst>
        <pc:spChg chg="add mod">
          <ac:chgData name="Harley Wijeyaratne" userId="d52f8215faed5781" providerId="Windows Live" clId="Web-{A756B308-0ED8-4DAC-8AA6-619A217C9A8B}" dt="2023-05-22T09:21:16.534" v="3323" actId="1076"/>
          <ac:spMkLst>
            <pc:docMk/>
            <pc:sldMk cId="410719719" sldId="1147"/>
            <ac:spMk id="2" creationId="{75678105-487D-61CC-DC4D-EA15FAD25658}"/>
          </ac:spMkLst>
        </pc:spChg>
        <pc:spChg chg="mod">
          <ac:chgData name="Harley Wijeyaratne" userId="d52f8215faed5781" providerId="Windows Live" clId="Web-{A756B308-0ED8-4DAC-8AA6-619A217C9A8B}" dt="2023-05-22T07:23:19.616" v="2450" actId="20577"/>
          <ac:spMkLst>
            <pc:docMk/>
            <pc:sldMk cId="410719719" sldId="1147"/>
            <ac:spMk id="7" creationId="{42F0B3DC-26D7-C8D7-2095-150058C60ECD}"/>
          </ac:spMkLst>
        </pc:spChg>
        <pc:spChg chg="del">
          <ac:chgData name="Harley Wijeyaratne" userId="d52f8215faed5781" providerId="Windows Live" clId="Web-{A756B308-0ED8-4DAC-8AA6-619A217C9A8B}" dt="2023-05-22T07:23:59.790" v="2452"/>
          <ac:spMkLst>
            <pc:docMk/>
            <pc:sldMk cId="410719719" sldId="1147"/>
            <ac:spMk id="18" creationId="{EF76A888-D5EE-80CD-3B8E-C090ED2D4601}"/>
          </ac:spMkLst>
        </pc:spChg>
        <pc:spChg chg="mod">
          <ac:chgData name="Harley Wijeyaratne" userId="d52f8215faed5781" providerId="Windows Live" clId="Web-{A756B308-0ED8-4DAC-8AA6-619A217C9A8B}" dt="2023-05-22T07:23:41.086" v="2451" actId="1076"/>
          <ac:spMkLst>
            <pc:docMk/>
            <pc:sldMk cId="410719719" sldId="1147"/>
            <ac:spMk id="19" creationId="{1BC1CC3C-D4E7-F331-286B-00BD41D78401}"/>
          </ac:spMkLst>
        </pc:spChg>
        <pc:spChg chg="mod">
          <ac:chgData name="Harley Wijeyaratne" userId="d52f8215faed5781" providerId="Windows Live" clId="Web-{A756B308-0ED8-4DAC-8AA6-619A217C9A8B}" dt="2023-05-22T07:24:13.493" v="2453" actId="1076"/>
          <ac:spMkLst>
            <pc:docMk/>
            <pc:sldMk cId="410719719" sldId="1147"/>
            <ac:spMk id="20" creationId="{4E5791CF-A2C6-0F49-0820-FF8F13F18476}"/>
          </ac:spMkLst>
        </pc:spChg>
      </pc:sldChg>
      <pc:sldChg chg="del">
        <pc:chgData name="Harley Wijeyaratne" userId="d52f8215faed5781" providerId="Windows Live" clId="Web-{A756B308-0ED8-4DAC-8AA6-619A217C9A8B}" dt="2023-05-22T10:37:42.450" v="3325"/>
        <pc:sldMkLst>
          <pc:docMk/>
          <pc:sldMk cId="145205510" sldId="1156"/>
        </pc:sldMkLst>
      </pc:sldChg>
      <pc:sldChg chg="del ord">
        <pc:chgData name="Harley Wijeyaratne" userId="d52f8215faed5781" providerId="Windows Live" clId="Web-{A756B308-0ED8-4DAC-8AA6-619A217C9A8B}" dt="2023-05-22T10:37:46.654" v="3326"/>
        <pc:sldMkLst>
          <pc:docMk/>
          <pc:sldMk cId="2794812888" sldId="1158"/>
        </pc:sldMkLst>
      </pc:sldChg>
      <pc:sldChg chg="addSp delSp modSp ord">
        <pc:chgData name="Harley Wijeyaratne" userId="d52f8215faed5781" providerId="Windows Live" clId="Web-{A756B308-0ED8-4DAC-8AA6-619A217C9A8B}" dt="2023-05-22T07:04:48.232" v="2215"/>
        <pc:sldMkLst>
          <pc:docMk/>
          <pc:sldMk cId="3412354017" sldId="1159"/>
        </pc:sldMkLst>
        <pc:spChg chg="mod">
          <ac:chgData name="Harley Wijeyaratne" userId="d52f8215faed5781" providerId="Windows Live" clId="Web-{A756B308-0ED8-4DAC-8AA6-619A217C9A8B}" dt="2023-05-22T07:04:20.591" v="2213" actId="20577"/>
          <ac:spMkLst>
            <pc:docMk/>
            <pc:sldMk cId="3412354017" sldId="1159"/>
            <ac:spMk id="8" creationId="{B908EC1E-5A39-3CBB-B02F-439A67C5FE08}"/>
          </ac:spMkLst>
        </pc:spChg>
        <pc:picChg chg="add del mod">
          <ac:chgData name="Harley Wijeyaratne" userId="d52f8215faed5781" providerId="Windows Live" clId="Web-{A756B308-0ED8-4DAC-8AA6-619A217C9A8B}" dt="2023-05-22T04:46:31.899" v="5"/>
          <ac:picMkLst>
            <pc:docMk/>
            <pc:sldMk cId="3412354017" sldId="1159"/>
            <ac:picMk id="2" creationId="{B32AFE96-0F21-90B6-214C-B76E4DE04456}"/>
          </ac:picMkLst>
        </pc:picChg>
        <pc:picChg chg="add del mod">
          <ac:chgData name="Harley Wijeyaratne" userId="d52f8215faed5781" providerId="Windows Live" clId="Web-{A756B308-0ED8-4DAC-8AA6-619A217C9A8B}" dt="2023-05-22T04:47:21.149" v="12"/>
          <ac:picMkLst>
            <pc:docMk/>
            <pc:sldMk cId="3412354017" sldId="1159"/>
            <ac:picMk id="3" creationId="{FC43451B-77B8-FC16-32B7-4EC4CCEBB468}"/>
          </ac:picMkLst>
        </pc:picChg>
        <pc:picChg chg="add del mod">
          <ac:chgData name="Harley Wijeyaratne" userId="d52f8215faed5781" providerId="Windows Live" clId="Web-{A756B308-0ED8-4DAC-8AA6-619A217C9A8B}" dt="2023-05-22T04:49:12.339" v="18"/>
          <ac:picMkLst>
            <pc:docMk/>
            <pc:sldMk cId="3412354017" sldId="1159"/>
            <ac:picMk id="4" creationId="{A461A76E-15DC-2CEB-E6AA-17ABB3187D76}"/>
          </ac:picMkLst>
        </pc:picChg>
      </pc:sldChg>
      <pc:sldChg chg="addSp delSp modSp ord">
        <pc:chgData name="Harley Wijeyaratne" userId="d52f8215faed5781" providerId="Windows Live" clId="Web-{A756B308-0ED8-4DAC-8AA6-619A217C9A8B}" dt="2023-05-22T07:36:51.880" v="2676" actId="20577"/>
        <pc:sldMkLst>
          <pc:docMk/>
          <pc:sldMk cId="934712502" sldId="1168"/>
        </pc:sldMkLst>
        <pc:spChg chg="add mod">
          <ac:chgData name="Harley Wijeyaratne" userId="d52f8215faed5781" providerId="Windows Live" clId="Web-{A756B308-0ED8-4DAC-8AA6-619A217C9A8B}" dt="2023-05-22T07:06:24.298" v="2291" actId="1076"/>
          <ac:spMkLst>
            <pc:docMk/>
            <pc:sldMk cId="934712502" sldId="1168"/>
            <ac:spMk id="5" creationId="{971A9813-3227-E616-A613-9C2EF55645AC}"/>
          </ac:spMkLst>
        </pc:spChg>
        <pc:spChg chg="add mod">
          <ac:chgData name="Harley Wijeyaratne" userId="d52f8215faed5781" providerId="Windows Live" clId="Web-{A756B308-0ED8-4DAC-8AA6-619A217C9A8B}" dt="2023-05-22T07:06:48.502" v="2297" actId="1076"/>
          <ac:spMkLst>
            <pc:docMk/>
            <pc:sldMk cId="934712502" sldId="1168"/>
            <ac:spMk id="6" creationId="{3B9EC8F1-E9A7-9377-84FC-2C162D795A18}"/>
          </ac:spMkLst>
        </pc:spChg>
        <pc:spChg chg="add mod">
          <ac:chgData name="Harley Wijeyaratne" userId="d52f8215faed5781" providerId="Windows Live" clId="Web-{A756B308-0ED8-4DAC-8AA6-619A217C9A8B}" dt="2023-05-22T07:06:55.721" v="2298" actId="1076"/>
          <ac:spMkLst>
            <pc:docMk/>
            <pc:sldMk cId="934712502" sldId="1168"/>
            <ac:spMk id="7" creationId="{578DEA80-5CBD-2375-1C43-545C7175F53D}"/>
          </ac:spMkLst>
        </pc:spChg>
        <pc:spChg chg="add mod">
          <ac:chgData name="Harley Wijeyaratne" userId="d52f8215faed5781" providerId="Windows Live" clId="Web-{A756B308-0ED8-4DAC-8AA6-619A217C9A8B}" dt="2023-05-22T07:21:55.941" v="2400"/>
          <ac:spMkLst>
            <pc:docMk/>
            <pc:sldMk cId="934712502" sldId="1168"/>
            <ac:spMk id="13" creationId="{70ED1100-1244-A7A6-CCA2-43C92E0AAA44}"/>
          </ac:spMkLst>
        </pc:spChg>
        <pc:spChg chg="mod">
          <ac:chgData name="Harley Wijeyaratne" userId="d52f8215faed5781" providerId="Windows Live" clId="Web-{A756B308-0ED8-4DAC-8AA6-619A217C9A8B}" dt="2023-05-22T07:21:58.270" v="2402"/>
          <ac:spMkLst>
            <pc:docMk/>
            <pc:sldMk cId="934712502" sldId="1168"/>
            <ac:spMk id="15" creationId="{15D7FFBF-F0F7-96F3-A7AE-2CB87EB01298}"/>
          </ac:spMkLst>
        </pc:spChg>
        <pc:spChg chg="mod">
          <ac:chgData name="Harley Wijeyaratne" userId="d52f8215faed5781" providerId="Windows Live" clId="Web-{A756B308-0ED8-4DAC-8AA6-619A217C9A8B}" dt="2023-05-22T07:32:35.980" v="2557" actId="1076"/>
          <ac:spMkLst>
            <pc:docMk/>
            <pc:sldMk cId="934712502" sldId="1168"/>
            <ac:spMk id="16" creationId="{CCE058D0-0798-0D0C-20EA-4E04F38829A8}"/>
          </ac:spMkLst>
        </pc:spChg>
        <pc:spChg chg="add mod">
          <ac:chgData name="Harley Wijeyaratne" userId="d52f8215faed5781" providerId="Windows Live" clId="Web-{A756B308-0ED8-4DAC-8AA6-619A217C9A8B}" dt="2023-05-22T07:32:17.136" v="2552" actId="1076"/>
          <ac:spMkLst>
            <pc:docMk/>
            <pc:sldMk cId="934712502" sldId="1168"/>
            <ac:spMk id="17" creationId="{CD430828-8702-82A7-3F03-4B40ADEF0231}"/>
          </ac:spMkLst>
        </pc:spChg>
        <pc:spChg chg="add mod">
          <ac:chgData name="Harley Wijeyaratne" userId="d52f8215faed5781" providerId="Windows Live" clId="Web-{A756B308-0ED8-4DAC-8AA6-619A217C9A8B}" dt="2023-05-22T07:32:35.683" v="2556" actId="1076"/>
          <ac:spMkLst>
            <pc:docMk/>
            <pc:sldMk cId="934712502" sldId="1168"/>
            <ac:spMk id="18" creationId="{DFC4E02B-4200-0AD1-8995-98EBB325E202}"/>
          </ac:spMkLst>
        </pc:spChg>
        <pc:spChg chg="add mod">
          <ac:chgData name="Harley Wijeyaratne" userId="d52f8215faed5781" providerId="Windows Live" clId="Web-{A756B308-0ED8-4DAC-8AA6-619A217C9A8B}" dt="2023-05-22T07:32:28.574" v="2555" actId="1076"/>
          <ac:spMkLst>
            <pc:docMk/>
            <pc:sldMk cId="934712502" sldId="1168"/>
            <ac:spMk id="22" creationId="{75E9504B-E406-917C-9808-6DF1787E1E75}"/>
          </ac:spMkLst>
        </pc:spChg>
        <pc:spChg chg="mod">
          <ac:chgData name="Harley Wijeyaratne" userId="d52f8215faed5781" providerId="Windows Live" clId="Web-{A756B308-0ED8-4DAC-8AA6-619A217C9A8B}" dt="2023-05-22T07:22:00.489" v="2404" actId="20577"/>
          <ac:spMkLst>
            <pc:docMk/>
            <pc:sldMk cId="934712502" sldId="1168"/>
            <ac:spMk id="25" creationId="{DE903FE0-7BB5-7B03-9180-B6E48574D1D8}"/>
          </ac:spMkLst>
        </pc:spChg>
        <pc:spChg chg="add del mod">
          <ac:chgData name="Harley Wijeyaratne" userId="d52f8215faed5781" providerId="Windows Live" clId="Web-{A756B308-0ED8-4DAC-8AA6-619A217C9A8B}" dt="2023-05-22T07:30:33.710" v="2475" actId="20577"/>
          <ac:spMkLst>
            <pc:docMk/>
            <pc:sldMk cId="934712502" sldId="1168"/>
            <ac:spMk id="26" creationId="{66DE277B-F658-C092-8AAC-D7D32B5DBB5E}"/>
          </ac:spMkLst>
        </pc:spChg>
        <pc:spChg chg="mod">
          <ac:chgData name="Harley Wijeyaratne" userId="d52f8215faed5781" providerId="Windows Live" clId="Web-{A756B308-0ED8-4DAC-8AA6-619A217C9A8B}" dt="2023-05-22T07:32:37.777" v="2558" actId="1076"/>
          <ac:spMkLst>
            <pc:docMk/>
            <pc:sldMk cId="934712502" sldId="1168"/>
            <ac:spMk id="27" creationId="{C8420534-AAF3-E43D-671C-D7D79894D03D}"/>
          </ac:spMkLst>
        </pc:spChg>
        <pc:spChg chg="del mod">
          <ac:chgData name="Harley Wijeyaratne" userId="d52f8215faed5781" providerId="Windows Live" clId="Web-{A756B308-0ED8-4DAC-8AA6-619A217C9A8B}" dt="2023-05-22T07:06:12.954" v="2289"/>
          <ac:spMkLst>
            <pc:docMk/>
            <pc:sldMk cId="934712502" sldId="1168"/>
            <ac:spMk id="28" creationId="{DE8C9D22-3CA9-A025-1CE2-AC2E2303835F}"/>
          </ac:spMkLst>
        </pc:spChg>
        <pc:spChg chg="add mod">
          <ac:chgData name="Harley Wijeyaratne" userId="d52f8215faed5781" providerId="Windows Live" clId="Web-{A756B308-0ED8-4DAC-8AA6-619A217C9A8B}" dt="2023-05-22T07:11:41.669" v="2308" actId="1076"/>
          <ac:spMkLst>
            <pc:docMk/>
            <pc:sldMk cId="934712502" sldId="1168"/>
            <ac:spMk id="29" creationId="{6C948A71-BCB5-B712-725B-9EDE37386F26}"/>
          </ac:spMkLst>
        </pc:spChg>
        <pc:spChg chg="add mod">
          <ac:chgData name="Harley Wijeyaratne" userId="d52f8215faed5781" providerId="Windows Live" clId="Web-{A756B308-0ED8-4DAC-8AA6-619A217C9A8B}" dt="2023-05-22T07:34:04.452" v="2593" actId="20577"/>
          <ac:spMkLst>
            <pc:docMk/>
            <pc:sldMk cId="934712502" sldId="1168"/>
            <ac:spMk id="30" creationId="{CE288DF2-F9A7-0CE9-122B-35AAF834B21E}"/>
          </ac:spMkLst>
        </pc:spChg>
        <pc:spChg chg="mod">
          <ac:chgData name="Harley Wijeyaratne" userId="d52f8215faed5781" providerId="Windows Live" clId="Web-{A756B308-0ED8-4DAC-8AA6-619A217C9A8B}" dt="2023-05-22T07:20:46.626" v="2390" actId="20577"/>
          <ac:spMkLst>
            <pc:docMk/>
            <pc:sldMk cId="934712502" sldId="1168"/>
            <ac:spMk id="31" creationId="{9D562B0F-4921-44AE-7734-D463C469B390}"/>
          </ac:spMkLst>
        </pc:spChg>
        <pc:spChg chg="add mod">
          <ac:chgData name="Harley Wijeyaratne" userId="d52f8215faed5781" providerId="Windows Live" clId="Web-{A756B308-0ED8-4DAC-8AA6-619A217C9A8B}" dt="2023-05-22T07:32:23.855" v="2554" actId="1076"/>
          <ac:spMkLst>
            <pc:docMk/>
            <pc:sldMk cId="934712502" sldId="1168"/>
            <ac:spMk id="32" creationId="{26667D1F-2E74-8049-8316-7A6B77970C4E}"/>
          </ac:spMkLst>
        </pc:spChg>
        <pc:spChg chg="add mod">
          <ac:chgData name="Harley Wijeyaratne" userId="d52f8215faed5781" providerId="Windows Live" clId="Web-{A756B308-0ED8-4DAC-8AA6-619A217C9A8B}" dt="2023-05-22T07:34:01.171" v="2591" actId="20577"/>
          <ac:spMkLst>
            <pc:docMk/>
            <pc:sldMk cId="934712502" sldId="1168"/>
            <ac:spMk id="33" creationId="{0C3ACBB6-DD71-05CD-D82B-305847253AE0}"/>
          </ac:spMkLst>
        </pc:spChg>
        <pc:spChg chg="add del mod">
          <ac:chgData name="Harley Wijeyaratne" userId="d52f8215faed5781" providerId="Windows Live" clId="Web-{A756B308-0ED8-4DAC-8AA6-619A217C9A8B}" dt="2023-05-22T07:33:04.388" v="2574"/>
          <ac:spMkLst>
            <pc:docMk/>
            <pc:sldMk cId="934712502" sldId="1168"/>
            <ac:spMk id="34" creationId="{8AE55FC8-9668-C1DF-AE7E-A943B235C5E9}"/>
          </ac:spMkLst>
        </pc:spChg>
        <pc:spChg chg="add mod">
          <ac:chgData name="Harley Wijeyaratne" userId="d52f8215faed5781" providerId="Windows Live" clId="Web-{A756B308-0ED8-4DAC-8AA6-619A217C9A8B}" dt="2023-05-22T07:36:51.880" v="2676" actId="20577"/>
          <ac:spMkLst>
            <pc:docMk/>
            <pc:sldMk cId="934712502" sldId="1168"/>
            <ac:spMk id="35" creationId="{C92EBAC9-310D-4686-0428-4A35DA9FD924}"/>
          </ac:spMkLst>
        </pc:spChg>
      </pc:sldChg>
      <pc:sldChg chg="modSp ord">
        <pc:chgData name="Harley Wijeyaratne" userId="d52f8215faed5781" providerId="Windows Live" clId="Web-{A756B308-0ED8-4DAC-8AA6-619A217C9A8B}" dt="2023-05-22T07:22:07.098" v="2407" actId="20577"/>
        <pc:sldMkLst>
          <pc:docMk/>
          <pc:sldMk cId="2684757179" sldId="1173"/>
        </pc:sldMkLst>
        <pc:spChg chg="mod">
          <ac:chgData name="Harley Wijeyaratne" userId="d52f8215faed5781" providerId="Windows Live" clId="Web-{A756B308-0ED8-4DAC-8AA6-619A217C9A8B}" dt="2023-05-22T07:22:07.098" v="2407" actId="20577"/>
          <ac:spMkLst>
            <pc:docMk/>
            <pc:sldMk cId="2684757179" sldId="1173"/>
            <ac:spMk id="50" creationId="{B485B0BA-D1FF-5D2E-2A8E-DF977283F402}"/>
          </ac:spMkLst>
        </pc:spChg>
      </pc:sldChg>
      <pc:sldChg chg="modSp ord">
        <pc:chgData name="Harley Wijeyaratne" userId="d52f8215faed5781" providerId="Windows Live" clId="Web-{A756B308-0ED8-4DAC-8AA6-619A217C9A8B}" dt="2023-05-22T07:01:39.397" v="2198" actId="20577"/>
        <pc:sldMkLst>
          <pc:docMk/>
          <pc:sldMk cId="1901006668" sldId="1174"/>
        </pc:sldMkLst>
        <pc:spChg chg="mod">
          <ac:chgData name="Harley Wijeyaratne" userId="d52f8215faed5781" providerId="Windows Live" clId="Web-{A756B308-0ED8-4DAC-8AA6-619A217C9A8B}" dt="2023-05-22T07:01:39.397" v="2198" actId="20577"/>
          <ac:spMkLst>
            <pc:docMk/>
            <pc:sldMk cId="1901006668" sldId="1174"/>
            <ac:spMk id="3" creationId="{598A108B-143B-9AAD-898E-433E1C4E1B7E}"/>
          </ac:spMkLst>
        </pc:spChg>
      </pc:sldChg>
      <pc:sldChg chg="addSp delSp modSp del">
        <pc:chgData name="Harley Wijeyaratne" userId="d52f8215faed5781" providerId="Windows Live" clId="Web-{A756B308-0ED8-4DAC-8AA6-619A217C9A8B}" dt="2023-05-22T10:37:56.154" v="3327"/>
        <pc:sldMkLst>
          <pc:docMk/>
          <pc:sldMk cId="2155739437" sldId="1176"/>
        </pc:sldMkLst>
        <pc:spChg chg="add del mod">
          <ac:chgData name="Harley Wijeyaratne" userId="d52f8215faed5781" providerId="Windows Live" clId="Web-{A756B308-0ED8-4DAC-8AA6-619A217C9A8B}" dt="2023-05-22T08:29:43.979" v="3004"/>
          <ac:spMkLst>
            <pc:docMk/>
            <pc:sldMk cId="2155739437" sldId="1176"/>
            <ac:spMk id="15" creationId="{08A341AF-AA49-5F35-B93A-7E5ECC9C5C51}"/>
          </ac:spMkLst>
        </pc:spChg>
        <pc:graphicFrameChg chg="mod modGraphic">
          <ac:chgData name="Harley Wijeyaratne" userId="d52f8215faed5781" providerId="Windows Live" clId="Web-{A756B308-0ED8-4DAC-8AA6-619A217C9A8B}" dt="2023-05-22T08:29:21.229" v="2999"/>
          <ac:graphicFrameMkLst>
            <pc:docMk/>
            <pc:sldMk cId="2155739437" sldId="1176"/>
            <ac:graphicFrameMk id="2" creationId="{1A8B5163-E38F-1197-D21A-670FC79A3706}"/>
          </ac:graphicFrameMkLst>
        </pc:graphicFrameChg>
        <pc:graphicFrameChg chg="add del mod">
          <ac:chgData name="Harley Wijeyaratne" userId="d52f8215faed5781" providerId="Windows Live" clId="Web-{A756B308-0ED8-4DAC-8AA6-619A217C9A8B}" dt="2023-05-22T08:29:43.979" v="3005"/>
          <ac:graphicFrameMkLst>
            <pc:docMk/>
            <pc:sldMk cId="2155739437" sldId="1176"/>
            <ac:graphicFrameMk id="13" creationId="{36CEECCE-30A6-66C1-818F-084B6013F4E5}"/>
          </ac:graphicFrameMkLst>
        </pc:graphicFrameChg>
      </pc:sldChg>
      <pc:sldChg chg="addSp delSp modSp add ord replId">
        <pc:chgData name="Harley Wijeyaratne" userId="d52f8215faed5781" providerId="Windows Live" clId="Web-{A756B308-0ED8-4DAC-8AA6-619A217C9A8B}" dt="2023-05-22T07:39:18.901" v="2685" actId="14100"/>
        <pc:sldMkLst>
          <pc:docMk/>
          <pc:sldMk cId="2857505401" sldId="1178"/>
        </pc:sldMkLst>
        <pc:spChg chg="mod">
          <ac:chgData name="Harley Wijeyaratne" userId="d52f8215faed5781" providerId="Windows Live" clId="Web-{A756B308-0ED8-4DAC-8AA6-619A217C9A8B}" dt="2023-05-22T04:49:37.870" v="66" actId="20577"/>
          <ac:spMkLst>
            <pc:docMk/>
            <pc:sldMk cId="2857505401" sldId="1178"/>
            <ac:spMk id="3" creationId="{8B7BB539-E66E-9E91-A9AC-7195446A1830}"/>
          </ac:spMkLst>
        </pc:spChg>
        <pc:spChg chg="add mod">
          <ac:chgData name="Harley Wijeyaratne" userId="d52f8215faed5781" providerId="Windows Live" clId="Web-{A756B308-0ED8-4DAC-8AA6-619A217C9A8B}" dt="2023-05-22T05:16:52.390" v="529" actId="1076"/>
          <ac:spMkLst>
            <pc:docMk/>
            <pc:sldMk cId="2857505401" sldId="1178"/>
            <ac:spMk id="5" creationId="{DF34FBCC-87B3-1669-D0F0-0CDA8C6561EF}"/>
          </ac:spMkLst>
        </pc:spChg>
        <pc:spChg chg="add mod">
          <ac:chgData name="Harley Wijeyaratne" userId="d52f8215faed5781" providerId="Windows Live" clId="Web-{A756B308-0ED8-4DAC-8AA6-619A217C9A8B}" dt="2023-05-22T04:57:45.428" v="246" actId="1076"/>
          <ac:spMkLst>
            <pc:docMk/>
            <pc:sldMk cId="2857505401" sldId="1178"/>
            <ac:spMk id="13" creationId="{B382CCBF-D069-DD34-C157-2E14B33A5937}"/>
          </ac:spMkLst>
        </pc:spChg>
        <pc:spChg chg="mod">
          <ac:chgData name="Harley Wijeyaratne" userId="d52f8215faed5781" providerId="Windows Live" clId="Web-{A756B308-0ED8-4DAC-8AA6-619A217C9A8B}" dt="2023-05-22T07:39:18.901" v="2685" actId="14100"/>
          <ac:spMkLst>
            <pc:docMk/>
            <pc:sldMk cId="2857505401" sldId="1178"/>
            <ac:spMk id="16" creationId="{82B22DA5-EF8E-37F5-FC0B-251F58FE3FB4}"/>
          </ac:spMkLst>
        </pc:spChg>
        <pc:spChg chg="add mod">
          <ac:chgData name="Harley Wijeyaratne" userId="d52f8215faed5781" providerId="Windows Live" clId="Web-{A756B308-0ED8-4DAC-8AA6-619A217C9A8B}" dt="2023-05-22T05:50:03.084" v="534" actId="20577"/>
          <ac:spMkLst>
            <pc:docMk/>
            <pc:sldMk cId="2857505401" sldId="1178"/>
            <ac:spMk id="17" creationId="{1A925B73-4C24-F3F3-D684-92517362EA46}"/>
          </ac:spMkLst>
        </pc:spChg>
        <pc:picChg chg="add del mod">
          <ac:chgData name="Harley Wijeyaratne" userId="d52f8215faed5781" providerId="Windows Live" clId="Web-{A756B308-0ED8-4DAC-8AA6-619A217C9A8B}" dt="2023-05-22T04:50:39.141" v="72"/>
          <ac:picMkLst>
            <pc:docMk/>
            <pc:sldMk cId="2857505401" sldId="1178"/>
            <ac:picMk id="2" creationId="{F09B301F-AE88-069F-0FF3-D78FB7FF2CB9}"/>
          </ac:picMkLst>
        </pc:picChg>
        <pc:picChg chg="add mod modCrop">
          <ac:chgData name="Harley Wijeyaratne" userId="d52f8215faed5781" providerId="Windows Live" clId="Web-{A756B308-0ED8-4DAC-8AA6-619A217C9A8B}" dt="2023-05-22T04:56:34.223" v="225" actId="1076"/>
          <ac:picMkLst>
            <pc:docMk/>
            <pc:sldMk cId="2857505401" sldId="1178"/>
            <ac:picMk id="4" creationId="{C196B6DA-A6C0-D878-9DD5-46A9F5E6F6BC}"/>
          </ac:picMkLst>
        </pc:picChg>
        <pc:cxnChg chg="add del mod">
          <ac:chgData name="Harley Wijeyaratne" userId="d52f8215faed5781" providerId="Windows Live" clId="Web-{A756B308-0ED8-4DAC-8AA6-619A217C9A8B}" dt="2023-05-22T04:53:01.312" v="204"/>
          <ac:cxnSpMkLst>
            <pc:docMk/>
            <pc:sldMk cId="2857505401" sldId="1178"/>
            <ac:cxnSpMk id="6" creationId="{1FEC82FD-2CD8-D5FF-0A0D-9648EEFD39B5}"/>
          </ac:cxnSpMkLst>
        </pc:cxnChg>
        <pc:cxnChg chg="add mod">
          <ac:chgData name="Harley Wijeyaratne" userId="d52f8215faed5781" providerId="Windows Live" clId="Web-{A756B308-0ED8-4DAC-8AA6-619A217C9A8B}" dt="2023-05-22T04:57:56.319" v="247"/>
          <ac:cxnSpMkLst>
            <pc:docMk/>
            <pc:sldMk cId="2857505401" sldId="1178"/>
            <ac:cxnSpMk id="7" creationId="{9156083E-ABDE-04FB-F9AF-9E0900922562}"/>
          </ac:cxnSpMkLst>
        </pc:cxnChg>
        <pc:cxnChg chg="add mod">
          <ac:chgData name="Harley Wijeyaratne" userId="d52f8215faed5781" providerId="Windows Live" clId="Web-{A756B308-0ED8-4DAC-8AA6-619A217C9A8B}" dt="2023-05-22T04:58:09.319" v="248"/>
          <ac:cxnSpMkLst>
            <pc:docMk/>
            <pc:sldMk cId="2857505401" sldId="1178"/>
            <ac:cxnSpMk id="8" creationId="{09A10D10-275C-E514-21E5-0E373DEFBCE3}"/>
          </ac:cxnSpMkLst>
        </pc:cxnChg>
      </pc:sldChg>
      <pc:sldChg chg="new">
        <pc:chgData name="Harley Wijeyaratne" userId="d52f8215faed5781" providerId="Windows Live" clId="Web-{A756B308-0ED8-4DAC-8AA6-619A217C9A8B}" dt="2023-05-22T05:54:18.141" v="623"/>
        <pc:sldMkLst>
          <pc:docMk/>
          <pc:sldMk cId="3955775606" sldId="1179"/>
        </pc:sldMkLst>
      </pc:sldChg>
      <pc:sldChg chg="addSp delSp modSp add ord replId">
        <pc:chgData name="Harley Wijeyaratne" userId="d52f8215faed5781" providerId="Windows Live" clId="Web-{A756B308-0ED8-4DAC-8AA6-619A217C9A8B}" dt="2023-05-22T07:00:39.020" v="2175" actId="20577"/>
        <pc:sldMkLst>
          <pc:docMk/>
          <pc:sldMk cId="2074895071" sldId="1180"/>
        </pc:sldMkLst>
        <pc:spChg chg="add del mod">
          <ac:chgData name="Harley Wijeyaratne" userId="d52f8215faed5781" providerId="Windows Live" clId="Web-{A756B308-0ED8-4DAC-8AA6-619A217C9A8B}" dt="2023-05-22T05:57:26.304" v="681"/>
          <ac:spMkLst>
            <pc:docMk/>
            <pc:sldMk cId="2074895071" sldId="1180"/>
            <ac:spMk id="2" creationId="{EDA6254E-3E30-2674-FA38-633EF5B36C39}"/>
          </ac:spMkLst>
        </pc:spChg>
        <pc:spChg chg="add del">
          <ac:chgData name="Harley Wijeyaratne" userId="d52f8215faed5781" providerId="Windows Live" clId="Web-{A756B308-0ED8-4DAC-8AA6-619A217C9A8B}" dt="2023-05-22T05:57:25.522" v="680"/>
          <ac:spMkLst>
            <pc:docMk/>
            <pc:sldMk cId="2074895071" sldId="1180"/>
            <ac:spMk id="3" creationId="{AF3D5CFF-1F04-625C-C9CC-C5D234C0EBB0}"/>
          </ac:spMkLst>
        </pc:spChg>
        <pc:spChg chg="add del">
          <ac:chgData name="Harley Wijeyaratne" userId="d52f8215faed5781" providerId="Windows Live" clId="Web-{A756B308-0ED8-4DAC-8AA6-619A217C9A8B}" dt="2023-05-22T05:57:24.897" v="679"/>
          <ac:spMkLst>
            <pc:docMk/>
            <pc:sldMk cId="2074895071" sldId="1180"/>
            <ac:spMk id="4" creationId="{5113F914-AF16-83A8-AF72-813DFF59676F}"/>
          </ac:spMkLst>
        </pc:spChg>
        <pc:spChg chg="mod">
          <ac:chgData name="Harley Wijeyaratne" userId="d52f8215faed5781" providerId="Windows Live" clId="Web-{A756B308-0ED8-4DAC-8AA6-619A217C9A8B}" dt="2023-05-22T07:00:04.222" v="2137" actId="20577"/>
          <ac:spMkLst>
            <pc:docMk/>
            <pc:sldMk cId="2074895071" sldId="1180"/>
            <ac:spMk id="7" creationId="{42F0B3DC-26D7-C8D7-2095-150058C60ECD}"/>
          </ac:spMkLst>
        </pc:spChg>
        <pc:spChg chg="add del mod">
          <ac:chgData name="Harley Wijeyaratne" userId="d52f8215faed5781" providerId="Windows Live" clId="Web-{A756B308-0ED8-4DAC-8AA6-619A217C9A8B}" dt="2023-05-22T05:57:24.210" v="678"/>
          <ac:spMkLst>
            <pc:docMk/>
            <pc:sldMk cId="2074895071" sldId="1180"/>
            <ac:spMk id="8" creationId="{2B004331-FA28-8A52-682E-94DECD664D2D}"/>
          </ac:spMkLst>
        </pc:spChg>
        <pc:spChg chg="add del">
          <ac:chgData name="Harley Wijeyaratne" userId="d52f8215faed5781" providerId="Windows Live" clId="Web-{A756B308-0ED8-4DAC-8AA6-619A217C9A8B}" dt="2023-05-22T05:57:22.491" v="676"/>
          <ac:spMkLst>
            <pc:docMk/>
            <pc:sldMk cId="2074895071" sldId="1180"/>
            <ac:spMk id="13" creationId="{C8F343EF-1C03-CA47-523E-262893373EA0}"/>
          </ac:spMkLst>
        </pc:spChg>
        <pc:spChg chg="add del">
          <ac:chgData name="Harley Wijeyaratne" userId="d52f8215faed5781" providerId="Windows Live" clId="Web-{A756B308-0ED8-4DAC-8AA6-619A217C9A8B}" dt="2023-05-22T05:57:21.725" v="675"/>
          <ac:spMkLst>
            <pc:docMk/>
            <pc:sldMk cId="2074895071" sldId="1180"/>
            <ac:spMk id="14" creationId="{EE59B2F6-9A5E-4584-33D2-8284ABDB5BC1}"/>
          </ac:spMkLst>
        </pc:spChg>
        <pc:spChg chg="add mod">
          <ac:chgData name="Harley Wijeyaratne" userId="d52f8215faed5781" providerId="Windows Live" clId="Web-{A756B308-0ED8-4DAC-8AA6-619A217C9A8B}" dt="2023-05-22T06:52:03.345" v="1775" actId="1076"/>
          <ac:spMkLst>
            <pc:docMk/>
            <pc:sldMk cId="2074895071" sldId="1180"/>
            <ac:spMk id="15" creationId="{11A9A428-E0B1-9C63-62C8-028F31FA5078}"/>
          </ac:spMkLst>
        </pc:spChg>
        <pc:spChg chg="add mod">
          <ac:chgData name="Harley Wijeyaratne" userId="d52f8215faed5781" providerId="Windows Live" clId="Web-{A756B308-0ED8-4DAC-8AA6-619A217C9A8B}" dt="2023-05-22T06:51:57.345" v="1773" actId="1076"/>
          <ac:spMkLst>
            <pc:docMk/>
            <pc:sldMk cId="2074895071" sldId="1180"/>
            <ac:spMk id="16" creationId="{81F7EBF0-E102-9488-3589-80A5C55C72CA}"/>
          </ac:spMkLst>
        </pc:spChg>
        <pc:spChg chg="add mod">
          <ac:chgData name="Harley Wijeyaratne" userId="d52f8215faed5781" providerId="Windows Live" clId="Web-{A756B308-0ED8-4DAC-8AA6-619A217C9A8B}" dt="2023-05-22T06:51:51.064" v="1771" actId="1076"/>
          <ac:spMkLst>
            <pc:docMk/>
            <pc:sldMk cId="2074895071" sldId="1180"/>
            <ac:spMk id="17" creationId="{1D8BD5E1-46FB-29B3-F9FD-591CA73E805A}"/>
          </ac:spMkLst>
        </pc:spChg>
        <pc:spChg chg="add mod">
          <ac:chgData name="Harley Wijeyaratne" userId="d52f8215faed5781" providerId="Windows Live" clId="Web-{A756B308-0ED8-4DAC-8AA6-619A217C9A8B}" dt="2023-05-22T06:30:41.471" v="1092" actId="1076"/>
          <ac:spMkLst>
            <pc:docMk/>
            <pc:sldMk cId="2074895071" sldId="1180"/>
            <ac:spMk id="18" creationId="{FD0B1230-5135-9B64-1516-F19CBBD57769}"/>
          </ac:spMkLst>
        </pc:spChg>
        <pc:spChg chg="add mod">
          <ac:chgData name="Harley Wijeyaratne" userId="d52f8215faed5781" providerId="Windows Live" clId="Web-{A756B308-0ED8-4DAC-8AA6-619A217C9A8B}" dt="2023-05-22T06:45:58.348" v="1645" actId="1076"/>
          <ac:spMkLst>
            <pc:docMk/>
            <pc:sldMk cId="2074895071" sldId="1180"/>
            <ac:spMk id="19" creationId="{8A9B5882-5E2E-E76F-CE70-C9E371061596}"/>
          </ac:spMkLst>
        </pc:spChg>
        <pc:spChg chg="add mod">
          <ac:chgData name="Harley Wijeyaratne" userId="d52f8215faed5781" providerId="Windows Live" clId="Web-{A756B308-0ED8-4DAC-8AA6-619A217C9A8B}" dt="2023-05-22T06:29:37.906" v="1077" actId="1076"/>
          <ac:spMkLst>
            <pc:docMk/>
            <pc:sldMk cId="2074895071" sldId="1180"/>
            <ac:spMk id="20" creationId="{7229FBD9-EEFB-B3B2-59BE-A56AF0D30C81}"/>
          </ac:spMkLst>
        </pc:spChg>
        <pc:spChg chg="add mod">
          <ac:chgData name="Harley Wijeyaratne" userId="d52f8215faed5781" providerId="Windows Live" clId="Web-{A756B308-0ED8-4DAC-8AA6-619A217C9A8B}" dt="2023-05-22T06:29:42.297" v="1078" actId="1076"/>
          <ac:spMkLst>
            <pc:docMk/>
            <pc:sldMk cId="2074895071" sldId="1180"/>
            <ac:spMk id="21" creationId="{2170263F-04B6-67BD-6BFA-FD5FC2A46F8B}"/>
          </ac:spMkLst>
        </pc:spChg>
        <pc:spChg chg="add mod">
          <ac:chgData name="Harley Wijeyaratne" userId="d52f8215faed5781" providerId="Windows Live" clId="Web-{A756B308-0ED8-4DAC-8AA6-619A217C9A8B}" dt="2023-05-22T06:47:01.819" v="1700" actId="1076"/>
          <ac:spMkLst>
            <pc:docMk/>
            <pc:sldMk cId="2074895071" sldId="1180"/>
            <ac:spMk id="22" creationId="{49462830-D6DA-2B51-A2A2-C44538F42D0B}"/>
          </ac:spMkLst>
        </pc:spChg>
        <pc:spChg chg="add mod">
          <ac:chgData name="Harley Wijeyaratne" userId="d52f8215faed5781" providerId="Windows Live" clId="Web-{A756B308-0ED8-4DAC-8AA6-619A217C9A8B}" dt="2023-05-22T06:31:33.582" v="1098" actId="1076"/>
          <ac:spMkLst>
            <pc:docMk/>
            <pc:sldMk cId="2074895071" sldId="1180"/>
            <ac:spMk id="23" creationId="{CEEA02E8-8535-BEB3-E690-67B6532284C4}"/>
          </ac:spMkLst>
        </pc:spChg>
        <pc:spChg chg="add mod">
          <ac:chgData name="Harley Wijeyaratne" userId="d52f8215faed5781" providerId="Windows Live" clId="Web-{A756B308-0ED8-4DAC-8AA6-619A217C9A8B}" dt="2023-05-22T06:31:00.206" v="1094" actId="1076"/>
          <ac:spMkLst>
            <pc:docMk/>
            <pc:sldMk cId="2074895071" sldId="1180"/>
            <ac:spMk id="24" creationId="{0219C338-1A57-BCD2-5674-BBCA96D5C46F}"/>
          </ac:spMkLst>
        </pc:spChg>
        <pc:spChg chg="add mod">
          <ac:chgData name="Harley Wijeyaratne" userId="d52f8215faed5781" providerId="Windows Live" clId="Web-{A756B308-0ED8-4DAC-8AA6-619A217C9A8B}" dt="2023-05-22T06:51:54.564" v="1772" actId="1076"/>
          <ac:spMkLst>
            <pc:docMk/>
            <pc:sldMk cId="2074895071" sldId="1180"/>
            <ac:spMk id="25" creationId="{B3531427-52FD-28D5-9E23-4FA45D289225}"/>
          </ac:spMkLst>
        </pc:spChg>
        <pc:spChg chg="add mod">
          <ac:chgData name="Harley Wijeyaratne" userId="d52f8215faed5781" providerId="Windows Live" clId="Web-{A756B308-0ED8-4DAC-8AA6-619A217C9A8B}" dt="2023-05-22T06:52:01.298" v="1774" actId="1076"/>
          <ac:spMkLst>
            <pc:docMk/>
            <pc:sldMk cId="2074895071" sldId="1180"/>
            <ac:spMk id="28" creationId="{3354D7D4-0A8C-1D63-05CC-DACCB109A9D3}"/>
          </ac:spMkLst>
        </pc:spChg>
        <pc:spChg chg="add mod">
          <ac:chgData name="Harley Wijeyaratne" userId="d52f8215faed5781" providerId="Windows Live" clId="Web-{A756B308-0ED8-4DAC-8AA6-619A217C9A8B}" dt="2023-05-22T06:52:06.720" v="1776" actId="1076"/>
          <ac:spMkLst>
            <pc:docMk/>
            <pc:sldMk cId="2074895071" sldId="1180"/>
            <ac:spMk id="30" creationId="{1C7695A4-8771-70EB-F56F-49F52193C5B4}"/>
          </ac:spMkLst>
        </pc:spChg>
        <pc:spChg chg="add del">
          <ac:chgData name="Harley Wijeyaratne" userId="d52f8215faed5781" providerId="Windows Live" clId="Web-{A756B308-0ED8-4DAC-8AA6-619A217C9A8B}" dt="2023-05-22T06:05:31.056" v="812"/>
          <ac:spMkLst>
            <pc:docMk/>
            <pc:sldMk cId="2074895071" sldId="1180"/>
            <ac:spMk id="31" creationId="{1E65A8CB-5F46-79A6-72C3-CDE4C68A1722}"/>
          </ac:spMkLst>
        </pc:spChg>
        <pc:spChg chg="add del mod">
          <ac:chgData name="Harley Wijeyaratne" userId="d52f8215faed5781" providerId="Windows Live" clId="Web-{A756B308-0ED8-4DAC-8AA6-619A217C9A8B}" dt="2023-05-22T06:08:23.672" v="882"/>
          <ac:spMkLst>
            <pc:docMk/>
            <pc:sldMk cId="2074895071" sldId="1180"/>
            <ac:spMk id="32" creationId="{8389B038-8D6A-EC40-23AA-6833027ECE18}"/>
          </ac:spMkLst>
        </pc:spChg>
        <pc:spChg chg="add del mod">
          <ac:chgData name="Harley Wijeyaratne" userId="d52f8215faed5781" providerId="Windows Live" clId="Web-{A756B308-0ED8-4DAC-8AA6-619A217C9A8B}" dt="2023-05-22T06:46:49.021" v="1697"/>
          <ac:spMkLst>
            <pc:docMk/>
            <pc:sldMk cId="2074895071" sldId="1180"/>
            <ac:spMk id="35" creationId="{6B667D5A-8114-40C6-45D6-EF7A0E7DA8B0}"/>
          </ac:spMkLst>
        </pc:spChg>
        <pc:spChg chg="add del mod">
          <ac:chgData name="Harley Wijeyaratne" userId="d52f8215faed5781" providerId="Windows Live" clId="Web-{A756B308-0ED8-4DAC-8AA6-619A217C9A8B}" dt="2023-05-22T06:46:38.380" v="1695"/>
          <ac:spMkLst>
            <pc:docMk/>
            <pc:sldMk cId="2074895071" sldId="1180"/>
            <ac:spMk id="36" creationId="{C128D08F-A9A0-F529-A91C-71188E5F513A}"/>
          </ac:spMkLst>
        </pc:spChg>
        <pc:spChg chg="add del">
          <ac:chgData name="Harley Wijeyaratne" userId="d52f8215faed5781" providerId="Windows Live" clId="Web-{A756B308-0ED8-4DAC-8AA6-619A217C9A8B}" dt="2023-05-22T06:37:59.690" v="1360"/>
          <ac:spMkLst>
            <pc:docMk/>
            <pc:sldMk cId="2074895071" sldId="1180"/>
            <ac:spMk id="37" creationId="{1F4BFE6B-F793-3553-ED25-9544BE2189F5}"/>
          </ac:spMkLst>
        </pc:spChg>
        <pc:spChg chg="add del mod">
          <ac:chgData name="Harley Wijeyaratne" userId="d52f8215faed5781" providerId="Windows Live" clId="Web-{A756B308-0ED8-4DAC-8AA6-619A217C9A8B}" dt="2023-05-22T06:39:29.427" v="1364"/>
          <ac:spMkLst>
            <pc:docMk/>
            <pc:sldMk cId="2074895071" sldId="1180"/>
            <ac:spMk id="38" creationId="{2A739EAD-CB8F-65B4-1623-6EAB54CE0FE4}"/>
          </ac:spMkLst>
        </pc:spChg>
        <pc:spChg chg="add del mod">
          <ac:chgData name="Harley Wijeyaratne" userId="d52f8215faed5781" providerId="Windows Live" clId="Web-{A756B308-0ED8-4DAC-8AA6-619A217C9A8B}" dt="2023-05-22T06:55:05.024" v="1804"/>
          <ac:spMkLst>
            <pc:docMk/>
            <pc:sldMk cId="2074895071" sldId="1180"/>
            <ac:spMk id="39" creationId="{F0F2D3D8-345E-DFD2-64AE-51E2BF837E17}"/>
          </ac:spMkLst>
        </pc:spChg>
        <pc:spChg chg="add mod">
          <ac:chgData name="Harley Wijeyaratne" userId="d52f8215faed5781" providerId="Windows Live" clId="Web-{A756B308-0ED8-4DAC-8AA6-619A217C9A8B}" dt="2023-05-22T06:54:51.758" v="1803" actId="20577"/>
          <ac:spMkLst>
            <pc:docMk/>
            <pc:sldMk cId="2074895071" sldId="1180"/>
            <ac:spMk id="40" creationId="{64DFCD99-B089-785D-39A6-2B43D650FCAF}"/>
          </ac:spMkLst>
        </pc:spChg>
        <pc:spChg chg="add del mod">
          <ac:chgData name="Harley Wijeyaratne" userId="d52f8215faed5781" providerId="Windows Live" clId="Web-{A756B308-0ED8-4DAC-8AA6-619A217C9A8B}" dt="2023-05-22T06:45:15.190" v="1635"/>
          <ac:spMkLst>
            <pc:docMk/>
            <pc:sldMk cId="2074895071" sldId="1180"/>
            <ac:spMk id="41" creationId="{BD6A32AD-CA5D-9EF4-2E10-D6614F897A78}"/>
          </ac:spMkLst>
        </pc:spChg>
        <pc:spChg chg="add mod">
          <ac:chgData name="Harley Wijeyaratne" userId="d52f8215faed5781" providerId="Windows Live" clId="Web-{A756B308-0ED8-4DAC-8AA6-619A217C9A8B}" dt="2023-05-22T06:57:07.716" v="1888" actId="1076"/>
          <ac:spMkLst>
            <pc:docMk/>
            <pc:sldMk cId="2074895071" sldId="1180"/>
            <ac:spMk id="42" creationId="{10ACAC7A-C335-13B0-616F-1768A6EE8A7E}"/>
          </ac:spMkLst>
        </pc:spChg>
        <pc:spChg chg="add mod">
          <ac:chgData name="Harley Wijeyaratne" userId="d52f8215faed5781" providerId="Windows Live" clId="Web-{A756B308-0ED8-4DAC-8AA6-619A217C9A8B}" dt="2023-05-22T06:47:11.163" v="1702" actId="1076"/>
          <ac:spMkLst>
            <pc:docMk/>
            <pc:sldMk cId="2074895071" sldId="1180"/>
            <ac:spMk id="43" creationId="{4AB59EDE-F5AF-B0E0-D28A-0177FF20D5F8}"/>
          </ac:spMkLst>
        </pc:spChg>
        <pc:spChg chg="add mod">
          <ac:chgData name="Harley Wijeyaratne" userId="d52f8215faed5781" providerId="Windows Live" clId="Web-{A756B308-0ED8-4DAC-8AA6-619A217C9A8B}" dt="2023-05-22T06:48:02.165" v="1735" actId="1076"/>
          <ac:spMkLst>
            <pc:docMk/>
            <pc:sldMk cId="2074895071" sldId="1180"/>
            <ac:spMk id="44" creationId="{0A6D0953-B5CF-4076-AE1A-D9C872C59DD7}"/>
          </ac:spMkLst>
        </pc:spChg>
        <pc:spChg chg="add mod">
          <ac:chgData name="Harley Wijeyaratne" userId="d52f8215faed5781" providerId="Windows Live" clId="Web-{A756B308-0ED8-4DAC-8AA6-619A217C9A8B}" dt="2023-05-22T06:56:54.653" v="1886" actId="1076"/>
          <ac:spMkLst>
            <pc:docMk/>
            <pc:sldMk cId="2074895071" sldId="1180"/>
            <ac:spMk id="53" creationId="{BD19B8B8-081A-1F1D-415B-F72D343EFF60}"/>
          </ac:spMkLst>
        </pc:spChg>
        <pc:spChg chg="add mod">
          <ac:chgData name="Harley Wijeyaratne" userId="d52f8215faed5781" providerId="Windows Live" clId="Web-{A756B308-0ED8-4DAC-8AA6-619A217C9A8B}" dt="2023-05-22T07:00:39.020" v="2175" actId="20577"/>
          <ac:spMkLst>
            <pc:docMk/>
            <pc:sldMk cId="2074895071" sldId="1180"/>
            <ac:spMk id="54" creationId="{A305D18C-8F87-874D-3A65-33587F12A67B}"/>
          </ac:spMkLst>
        </pc:spChg>
        <pc:graphicFrameChg chg="del">
          <ac:chgData name="Harley Wijeyaratne" userId="d52f8215faed5781" providerId="Windows Live" clId="Web-{A756B308-0ED8-4DAC-8AA6-619A217C9A8B}" dt="2023-05-22T05:54:43.360" v="628"/>
          <ac:graphicFrameMkLst>
            <pc:docMk/>
            <pc:sldMk cId="2074895071" sldId="1180"/>
            <ac:graphicFrameMk id="26" creationId="{006024AA-6A43-D14B-A938-388A9F8ECE85}"/>
          </ac:graphicFrameMkLst>
        </pc:graphicFrameChg>
        <pc:cxnChg chg="del">
          <ac:chgData name="Harley Wijeyaratne" userId="d52f8215faed5781" providerId="Windows Live" clId="Web-{A756B308-0ED8-4DAC-8AA6-619A217C9A8B}" dt="2023-05-22T05:54:44.829" v="629"/>
          <ac:cxnSpMkLst>
            <pc:docMk/>
            <pc:sldMk cId="2074895071" sldId="1180"/>
            <ac:cxnSpMk id="27" creationId="{BE6A40CC-2D96-ECB0-FC2A-64210F4ADA72}"/>
          </ac:cxnSpMkLst>
        </pc:cxnChg>
        <pc:cxnChg chg="del">
          <ac:chgData name="Harley Wijeyaratne" userId="d52f8215faed5781" providerId="Windows Live" clId="Web-{A756B308-0ED8-4DAC-8AA6-619A217C9A8B}" dt="2023-05-22T05:54:38.438" v="626"/>
          <ac:cxnSpMkLst>
            <pc:docMk/>
            <pc:sldMk cId="2074895071" sldId="1180"/>
            <ac:cxnSpMk id="29" creationId="{8F8A7ED6-7B09-459A-7AE1-B44949E8D2E8}"/>
          </ac:cxnSpMkLst>
        </pc:cxnChg>
        <pc:cxnChg chg="del">
          <ac:chgData name="Harley Wijeyaratne" userId="d52f8215faed5781" providerId="Windows Live" clId="Web-{A756B308-0ED8-4DAC-8AA6-619A217C9A8B}" dt="2023-05-22T05:54:40.063" v="627"/>
          <ac:cxnSpMkLst>
            <pc:docMk/>
            <pc:sldMk cId="2074895071" sldId="1180"/>
            <ac:cxnSpMk id="33" creationId="{4393518A-65D0-7713-1E0D-5ED697EB3361}"/>
          </ac:cxnSpMkLst>
        </pc:cxnChg>
        <pc:cxnChg chg="del">
          <ac:chgData name="Harley Wijeyaratne" userId="d52f8215faed5781" providerId="Windows Live" clId="Web-{A756B308-0ED8-4DAC-8AA6-619A217C9A8B}" dt="2023-05-22T05:54:38.438" v="625"/>
          <ac:cxnSpMkLst>
            <pc:docMk/>
            <pc:sldMk cId="2074895071" sldId="1180"/>
            <ac:cxnSpMk id="34" creationId="{265FD89C-069D-2B11-076B-8B6985132FED}"/>
          </ac:cxnSpMkLst>
        </pc:cxnChg>
        <pc:cxnChg chg="add mod">
          <ac:chgData name="Harley Wijeyaratne" userId="d52f8215faed5781" providerId="Windows Live" clId="Web-{A756B308-0ED8-4DAC-8AA6-619A217C9A8B}" dt="2023-05-22T06:50:46.702" v="1758" actId="14100"/>
          <ac:cxnSpMkLst>
            <pc:docMk/>
            <pc:sldMk cId="2074895071" sldId="1180"/>
            <ac:cxnSpMk id="45" creationId="{F1B9FEF5-B6BA-5E43-8C5E-2476A7A7ACB9}"/>
          </ac:cxnSpMkLst>
        </pc:cxnChg>
        <pc:cxnChg chg="add mod">
          <ac:chgData name="Harley Wijeyaratne" userId="d52f8215faed5781" providerId="Windows Live" clId="Web-{A756B308-0ED8-4DAC-8AA6-619A217C9A8B}" dt="2023-05-22T06:53:24.864" v="1787" actId="1076"/>
          <ac:cxnSpMkLst>
            <pc:docMk/>
            <pc:sldMk cId="2074895071" sldId="1180"/>
            <ac:cxnSpMk id="46" creationId="{0E7CCEEF-3F03-2E31-FFA2-CDC964574B1A}"/>
          </ac:cxnSpMkLst>
        </pc:cxnChg>
        <pc:cxnChg chg="add mod">
          <ac:chgData name="Harley Wijeyaratne" userId="d52f8215faed5781" providerId="Windows Live" clId="Web-{A756B308-0ED8-4DAC-8AA6-619A217C9A8B}" dt="2023-05-22T06:54:41.679" v="1797" actId="1076"/>
          <ac:cxnSpMkLst>
            <pc:docMk/>
            <pc:sldMk cId="2074895071" sldId="1180"/>
            <ac:cxnSpMk id="47" creationId="{8D1191F7-556D-4ABF-7CB3-FFE37A226104}"/>
          </ac:cxnSpMkLst>
        </pc:cxnChg>
        <pc:cxnChg chg="add mod">
          <ac:chgData name="Harley Wijeyaratne" userId="d52f8215faed5781" providerId="Windows Live" clId="Web-{A756B308-0ED8-4DAC-8AA6-619A217C9A8B}" dt="2023-05-22T06:53:29.067" v="1788" actId="1076"/>
          <ac:cxnSpMkLst>
            <pc:docMk/>
            <pc:sldMk cId="2074895071" sldId="1180"/>
            <ac:cxnSpMk id="48" creationId="{A5F758A2-128F-28C8-7E69-7B93C52DA651}"/>
          </ac:cxnSpMkLst>
        </pc:cxnChg>
        <pc:cxnChg chg="add mod">
          <ac:chgData name="Harley Wijeyaratne" userId="d52f8215faed5781" providerId="Windows Live" clId="Web-{A756B308-0ED8-4DAC-8AA6-619A217C9A8B}" dt="2023-05-22T06:53:52.349" v="1789" actId="14100"/>
          <ac:cxnSpMkLst>
            <pc:docMk/>
            <pc:sldMk cId="2074895071" sldId="1180"/>
            <ac:cxnSpMk id="49" creationId="{DDFA1A5E-F4CE-F0BE-21E6-BF1781A31827}"/>
          </ac:cxnSpMkLst>
        </pc:cxnChg>
        <pc:cxnChg chg="add mod">
          <ac:chgData name="Harley Wijeyaratne" userId="d52f8215faed5781" providerId="Windows Live" clId="Web-{A756B308-0ED8-4DAC-8AA6-619A217C9A8B}" dt="2023-05-22T06:54:03.178" v="1791" actId="14100"/>
          <ac:cxnSpMkLst>
            <pc:docMk/>
            <pc:sldMk cId="2074895071" sldId="1180"/>
            <ac:cxnSpMk id="50" creationId="{81FDE2FB-E6F5-D3D1-95B3-2C4E6E458238}"/>
          </ac:cxnSpMkLst>
        </pc:cxnChg>
        <pc:cxnChg chg="add del mod">
          <ac:chgData name="Harley Wijeyaratne" userId="d52f8215faed5781" providerId="Windows Live" clId="Web-{A756B308-0ED8-4DAC-8AA6-619A217C9A8B}" dt="2023-05-22T06:54:11.131" v="1793"/>
          <ac:cxnSpMkLst>
            <pc:docMk/>
            <pc:sldMk cId="2074895071" sldId="1180"/>
            <ac:cxnSpMk id="51" creationId="{CE989B88-2937-E3D0-AE01-24683D7979B6}"/>
          </ac:cxnSpMkLst>
        </pc:cxnChg>
        <pc:cxnChg chg="add mod">
          <ac:chgData name="Harley Wijeyaratne" userId="d52f8215faed5781" providerId="Windows Live" clId="Web-{A756B308-0ED8-4DAC-8AA6-619A217C9A8B}" dt="2023-05-22T06:54:22.288" v="1796" actId="1076"/>
          <ac:cxnSpMkLst>
            <pc:docMk/>
            <pc:sldMk cId="2074895071" sldId="1180"/>
            <ac:cxnSpMk id="52" creationId="{52029D7D-78AB-48DB-78C1-260F941E0D43}"/>
          </ac:cxnSpMkLst>
        </pc:cxnChg>
      </pc:sldChg>
      <pc:sldChg chg="add del replId">
        <pc:chgData name="Harley Wijeyaratne" userId="d52f8215faed5781" providerId="Windows Live" clId="Web-{A756B308-0ED8-4DAC-8AA6-619A217C9A8B}" dt="2023-05-22T06:42:19.652" v="1481"/>
        <pc:sldMkLst>
          <pc:docMk/>
          <pc:sldMk cId="3620751020" sldId="1181"/>
        </pc:sldMkLst>
      </pc:sldChg>
      <pc:sldChg chg="addSp delSp modSp add ord replId">
        <pc:chgData name="Harley Wijeyaratne" userId="d52f8215faed5781" providerId="Windows Live" clId="Web-{A756B308-0ED8-4DAC-8AA6-619A217C9A8B}" dt="2023-05-22T10:38:17.264" v="3331"/>
        <pc:sldMkLst>
          <pc:docMk/>
          <pc:sldMk cId="604582989" sldId="1182"/>
        </pc:sldMkLst>
        <pc:spChg chg="mod">
          <ac:chgData name="Harley Wijeyaratne" userId="d52f8215faed5781" providerId="Windows Live" clId="Web-{A756B308-0ED8-4DAC-8AA6-619A217C9A8B}" dt="2023-05-22T07:55:35.936" v="2706" actId="20577"/>
          <ac:spMkLst>
            <pc:docMk/>
            <pc:sldMk cId="604582989" sldId="1182"/>
            <ac:spMk id="8" creationId="{B908EC1E-5A39-3CBB-B02F-439A67C5FE08}"/>
          </ac:spMkLst>
        </pc:spChg>
        <pc:spChg chg="mod">
          <ac:chgData name="Harley Wijeyaratne" userId="d52f8215faed5781" providerId="Windows Live" clId="Web-{A756B308-0ED8-4DAC-8AA6-619A217C9A8B}" dt="2023-05-22T07:56:16.938" v="2799" actId="20577"/>
          <ac:spMkLst>
            <pc:docMk/>
            <pc:sldMk cId="604582989" sldId="1182"/>
            <ac:spMk id="16" creationId="{D1FF0424-7EEC-BC55-F6E0-DD99F3F79E50}"/>
          </ac:spMkLst>
        </pc:spChg>
        <pc:spChg chg="add mod">
          <ac:chgData name="Harley Wijeyaratne" userId="d52f8215faed5781" providerId="Windows Live" clId="Web-{A756B308-0ED8-4DAC-8AA6-619A217C9A8B}" dt="2023-05-22T08:24:09.077" v="2951" actId="1076"/>
          <ac:spMkLst>
            <pc:docMk/>
            <pc:sldMk cId="604582989" sldId="1182"/>
            <ac:spMk id="19" creationId="{6C9E0132-E071-4972-E0A2-E8467135C779}"/>
          </ac:spMkLst>
        </pc:spChg>
        <pc:spChg chg="add mod">
          <ac:chgData name="Harley Wijeyaratne" userId="d52f8215faed5781" providerId="Windows Live" clId="Web-{A756B308-0ED8-4DAC-8AA6-619A217C9A8B}" dt="2023-05-22T08:27:01.114" v="2976" actId="1076"/>
          <ac:spMkLst>
            <pc:docMk/>
            <pc:sldMk cId="604582989" sldId="1182"/>
            <ac:spMk id="20" creationId="{EEF777F5-F6BE-141B-0EB9-597CB24C8A58}"/>
          </ac:spMkLst>
        </pc:spChg>
        <pc:picChg chg="add del mod">
          <ac:chgData name="Harley Wijeyaratne" userId="d52f8215faed5781" providerId="Windows Live" clId="Web-{A756B308-0ED8-4DAC-8AA6-619A217C9A8B}" dt="2023-05-22T08:05:39.911" v="2812"/>
          <ac:picMkLst>
            <pc:docMk/>
            <pc:sldMk cId="604582989" sldId="1182"/>
            <ac:picMk id="2" creationId="{AD00375D-CCD7-88E3-E29C-6EDBEEF3B709}"/>
          </ac:picMkLst>
        </pc:picChg>
        <pc:picChg chg="add del mod">
          <ac:chgData name="Harley Wijeyaratne" userId="d52f8215faed5781" providerId="Windows Live" clId="Web-{A756B308-0ED8-4DAC-8AA6-619A217C9A8B}" dt="2023-05-22T08:06:42.695" v="2822"/>
          <ac:picMkLst>
            <pc:docMk/>
            <pc:sldMk cId="604582989" sldId="1182"/>
            <ac:picMk id="3" creationId="{CA98DB34-AEFA-5CEE-DC86-1943856FCD15}"/>
          </ac:picMkLst>
        </pc:picChg>
        <pc:picChg chg="add del mod modCrop">
          <ac:chgData name="Harley Wijeyaratne" userId="d52f8215faed5781" providerId="Windows Live" clId="Web-{A756B308-0ED8-4DAC-8AA6-619A217C9A8B}" dt="2023-05-22T08:25:11.782" v="2957"/>
          <ac:picMkLst>
            <pc:docMk/>
            <pc:sldMk cId="604582989" sldId="1182"/>
            <ac:picMk id="4" creationId="{19340B9A-24C7-F0BD-55CA-2EDF392BE8A0}"/>
          </ac:picMkLst>
        </pc:picChg>
        <pc:picChg chg="add del mod">
          <ac:chgData name="Harley Wijeyaratne" userId="d52f8215faed5781" providerId="Windows Live" clId="Web-{A756B308-0ED8-4DAC-8AA6-619A217C9A8B}" dt="2023-05-22T08:08:27.730" v="2844"/>
          <ac:picMkLst>
            <pc:docMk/>
            <pc:sldMk cId="604582989" sldId="1182"/>
            <ac:picMk id="5" creationId="{8CADE82B-13B4-2BA3-6F3F-5334FE116B2C}"/>
          </ac:picMkLst>
        </pc:picChg>
        <pc:picChg chg="add del mod">
          <ac:chgData name="Harley Wijeyaratne" userId="d52f8215faed5781" providerId="Windows Live" clId="Web-{A756B308-0ED8-4DAC-8AA6-619A217C9A8B}" dt="2023-05-22T08:17:51.907" v="2856"/>
          <ac:picMkLst>
            <pc:docMk/>
            <pc:sldMk cId="604582989" sldId="1182"/>
            <ac:picMk id="6" creationId="{0D4E6808-F112-2785-3800-0A39771D9BA4}"/>
          </ac:picMkLst>
        </pc:picChg>
        <pc:picChg chg="add del mod">
          <ac:chgData name="Harley Wijeyaratne" userId="d52f8215faed5781" providerId="Windows Live" clId="Web-{A756B308-0ED8-4DAC-8AA6-619A217C9A8B}" dt="2023-05-22T08:21:01.054" v="2867"/>
          <ac:picMkLst>
            <pc:docMk/>
            <pc:sldMk cId="604582989" sldId="1182"/>
            <ac:picMk id="7" creationId="{2A31C0FD-4BB2-CA44-DEAF-EF77CB0A9DD4}"/>
          </ac:picMkLst>
        </pc:picChg>
        <pc:picChg chg="add del mod">
          <ac:chgData name="Harley Wijeyaratne" userId="d52f8215faed5781" providerId="Windows Live" clId="Web-{A756B308-0ED8-4DAC-8AA6-619A217C9A8B}" dt="2023-05-22T08:21:46.540" v="2875"/>
          <ac:picMkLst>
            <pc:docMk/>
            <pc:sldMk cId="604582989" sldId="1182"/>
            <ac:picMk id="13" creationId="{BBA292F0-173F-266E-274C-197CF336CDB9}"/>
          </ac:picMkLst>
        </pc:picChg>
        <pc:picChg chg="add mod modCrop">
          <ac:chgData name="Harley Wijeyaratne" userId="d52f8215faed5781" providerId="Windows Live" clId="Web-{A756B308-0ED8-4DAC-8AA6-619A217C9A8B}" dt="2023-05-22T08:26:32.363" v="2972" actId="1076"/>
          <ac:picMkLst>
            <pc:docMk/>
            <pc:sldMk cId="604582989" sldId="1182"/>
            <ac:picMk id="15" creationId="{1E95FE24-BB44-FB32-B5F1-30DA3E068FCC}"/>
          </ac:picMkLst>
        </pc:picChg>
        <pc:picChg chg="add del mod">
          <ac:chgData name="Harley Wijeyaratne" userId="d52f8215faed5781" providerId="Windows Live" clId="Web-{A756B308-0ED8-4DAC-8AA6-619A217C9A8B}" dt="2023-05-22T08:22:58.043" v="2892"/>
          <ac:picMkLst>
            <pc:docMk/>
            <pc:sldMk cId="604582989" sldId="1182"/>
            <ac:picMk id="17" creationId="{BF91920B-D42E-53C3-5C17-C935342D7D2A}"/>
          </ac:picMkLst>
        </pc:picChg>
        <pc:picChg chg="add mod ord modCrop">
          <ac:chgData name="Harley Wijeyaratne" userId="d52f8215faed5781" providerId="Windows Live" clId="Web-{A756B308-0ED8-4DAC-8AA6-619A217C9A8B}" dt="2023-05-22T08:26:52.895" v="2975"/>
          <ac:picMkLst>
            <pc:docMk/>
            <pc:sldMk cId="604582989" sldId="1182"/>
            <ac:picMk id="21" creationId="{22C127EE-6349-65CA-1199-4E4577C965C9}"/>
          </ac:picMkLst>
        </pc:picChg>
      </pc:sldChg>
      <pc:sldChg chg="new">
        <pc:chgData name="Harley Wijeyaratne" userId="d52f8215faed5781" providerId="Windows Live" clId="Web-{A756B308-0ED8-4DAC-8AA6-619A217C9A8B}" dt="2023-05-22T08:29:51.401" v="3006"/>
        <pc:sldMkLst>
          <pc:docMk/>
          <pc:sldMk cId="4016138143" sldId="1183"/>
        </pc:sldMkLst>
      </pc:sldChg>
      <pc:sldChg chg="addSp delSp modSp add ord replId modCm">
        <pc:chgData name="Harley Wijeyaratne" userId="d52f8215faed5781" providerId="Windows Live" clId="Web-{A756B308-0ED8-4DAC-8AA6-619A217C9A8B}" dt="2023-05-22T10:05:44.186" v="3324" actId="1076"/>
        <pc:sldMkLst>
          <pc:docMk/>
          <pc:sldMk cId="4090889681" sldId="1184"/>
        </pc:sldMkLst>
        <pc:spChg chg="del mod">
          <ac:chgData name="Harley Wijeyaratne" userId="d52f8215faed5781" providerId="Windows Live" clId="Web-{A756B308-0ED8-4DAC-8AA6-619A217C9A8B}" dt="2023-05-22T08:31:58.672" v="3049"/>
          <ac:spMkLst>
            <pc:docMk/>
            <pc:sldMk cId="4090889681" sldId="1184"/>
            <ac:spMk id="3" creationId="{1BC332C9-BC08-80E0-9FA4-967A0CC7226B}"/>
          </ac:spMkLst>
        </pc:spChg>
        <pc:spChg chg="mod">
          <ac:chgData name="Harley Wijeyaratne" userId="d52f8215faed5781" providerId="Windows Live" clId="Web-{A756B308-0ED8-4DAC-8AA6-619A217C9A8B}" dt="2023-05-22T08:37:51.044" v="3181" actId="20577"/>
          <ac:spMkLst>
            <pc:docMk/>
            <pc:sldMk cId="4090889681" sldId="1184"/>
            <ac:spMk id="4" creationId="{D4BD33E0-9529-560A-D81D-4D02C7CF1DB1}"/>
          </ac:spMkLst>
        </pc:spChg>
        <pc:spChg chg="del mod">
          <ac:chgData name="Harley Wijeyaratne" userId="d52f8215faed5781" providerId="Windows Live" clId="Web-{A756B308-0ED8-4DAC-8AA6-619A217C9A8B}" dt="2023-05-22T08:32:02.813" v="3050"/>
          <ac:spMkLst>
            <pc:docMk/>
            <pc:sldMk cId="4090889681" sldId="1184"/>
            <ac:spMk id="6" creationId="{8B34A545-79D4-8091-A8D9-E755B1B6216B}"/>
          </ac:spMkLst>
        </pc:spChg>
        <pc:spChg chg="del mod">
          <ac:chgData name="Harley Wijeyaratne" userId="d52f8215faed5781" providerId="Windows Live" clId="Web-{A756B308-0ED8-4DAC-8AA6-619A217C9A8B}" dt="2023-05-22T08:31:56.734" v="3048"/>
          <ac:spMkLst>
            <pc:docMk/>
            <pc:sldMk cId="4090889681" sldId="1184"/>
            <ac:spMk id="7" creationId="{C80CFA45-F89E-01CD-AC34-E0792D460E9A}"/>
          </ac:spMkLst>
        </pc:spChg>
        <pc:spChg chg="del">
          <ac:chgData name="Harley Wijeyaratne" userId="d52f8215faed5781" providerId="Windows Live" clId="Web-{A756B308-0ED8-4DAC-8AA6-619A217C9A8B}" dt="2023-05-22T08:30:04.746" v="3010"/>
          <ac:spMkLst>
            <pc:docMk/>
            <pc:sldMk cId="4090889681" sldId="1184"/>
            <ac:spMk id="8" creationId="{DCC801CA-71A9-6C2D-2F3D-5567F195BEEE}"/>
          </ac:spMkLst>
        </pc:spChg>
        <pc:spChg chg="del">
          <ac:chgData name="Harley Wijeyaratne" userId="d52f8215faed5781" providerId="Windows Live" clId="Web-{A756B308-0ED8-4DAC-8AA6-619A217C9A8B}" dt="2023-05-22T08:30:06.652" v="3011"/>
          <ac:spMkLst>
            <pc:docMk/>
            <pc:sldMk cId="4090889681" sldId="1184"/>
            <ac:spMk id="9" creationId="{2202EAC1-E303-6CE2-D763-99F184D59BD4}"/>
          </ac:spMkLst>
        </pc:spChg>
        <pc:spChg chg="add mod">
          <ac:chgData name="Harley Wijeyaratne" userId="d52f8215faed5781" providerId="Windows Live" clId="Web-{A756B308-0ED8-4DAC-8AA6-619A217C9A8B}" dt="2023-05-22T10:05:44.186" v="3324" actId="1076"/>
          <ac:spMkLst>
            <pc:docMk/>
            <pc:sldMk cId="4090889681" sldId="1184"/>
            <ac:spMk id="16" creationId="{41863B59-AA42-3056-519A-5D47B005D0A3}"/>
          </ac:spMkLst>
        </pc:spChg>
        <pc:spChg chg="mod">
          <ac:chgData name="Harley Wijeyaratne" userId="d52f8215faed5781" providerId="Windows Live" clId="Web-{A756B308-0ED8-4DAC-8AA6-619A217C9A8B}" dt="2023-05-22T08:43:27.291" v="3268" actId="20577"/>
          <ac:spMkLst>
            <pc:docMk/>
            <pc:sldMk cId="4090889681" sldId="1184"/>
            <ac:spMk id="17" creationId="{B2C54276-F9FB-108A-DF8E-BFFAA41844FA}"/>
          </ac:spMkLst>
        </pc:spChg>
        <pc:spChg chg="add del mod">
          <ac:chgData name="Harley Wijeyaratne" userId="d52f8215faed5781" providerId="Windows Live" clId="Web-{A756B308-0ED8-4DAC-8AA6-619A217C9A8B}" dt="2023-05-22T08:34:00.520" v="3073"/>
          <ac:spMkLst>
            <pc:docMk/>
            <pc:sldMk cId="4090889681" sldId="1184"/>
            <ac:spMk id="19" creationId="{6FC985BB-24DD-7207-F15A-A122572503AD}"/>
          </ac:spMkLst>
        </pc:spChg>
        <pc:spChg chg="add del mod">
          <ac:chgData name="Harley Wijeyaratne" userId="d52f8215faed5781" providerId="Windows Live" clId="Web-{A756B308-0ED8-4DAC-8AA6-619A217C9A8B}" dt="2023-05-22T08:34:01.801" v="3074"/>
          <ac:spMkLst>
            <pc:docMk/>
            <pc:sldMk cId="4090889681" sldId="1184"/>
            <ac:spMk id="21" creationId="{75D3F495-58EE-7D10-A51C-5CC076E55864}"/>
          </ac:spMkLst>
        </pc:spChg>
        <pc:spChg chg="add del">
          <ac:chgData name="Harley Wijeyaratne" userId="d52f8215faed5781" providerId="Windows Live" clId="Web-{A756B308-0ED8-4DAC-8AA6-619A217C9A8B}" dt="2023-05-22T08:35:12.148" v="3138"/>
          <ac:spMkLst>
            <pc:docMk/>
            <pc:sldMk cId="4090889681" sldId="1184"/>
            <ac:spMk id="23" creationId="{4D35620E-2070-1D1B-8582-CC271B654181}"/>
          </ac:spMkLst>
        </pc:spChg>
        <pc:spChg chg="add mod">
          <ac:chgData name="Harley Wijeyaratne" userId="d52f8215faed5781" providerId="Windows Live" clId="Web-{A756B308-0ED8-4DAC-8AA6-619A217C9A8B}" dt="2023-05-22T08:45:31.983" v="3321" actId="20577"/>
          <ac:spMkLst>
            <pc:docMk/>
            <pc:sldMk cId="4090889681" sldId="1184"/>
            <ac:spMk id="24" creationId="{A388422B-7C6F-3F67-8779-BE39D0B828A5}"/>
          </ac:spMkLst>
        </pc:spChg>
        <pc:graphicFrameChg chg="del mod modGraphic">
          <ac:chgData name="Harley Wijeyaratne" userId="d52f8215faed5781" providerId="Windows Live" clId="Web-{A756B308-0ED8-4DAC-8AA6-619A217C9A8B}" dt="2023-05-22T08:36:02.712" v="3157"/>
          <ac:graphicFrameMkLst>
            <pc:docMk/>
            <pc:sldMk cId="4090889681" sldId="1184"/>
            <ac:graphicFrameMk id="2" creationId="{1A8B5163-E38F-1197-D21A-670FC79A3706}"/>
          </ac:graphicFrameMkLst>
        </pc:graphicFrameChg>
        <pc:graphicFrameChg chg="add mod modGraphic">
          <ac:chgData name="Harley Wijeyaratne" userId="d52f8215faed5781" providerId="Windows Live" clId="Web-{A756B308-0ED8-4DAC-8AA6-619A217C9A8B}" dt="2023-05-22T08:40:33.081" v="3260" actId="1076"/>
          <ac:graphicFrameMkLst>
            <pc:docMk/>
            <pc:sldMk cId="4090889681" sldId="1184"/>
            <ac:graphicFrameMk id="13" creationId="{4466C704-1413-9155-AD7C-CD4D7C4EDB67}"/>
          </ac:graphicFrameMkLst>
        </pc:graphicFrameChg>
        <pc:extLst>
          <p:ext xmlns:p="http://schemas.openxmlformats.org/presentationml/2006/main" uri="{D6D511B9-2390-475A-947B-AFAB55BFBCF1}">
            <pc226:cmChg xmlns:pc226="http://schemas.microsoft.com/office/powerpoint/2022/06/main/command" chg="mod">
              <pc226:chgData name="Harley Wijeyaratne" userId="d52f8215faed5781" providerId="Windows Live" clId="Web-{A756B308-0ED8-4DAC-8AA6-619A217C9A8B}" dt="2023-05-22T08:43:52.854" v="3269"/>
              <pc2:cmMkLst xmlns:pc2="http://schemas.microsoft.com/office/powerpoint/2019/9/main/command">
                <pc:docMk/>
                <pc:sldMk cId="4090889681" sldId="1184"/>
                <pc2:cmMk id="{CCDCB63A-AA2A-48A1-BCF7-6619E7088375}"/>
              </pc2:cmMkLst>
            </pc226:cmChg>
          </p:ext>
        </pc:extLst>
      </pc:sldChg>
    </pc:docChg>
  </pc:docChgLst>
  <pc:docChgLst>
    <pc:chgData name="FAWA Member" userId="a6278570f1c96494" providerId="Windows Live" clId="Web-{1DE9497F-24C3-4887-8F8B-916B50C6E5A8}"/>
    <pc:docChg chg="addSld delSld">
      <pc:chgData name="FAWA Member" userId="a6278570f1c96494" providerId="Windows Live" clId="Web-{1DE9497F-24C3-4887-8F8B-916B50C6E5A8}" dt="2023-05-22T03:44:16.856" v="1"/>
      <pc:docMkLst>
        <pc:docMk/>
      </pc:docMkLst>
      <pc:sldChg chg="new del">
        <pc:chgData name="FAWA Member" userId="a6278570f1c96494" providerId="Windows Live" clId="Web-{1DE9497F-24C3-4887-8F8B-916B50C6E5A8}" dt="2023-05-22T03:44:16.856" v="1"/>
        <pc:sldMkLst>
          <pc:docMk/>
          <pc:sldMk cId="2740831071" sldId="1178"/>
        </pc:sldMkLst>
      </pc:sldChg>
    </pc:docChg>
  </pc:docChgLst>
  <pc:docChgLst>
    <pc:chgData name="Jason Abi Chebli" userId="a0f9f5f5563fb1d0" providerId="Windows Live" clId="Web-{D90B4D2F-E31C-4088-BB91-8FB2A11FFC0F}"/>
    <pc:docChg chg="modSld">
      <pc:chgData name="Jason Abi Chebli" userId="a0f9f5f5563fb1d0" providerId="Windows Live" clId="Web-{D90B4D2F-E31C-4088-BB91-8FB2A11FFC0F}" dt="2023-05-21T07:41:33.271" v="8" actId="14100"/>
      <pc:docMkLst>
        <pc:docMk/>
      </pc:docMkLst>
      <pc:sldChg chg="addSp modSp">
        <pc:chgData name="Jason Abi Chebli" userId="a0f9f5f5563fb1d0" providerId="Windows Live" clId="Web-{D90B4D2F-E31C-4088-BB91-8FB2A11FFC0F}" dt="2023-05-21T07:41:33.271" v="8" actId="14100"/>
        <pc:sldMkLst>
          <pc:docMk/>
          <pc:sldMk cId="3203961724" sldId="1134"/>
        </pc:sldMkLst>
        <pc:spChg chg="add mod">
          <ac:chgData name="Jason Abi Chebli" userId="a0f9f5f5563fb1d0" providerId="Windows Live" clId="Web-{D90B4D2F-E31C-4088-BB91-8FB2A11FFC0F}" dt="2023-05-21T07:41:33.271" v="8" actId="14100"/>
          <ac:spMkLst>
            <pc:docMk/>
            <pc:sldMk cId="3203961724" sldId="1134"/>
            <ac:spMk id="2" creationId="{E1939E94-C7F3-8D64-8EF5-5F8C1F2F9FCE}"/>
          </ac:spMkLst>
        </pc:spChg>
        <pc:picChg chg="mod">
          <ac:chgData name="Jason Abi Chebli" userId="a0f9f5f5563fb1d0" providerId="Windows Live" clId="Web-{D90B4D2F-E31C-4088-BB91-8FB2A11FFC0F}" dt="2023-05-21T07:35:30.103" v="5" actId="1076"/>
          <ac:picMkLst>
            <pc:docMk/>
            <pc:sldMk cId="3203961724" sldId="1134"/>
            <ac:picMk id="4" creationId="{E0DB8353-7DB5-F729-8A18-98912B70F41D}"/>
          </ac:picMkLst>
        </pc:picChg>
      </pc:sldChg>
    </pc:docChg>
  </pc:docChgLst>
  <pc:docChgLst>
    <pc:chgData name="Harley Wijeyaratne" userId="d52f8215faed5781" providerId="Windows Live" clId="Web-{66E7D62C-735E-4680-BAEE-E1C35E7EBE5A}"/>
    <pc:docChg chg="addSld delSld modSld">
      <pc:chgData name="Harley Wijeyaratne" userId="d52f8215faed5781" providerId="Windows Live" clId="Web-{66E7D62C-735E-4680-BAEE-E1C35E7EBE5A}" dt="2023-05-21T15:15:06.398" v="3136" actId="1076"/>
      <pc:docMkLst>
        <pc:docMk/>
      </pc:docMkLst>
      <pc:sldChg chg="modSp">
        <pc:chgData name="Harley Wijeyaratne" userId="d52f8215faed5781" providerId="Windows Live" clId="Web-{66E7D62C-735E-4680-BAEE-E1C35E7EBE5A}" dt="2023-05-21T11:24:35.389" v="2" actId="1076"/>
        <pc:sldMkLst>
          <pc:docMk/>
          <pc:sldMk cId="3096864418" sldId="1115"/>
        </pc:sldMkLst>
        <pc:spChg chg="mod">
          <ac:chgData name="Harley Wijeyaratne" userId="d52f8215faed5781" providerId="Windows Live" clId="Web-{66E7D62C-735E-4680-BAEE-E1C35E7EBE5A}" dt="2023-05-21T11:24:35.389" v="2" actId="1076"/>
          <ac:spMkLst>
            <pc:docMk/>
            <pc:sldMk cId="3096864418" sldId="1115"/>
            <ac:spMk id="3" creationId="{33E030FD-063D-EB83-A5A9-5AFD4B2FCF48}"/>
          </ac:spMkLst>
        </pc:spChg>
        <pc:spChg chg="mod">
          <ac:chgData name="Harley Wijeyaratne" userId="d52f8215faed5781" providerId="Windows Live" clId="Web-{66E7D62C-735E-4680-BAEE-E1C35E7EBE5A}" dt="2023-05-21T11:24:28.358" v="0" actId="1076"/>
          <ac:spMkLst>
            <pc:docMk/>
            <pc:sldMk cId="3096864418" sldId="1115"/>
            <ac:spMk id="12" creationId="{9B301F20-CE68-99AA-813C-B0C2A20372C6}"/>
          </ac:spMkLst>
        </pc:spChg>
      </pc:sldChg>
      <pc:sldChg chg="addSp modSp">
        <pc:chgData name="Harley Wijeyaratne" userId="d52f8215faed5781" providerId="Windows Live" clId="Web-{66E7D62C-735E-4680-BAEE-E1C35E7EBE5A}" dt="2023-05-21T13:28:16.548" v="2409" actId="1076"/>
        <pc:sldMkLst>
          <pc:docMk/>
          <pc:sldMk cId="3203961724" sldId="1134"/>
        </pc:sldMkLst>
        <pc:picChg chg="add mod">
          <ac:chgData name="Harley Wijeyaratne" userId="d52f8215faed5781" providerId="Windows Live" clId="Web-{66E7D62C-735E-4680-BAEE-E1C35E7EBE5A}" dt="2023-05-21T13:28:01.625" v="2405" actId="1076"/>
          <ac:picMkLst>
            <pc:docMk/>
            <pc:sldMk cId="3203961724" sldId="1134"/>
            <ac:picMk id="2" creationId="{625E34C6-54E6-EFE0-C67E-6CC4AE1D4F4B}"/>
          </ac:picMkLst>
        </pc:picChg>
        <pc:picChg chg="add mod">
          <ac:chgData name="Harley Wijeyaratne" userId="d52f8215faed5781" providerId="Windows Live" clId="Web-{66E7D62C-735E-4680-BAEE-E1C35E7EBE5A}" dt="2023-05-21T13:28:16.548" v="2409" actId="1076"/>
          <ac:picMkLst>
            <pc:docMk/>
            <pc:sldMk cId="3203961724" sldId="1134"/>
            <ac:picMk id="16" creationId="{ECC6674F-DD93-9483-986C-38CBB8ED1AD5}"/>
          </ac:picMkLst>
        </pc:picChg>
      </pc:sldChg>
      <pc:sldChg chg="modSp">
        <pc:chgData name="Harley Wijeyaratne" userId="d52f8215faed5781" providerId="Windows Live" clId="Web-{66E7D62C-735E-4680-BAEE-E1C35E7EBE5A}" dt="2023-05-21T15:15:06.398" v="3136" actId="1076"/>
        <pc:sldMkLst>
          <pc:docMk/>
          <pc:sldMk cId="4199843140" sldId="1145"/>
        </pc:sldMkLst>
        <pc:spChg chg="mod">
          <ac:chgData name="Harley Wijeyaratne" userId="d52f8215faed5781" providerId="Windows Live" clId="Web-{66E7D62C-735E-4680-BAEE-E1C35E7EBE5A}" dt="2023-05-21T15:14:57.320" v="3134" actId="1076"/>
          <ac:spMkLst>
            <pc:docMk/>
            <pc:sldMk cId="4199843140" sldId="1145"/>
            <ac:spMk id="5" creationId="{AC84F134-41B0-E093-900D-9EC4900E34B5}"/>
          </ac:spMkLst>
        </pc:spChg>
        <pc:spChg chg="mod">
          <ac:chgData name="Harley Wijeyaratne" userId="d52f8215faed5781" providerId="Windows Live" clId="Web-{66E7D62C-735E-4680-BAEE-E1C35E7EBE5A}" dt="2023-05-21T15:15:06.398" v="3136" actId="1076"/>
          <ac:spMkLst>
            <pc:docMk/>
            <pc:sldMk cId="4199843140" sldId="1145"/>
            <ac:spMk id="7" creationId="{42F0B3DC-26D7-C8D7-2095-150058C60ECD}"/>
          </ac:spMkLst>
        </pc:spChg>
        <pc:graphicFrameChg chg="mod modGraphic">
          <ac:chgData name="Harley Wijeyaratne" userId="d52f8215faed5781" providerId="Windows Live" clId="Web-{66E7D62C-735E-4680-BAEE-E1C35E7EBE5A}" dt="2023-05-21T11:24:56.514" v="26"/>
          <ac:graphicFrameMkLst>
            <pc:docMk/>
            <pc:sldMk cId="4199843140" sldId="1145"/>
            <ac:graphicFrameMk id="26" creationId="{006024AA-6A43-D14B-A938-388A9F8ECE85}"/>
          </ac:graphicFrameMkLst>
        </pc:graphicFrameChg>
        <pc:cxnChg chg="mod">
          <ac:chgData name="Harley Wijeyaratne" userId="d52f8215faed5781" providerId="Windows Live" clId="Web-{66E7D62C-735E-4680-BAEE-E1C35E7EBE5A}" dt="2023-05-21T15:15:01.148" v="3135" actId="1076"/>
          <ac:cxnSpMkLst>
            <pc:docMk/>
            <pc:sldMk cId="4199843140" sldId="1145"/>
            <ac:cxnSpMk id="6" creationId="{C5B8DB1B-6396-42E4-9133-229F939AFFFA}"/>
          </ac:cxnSpMkLst>
        </pc:cxnChg>
      </pc:sldChg>
      <pc:sldChg chg="addSp delSp modSp">
        <pc:chgData name="Harley Wijeyaratne" userId="d52f8215faed5781" providerId="Windows Live" clId="Web-{66E7D62C-735E-4680-BAEE-E1C35E7EBE5A}" dt="2023-05-21T15:14:20.257" v="3130"/>
        <pc:sldMkLst>
          <pc:docMk/>
          <pc:sldMk cId="1251791079" sldId="1146"/>
        </pc:sldMkLst>
        <pc:spChg chg="add mod">
          <ac:chgData name="Harley Wijeyaratne" userId="d52f8215faed5781" providerId="Windows Live" clId="Web-{66E7D62C-735E-4680-BAEE-E1C35E7EBE5A}" dt="2023-05-21T12:24:14.540" v="1689" actId="14100"/>
          <ac:spMkLst>
            <pc:docMk/>
            <pc:sldMk cId="1251791079" sldId="1146"/>
            <ac:spMk id="2" creationId="{35174622-9198-3109-6DE7-6009B52E3524}"/>
          </ac:spMkLst>
        </pc:spChg>
        <pc:picChg chg="add del mod">
          <ac:chgData name="Harley Wijeyaratne" userId="d52f8215faed5781" providerId="Windows Live" clId="Web-{66E7D62C-735E-4680-BAEE-E1C35E7EBE5A}" dt="2023-05-21T15:14:20.257" v="3130"/>
          <ac:picMkLst>
            <pc:docMk/>
            <pc:sldMk cId="1251791079" sldId="1146"/>
            <ac:picMk id="3" creationId="{3053BD05-249D-1272-6CA3-68F55F19AB7F}"/>
          </ac:picMkLst>
        </pc:picChg>
      </pc:sldChg>
      <pc:sldChg chg="addSp delSp modSp">
        <pc:chgData name="Harley Wijeyaratne" userId="d52f8215faed5781" providerId="Windows Live" clId="Web-{66E7D62C-735E-4680-BAEE-E1C35E7EBE5A}" dt="2023-05-21T12:45:52.134" v="2400" actId="1076"/>
        <pc:sldMkLst>
          <pc:docMk/>
          <pc:sldMk cId="410719719" sldId="1147"/>
        </pc:sldMkLst>
        <pc:spChg chg="add del mod">
          <ac:chgData name="Harley Wijeyaratne" userId="d52f8215faed5781" providerId="Windows Live" clId="Web-{66E7D62C-735E-4680-BAEE-E1C35E7EBE5A}" dt="2023-05-21T11:58:51.068" v="891"/>
          <ac:spMkLst>
            <pc:docMk/>
            <pc:sldMk cId="410719719" sldId="1147"/>
            <ac:spMk id="4" creationId="{3FF97B55-14A1-8D73-63B2-DC946A33033E}"/>
          </ac:spMkLst>
        </pc:spChg>
        <pc:spChg chg="mod">
          <ac:chgData name="Harley Wijeyaratne" userId="d52f8215faed5781" providerId="Windows Live" clId="Web-{66E7D62C-735E-4680-BAEE-E1C35E7EBE5A}" dt="2023-05-21T11:27:47.051" v="44" actId="20577"/>
          <ac:spMkLst>
            <pc:docMk/>
            <pc:sldMk cId="410719719" sldId="1147"/>
            <ac:spMk id="5" creationId="{AC84F134-41B0-E093-900D-9EC4900E34B5}"/>
          </ac:spMkLst>
        </pc:spChg>
        <pc:spChg chg="mod">
          <ac:chgData name="Harley Wijeyaratne" userId="d52f8215faed5781" providerId="Windows Live" clId="Web-{66E7D62C-735E-4680-BAEE-E1C35E7EBE5A}" dt="2023-05-21T12:37:29.388" v="2144" actId="20577"/>
          <ac:spMkLst>
            <pc:docMk/>
            <pc:sldMk cId="410719719" sldId="1147"/>
            <ac:spMk id="7" creationId="{42F0B3DC-26D7-C8D7-2095-150058C60ECD}"/>
          </ac:spMkLst>
        </pc:spChg>
        <pc:spChg chg="add mod">
          <ac:chgData name="Harley Wijeyaratne" userId="d52f8215faed5781" providerId="Windows Live" clId="Web-{66E7D62C-735E-4680-BAEE-E1C35E7EBE5A}" dt="2023-05-21T12:36:09.089" v="2096" actId="1076"/>
          <ac:spMkLst>
            <pc:docMk/>
            <pc:sldMk cId="410719719" sldId="1147"/>
            <ac:spMk id="13" creationId="{2FF7B49B-876D-B8E5-B76D-2E92C69AEA92}"/>
          </ac:spMkLst>
        </pc:spChg>
        <pc:spChg chg="add mod">
          <ac:chgData name="Harley Wijeyaratne" userId="d52f8215faed5781" providerId="Windows Live" clId="Web-{66E7D62C-735E-4680-BAEE-E1C35E7EBE5A}" dt="2023-05-21T12:07:01.126" v="1272" actId="1076"/>
          <ac:spMkLst>
            <pc:docMk/>
            <pc:sldMk cId="410719719" sldId="1147"/>
            <ac:spMk id="14" creationId="{69962BF0-88CC-EBED-0DC3-5E8A5ECEF285}"/>
          </ac:spMkLst>
        </pc:spChg>
        <pc:spChg chg="add mod">
          <ac:chgData name="Harley Wijeyaratne" userId="d52f8215faed5781" providerId="Windows Live" clId="Web-{66E7D62C-735E-4680-BAEE-E1C35E7EBE5A}" dt="2023-05-21T12:45:47.946" v="2399" actId="1076"/>
          <ac:spMkLst>
            <pc:docMk/>
            <pc:sldMk cId="410719719" sldId="1147"/>
            <ac:spMk id="16" creationId="{BC5B5304-3519-9AF0-AE03-B308F156E070}"/>
          </ac:spMkLst>
        </pc:spChg>
        <pc:spChg chg="add del mod">
          <ac:chgData name="Harley Wijeyaratne" userId="d52f8215faed5781" providerId="Windows Live" clId="Web-{66E7D62C-735E-4680-BAEE-E1C35E7EBE5A}" dt="2023-05-21T12:38:33.420" v="2221"/>
          <ac:spMkLst>
            <pc:docMk/>
            <pc:sldMk cId="410719719" sldId="1147"/>
            <ac:spMk id="17" creationId="{8B6AC765-4A9B-8778-E3AE-19DD24F92758}"/>
          </ac:spMkLst>
        </pc:spChg>
        <pc:spChg chg="add mod">
          <ac:chgData name="Harley Wijeyaratne" userId="d52f8215faed5781" providerId="Windows Live" clId="Web-{66E7D62C-735E-4680-BAEE-E1C35E7EBE5A}" dt="2023-05-21T12:39:33.906" v="2272" actId="20577"/>
          <ac:spMkLst>
            <pc:docMk/>
            <pc:sldMk cId="410719719" sldId="1147"/>
            <ac:spMk id="18" creationId="{EF76A888-D5EE-80CD-3B8E-C090ED2D4601}"/>
          </ac:spMkLst>
        </pc:spChg>
        <pc:spChg chg="add mod">
          <ac:chgData name="Harley Wijeyaratne" userId="d52f8215faed5781" providerId="Windows Live" clId="Web-{66E7D62C-735E-4680-BAEE-E1C35E7EBE5A}" dt="2023-05-21T12:45:52.134" v="2400" actId="1076"/>
          <ac:spMkLst>
            <pc:docMk/>
            <pc:sldMk cId="410719719" sldId="1147"/>
            <ac:spMk id="19" creationId="{1BC1CC3C-D4E7-F331-286B-00BD41D78401}"/>
          </ac:spMkLst>
        </pc:spChg>
        <pc:spChg chg="add mod">
          <ac:chgData name="Harley Wijeyaratne" userId="d52f8215faed5781" providerId="Windows Live" clId="Web-{66E7D62C-735E-4680-BAEE-E1C35E7EBE5A}" dt="2023-05-21T12:45:38.415" v="2397" actId="20577"/>
          <ac:spMkLst>
            <pc:docMk/>
            <pc:sldMk cId="410719719" sldId="1147"/>
            <ac:spMk id="20" creationId="{4E5791CF-A2C6-0F49-0820-FF8F13F18476}"/>
          </ac:spMkLst>
        </pc:spChg>
        <pc:graphicFrameChg chg="add mod modGraphic">
          <ac:chgData name="Harley Wijeyaratne" userId="d52f8215faed5781" providerId="Windows Live" clId="Web-{66E7D62C-735E-4680-BAEE-E1C35E7EBE5A}" dt="2023-05-21T12:28:28.656" v="1690" actId="1076"/>
          <ac:graphicFrameMkLst>
            <pc:docMk/>
            <pc:sldMk cId="410719719" sldId="1147"/>
            <ac:graphicFrameMk id="3" creationId="{97B84AF4-25DF-51EB-7B7F-B195741AF574}"/>
          </ac:graphicFrameMkLst>
        </pc:graphicFrameChg>
      </pc:sldChg>
      <pc:sldChg chg="modSp modCm">
        <pc:chgData name="Harley Wijeyaratne" userId="d52f8215faed5781" providerId="Windows Live" clId="Web-{66E7D62C-735E-4680-BAEE-E1C35E7EBE5A}" dt="2023-05-21T15:13:58.178" v="3129"/>
        <pc:sldMkLst>
          <pc:docMk/>
          <pc:sldMk cId="2854013643" sldId="1152"/>
        </pc:sldMkLst>
        <pc:graphicFrameChg chg="mod modGraphic">
          <ac:chgData name="Harley Wijeyaratne" userId="d52f8215faed5781" providerId="Windows Live" clId="Web-{66E7D62C-735E-4680-BAEE-E1C35E7EBE5A}" dt="2023-05-21T15:13:58.178" v="3129"/>
          <ac:graphicFrameMkLst>
            <pc:docMk/>
            <pc:sldMk cId="2854013643" sldId="1152"/>
            <ac:graphicFrameMk id="26" creationId="{006024AA-6A43-D14B-A938-388A9F8ECE85}"/>
          </ac:graphicFrameMkLst>
        </pc:graphicFrameChg>
        <pc:extLst>
          <p:ext xmlns:p="http://schemas.openxmlformats.org/presentationml/2006/main" uri="{D6D511B9-2390-475A-947B-AFAB55BFBCF1}">
            <pc226:cmChg xmlns:pc226="http://schemas.microsoft.com/office/powerpoint/2022/06/main/command" chg="mod">
              <pc226:chgData name="Harley Wijeyaratne" userId="d52f8215faed5781" providerId="Windows Live" clId="Web-{66E7D62C-735E-4680-BAEE-E1C35E7EBE5A}" dt="2023-05-21T15:13:58.178" v="3128"/>
              <pc2:cmMkLst xmlns:pc2="http://schemas.microsoft.com/office/powerpoint/2019/9/main/command">
                <pc:docMk/>
                <pc:sldMk cId="2854013643" sldId="1152"/>
                <pc2:cmMk id="{4BD58A46-223A-46C2-AEEB-8E0DC8881386}"/>
              </pc2:cmMkLst>
            </pc226:cmChg>
          </p:ext>
        </pc:extLst>
      </pc:sldChg>
      <pc:sldChg chg="modSp">
        <pc:chgData name="Harley Wijeyaratne" userId="d52f8215faed5781" providerId="Windows Live" clId="Web-{66E7D62C-735E-4680-BAEE-E1C35E7EBE5A}" dt="2023-05-21T12:19:46.112" v="1646"/>
        <pc:sldMkLst>
          <pc:docMk/>
          <pc:sldMk cId="2794812888" sldId="1158"/>
        </pc:sldMkLst>
        <pc:graphicFrameChg chg="mod modGraphic">
          <ac:chgData name="Harley Wijeyaratne" userId="d52f8215faed5781" providerId="Windows Live" clId="Web-{66E7D62C-735E-4680-BAEE-E1C35E7EBE5A}" dt="2023-05-21T12:19:46.112" v="1646"/>
          <ac:graphicFrameMkLst>
            <pc:docMk/>
            <pc:sldMk cId="2794812888" sldId="1158"/>
            <ac:graphicFrameMk id="3" creationId="{08CB90D6-8C24-9AEE-7A7B-24D65C6947DC}"/>
          </ac:graphicFrameMkLst>
        </pc:graphicFrameChg>
      </pc:sldChg>
      <pc:sldChg chg="addSp delSp modSp">
        <pc:chgData name="Harley Wijeyaratne" userId="d52f8215faed5781" providerId="Windows Live" clId="Web-{66E7D62C-735E-4680-BAEE-E1C35E7EBE5A}" dt="2023-05-21T14:59:21.948" v="2978"/>
        <pc:sldMkLst>
          <pc:docMk/>
          <pc:sldMk cId="934712502" sldId="1168"/>
        </pc:sldMkLst>
        <pc:spChg chg="add mod">
          <ac:chgData name="Harley Wijeyaratne" userId="d52f8215faed5781" providerId="Windows Live" clId="Web-{66E7D62C-735E-4680-BAEE-E1C35E7EBE5A}" dt="2023-05-21T14:39:23.807" v="2521"/>
          <ac:spMkLst>
            <pc:docMk/>
            <pc:sldMk cId="934712502" sldId="1168"/>
            <ac:spMk id="2" creationId="{7422BFD6-9A0E-232C-E9E1-E80106E734FE}"/>
          </ac:spMkLst>
        </pc:spChg>
        <pc:spChg chg="add mod">
          <ac:chgData name="Harley Wijeyaratne" userId="d52f8215faed5781" providerId="Windows Live" clId="Web-{66E7D62C-735E-4680-BAEE-E1C35E7EBE5A}" dt="2023-05-21T14:58:44.945" v="2968" actId="1076"/>
          <ac:spMkLst>
            <pc:docMk/>
            <pc:sldMk cId="934712502" sldId="1168"/>
            <ac:spMk id="4" creationId="{76F60E27-0BFF-C116-87AF-1E7EF490A1E5}"/>
          </ac:spMkLst>
        </pc:spChg>
        <pc:spChg chg="mod">
          <ac:chgData name="Harley Wijeyaratne" userId="d52f8215faed5781" providerId="Windows Live" clId="Web-{66E7D62C-735E-4680-BAEE-E1C35E7EBE5A}" dt="2023-05-21T14:38:39.993" v="2516" actId="20577"/>
          <ac:spMkLst>
            <pc:docMk/>
            <pc:sldMk cId="934712502" sldId="1168"/>
            <ac:spMk id="5" creationId="{AC84F134-41B0-E093-900D-9EC4900E34B5}"/>
          </ac:spMkLst>
        </pc:spChg>
        <pc:spChg chg="mod">
          <ac:chgData name="Harley Wijeyaratne" userId="d52f8215faed5781" providerId="Windows Live" clId="Web-{66E7D62C-735E-4680-BAEE-E1C35E7EBE5A}" dt="2023-05-21T14:52:06.326" v="2767" actId="20577"/>
          <ac:spMkLst>
            <pc:docMk/>
            <pc:sldMk cId="934712502" sldId="1168"/>
            <ac:spMk id="7" creationId="{42F0B3DC-26D7-C8D7-2095-150058C60ECD}"/>
          </ac:spMkLst>
        </pc:spChg>
        <pc:spChg chg="add del mod">
          <ac:chgData name="Harley Wijeyaratne" userId="d52f8215faed5781" providerId="Windows Live" clId="Web-{66E7D62C-735E-4680-BAEE-E1C35E7EBE5A}" dt="2023-05-21T14:40:35.496" v="2555"/>
          <ac:spMkLst>
            <pc:docMk/>
            <pc:sldMk cId="934712502" sldId="1168"/>
            <ac:spMk id="8" creationId="{7EFF75C2-94C1-DAE6-95F7-B5DB7E500F89}"/>
          </ac:spMkLst>
        </pc:spChg>
        <pc:spChg chg="add del mod">
          <ac:chgData name="Harley Wijeyaratne" userId="d52f8215faed5781" providerId="Windows Live" clId="Web-{66E7D62C-735E-4680-BAEE-E1C35E7EBE5A}" dt="2023-05-21T14:42:00.888" v="2572"/>
          <ac:spMkLst>
            <pc:docMk/>
            <pc:sldMk cId="934712502" sldId="1168"/>
            <ac:spMk id="13" creationId="{B2A8D922-0233-87D6-A6D7-FEF5A164591D}"/>
          </ac:spMkLst>
        </pc:spChg>
        <pc:spChg chg="add mod">
          <ac:chgData name="Harley Wijeyaratne" userId="d52f8215faed5781" providerId="Windows Live" clId="Web-{66E7D62C-735E-4680-BAEE-E1C35E7EBE5A}" dt="2023-05-21T14:42:59.968" v="2583"/>
          <ac:spMkLst>
            <pc:docMk/>
            <pc:sldMk cId="934712502" sldId="1168"/>
            <ac:spMk id="14" creationId="{9CD0EFF3-C0FC-3A10-BDAE-268522443483}"/>
          </ac:spMkLst>
        </pc:spChg>
        <pc:spChg chg="add mod">
          <ac:chgData name="Harley Wijeyaratne" userId="d52f8215faed5781" providerId="Windows Live" clId="Web-{66E7D62C-735E-4680-BAEE-E1C35E7EBE5A}" dt="2023-05-21T14:43:28.109" v="2590" actId="1076"/>
          <ac:spMkLst>
            <pc:docMk/>
            <pc:sldMk cId="934712502" sldId="1168"/>
            <ac:spMk id="15" creationId="{15D7FFBF-F0F7-96F3-A7AE-2CB87EB01298}"/>
          </ac:spMkLst>
        </pc:spChg>
        <pc:spChg chg="add mod">
          <ac:chgData name="Harley Wijeyaratne" userId="d52f8215faed5781" providerId="Windows Live" clId="Web-{66E7D62C-735E-4680-BAEE-E1C35E7EBE5A}" dt="2023-05-21T14:43:34.187" v="2591" actId="1076"/>
          <ac:spMkLst>
            <pc:docMk/>
            <pc:sldMk cId="934712502" sldId="1168"/>
            <ac:spMk id="16" creationId="{CCE058D0-0798-0D0C-20EA-4E04F38829A8}"/>
          </ac:spMkLst>
        </pc:spChg>
        <pc:spChg chg="add del mod">
          <ac:chgData name="Harley Wijeyaratne" userId="d52f8215faed5781" providerId="Windows Live" clId="Web-{66E7D62C-735E-4680-BAEE-E1C35E7EBE5A}" dt="2023-05-21T14:43:51.969" v="2600"/>
          <ac:spMkLst>
            <pc:docMk/>
            <pc:sldMk cId="934712502" sldId="1168"/>
            <ac:spMk id="17" creationId="{A3B805A6-62A8-6EC8-298E-0D8797A7067F}"/>
          </ac:spMkLst>
        </pc:spChg>
        <pc:spChg chg="add del mod">
          <ac:chgData name="Harley Wijeyaratne" userId="d52f8215faed5781" providerId="Windows Live" clId="Web-{66E7D62C-735E-4680-BAEE-E1C35E7EBE5A}" dt="2023-05-21T14:43:51.969" v="2599"/>
          <ac:spMkLst>
            <pc:docMk/>
            <pc:sldMk cId="934712502" sldId="1168"/>
            <ac:spMk id="18" creationId="{D54299DF-B6A2-692F-413C-E679D497081D}"/>
          </ac:spMkLst>
        </pc:spChg>
        <pc:spChg chg="add del mod">
          <ac:chgData name="Harley Wijeyaratne" userId="d52f8215faed5781" providerId="Windows Live" clId="Web-{66E7D62C-735E-4680-BAEE-E1C35E7EBE5A}" dt="2023-05-21T14:43:51.969" v="2598"/>
          <ac:spMkLst>
            <pc:docMk/>
            <pc:sldMk cId="934712502" sldId="1168"/>
            <ac:spMk id="19" creationId="{77DE8C6A-81FE-AAD3-6A50-F7902791CCC0}"/>
          </ac:spMkLst>
        </pc:spChg>
        <pc:spChg chg="add mod">
          <ac:chgData name="Harley Wijeyaratne" userId="d52f8215faed5781" providerId="Windows Live" clId="Web-{66E7D62C-735E-4680-BAEE-E1C35E7EBE5A}" dt="2023-05-21T14:46:53.973" v="2647" actId="1076"/>
          <ac:spMkLst>
            <pc:docMk/>
            <pc:sldMk cId="934712502" sldId="1168"/>
            <ac:spMk id="20" creationId="{841647DA-CAFC-E4BC-73AE-D5D6B6D7A69B}"/>
          </ac:spMkLst>
        </pc:spChg>
        <pc:spChg chg="add mod">
          <ac:chgData name="Harley Wijeyaratne" userId="d52f8215faed5781" providerId="Windows Live" clId="Web-{66E7D62C-735E-4680-BAEE-E1C35E7EBE5A}" dt="2023-05-21T14:47:11.833" v="2648" actId="1076"/>
          <ac:spMkLst>
            <pc:docMk/>
            <pc:sldMk cId="934712502" sldId="1168"/>
            <ac:spMk id="21" creationId="{832E2B74-CCE8-F51E-1A68-FEEAE0D43883}"/>
          </ac:spMkLst>
        </pc:spChg>
        <pc:spChg chg="add del">
          <ac:chgData name="Harley Wijeyaratne" userId="d52f8215faed5781" providerId="Windows Live" clId="Web-{66E7D62C-735E-4680-BAEE-E1C35E7EBE5A}" dt="2023-05-21T14:44:26.345" v="2608"/>
          <ac:spMkLst>
            <pc:docMk/>
            <pc:sldMk cId="934712502" sldId="1168"/>
            <ac:spMk id="22" creationId="{757790F7-D011-27CB-A4A2-664142204DCC}"/>
          </ac:spMkLst>
        </pc:spChg>
        <pc:spChg chg="add mod">
          <ac:chgData name="Harley Wijeyaratne" userId="d52f8215faed5781" providerId="Windows Live" clId="Web-{66E7D62C-735E-4680-BAEE-E1C35E7EBE5A}" dt="2023-05-21T14:58:57.338" v="2973" actId="1076"/>
          <ac:spMkLst>
            <pc:docMk/>
            <pc:sldMk cId="934712502" sldId="1168"/>
            <ac:spMk id="23" creationId="{B1B839FC-D28C-86A2-0892-2AAAD22951C0}"/>
          </ac:spMkLst>
        </pc:spChg>
        <pc:spChg chg="add mod">
          <ac:chgData name="Harley Wijeyaratne" userId="d52f8215faed5781" providerId="Windows Live" clId="Web-{66E7D62C-735E-4680-BAEE-E1C35E7EBE5A}" dt="2023-05-21T14:59:06.776" v="2976" actId="1076"/>
          <ac:spMkLst>
            <pc:docMk/>
            <pc:sldMk cId="934712502" sldId="1168"/>
            <ac:spMk id="24" creationId="{B94C1EE6-E798-4AB2-4E22-B3C642927ED9}"/>
          </ac:spMkLst>
        </pc:spChg>
        <pc:spChg chg="add mod">
          <ac:chgData name="Harley Wijeyaratne" userId="d52f8215faed5781" providerId="Windows Live" clId="Web-{66E7D62C-735E-4680-BAEE-E1C35E7EBE5A}" dt="2023-05-21T14:58:32.101" v="2965"/>
          <ac:spMkLst>
            <pc:docMk/>
            <pc:sldMk cId="934712502" sldId="1168"/>
            <ac:spMk id="25" creationId="{DE903FE0-7BB5-7B03-9180-B6E48574D1D8}"/>
          </ac:spMkLst>
        </pc:spChg>
        <pc:spChg chg="add mod">
          <ac:chgData name="Harley Wijeyaratne" userId="d52f8215faed5781" providerId="Windows Live" clId="Web-{66E7D62C-735E-4680-BAEE-E1C35E7EBE5A}" dt="2023-05-21T14:59:18.026" v="2977"/>
          <ac:spMkLst>
            <pc:docMk/>
            <pc:sldMk cId="934712502" sldId="1168"/>
            <ac:spMk id="26" creationId="{66DE277B-F658-C092-8AAC-D7D32B5DBB5E}"/>
          </ac:spMkLst>
        </pc:spChg>
        <pc:spChg chg="add mod">
          <ac:chgData name="Harley Wijeyaratne" userId="d52f8215faed5781" providerId="Windows Live" clId="Web-{66E7D62C-735E-4680-BAEE-E1C35E7EBE5A}" dt="2023-05-21T14:59:21.948" v="2978"/>
          <ac:spMkLst>
            <pc:docMk/>
            <pc:sldMk cId="934712502" sldId="1168"/>
            <ac:spMk id="27" creationId="{C8420534-AAF3-E43D-671C-D7D79894D03D}"/>
          </ac:spMkLst>
        </pc:spChg>
        <pc:spChg chg="add mod">
          <ac:chgData name="Harley Wijeyaratne" userId="d52f8215faed5781" providerId="Windows Live" clId="Web-{66E7D62C-735E-4680-BAEE-E1C35E7EBE5A}" dt="2023-05-21T14:58:28.523" v="2964" actId="1076"/>
          <ac:spMkLst>
            <pc:docMk/>
            <pc:sldMk cId="934712502" sldId="1168"/>
            <ac:spMk id="28" creationId="{DE8C9D22-3CA9-A025-1CE2-AC2E2303835F}"/>
          </ac:spMkLst>
        </pc:spChg>
        <pc:spChg chg="add del mod">
          <ac:chgData name="Harley Wijeyaratne" userId="d52f8215faed5781" providerId="Windows Live" clId="Web-{66E7D62C-735E-4680-BAEE-E1C35E7EBE5A}" dt="2023-05-21T14:57:52.741" v="2954"/>
          <ac:spMkLst>
            <pc:docMk/>
            <pc:sldMk cId="934712502" sldId="1168"/>
            <ac:spMk id="29" creationId="{F7B66F7D-F00F-40DB-0B6C-D206EABCEBE7}"/>
          </ac:spMkLst>
        </pc:spChg>
        <pc:cxnChg chg="add del mod">
          <ac:chgData name="Harley Wijeyaratne" userId="d52f8215faed5781" providerId="Windows Live" clId="Web-{66E7D62C-735E-4680-BAEE-E1C35E7EBE5A}" dt="2023-05-21T14:39:50.417" v="2527" actId="1076"/>
          <ac:cxnSpMkLst>
            <pc:docMk/>
            <pc:sldMk cId="934712502" sldId="1168"/>
            <ac:cxnSpMk id="6" creationId="{C5B8DB1B-6396-42E4-9133-229F939AFFFA}"/>
          </ac:cxnSpMkLst>
        </pc:cxnChg>
      </pc:sldChg>
      <pc:sldChg chg="addSp delSp modSp">
        <pc:chgData name="Harley Wijeyaratne" userId="d52f8215faed5781" providerId="Windows Live" clId="Web-{66E7D62C-735E-4680-BAEE-E1C35E7EBE5A}" dt="2023-05-21T15:13:42.287" v="3121" actId="1076"/>
        <pc:sldMkLst>
          <pc:docMk/>
          <pc:sldMk cId="3973152249" sldId="1170"/>
        </pc:sldMkLst>
        <pc:spChg chg="mod">
          <ac:chgData name="Harley Wijeyaratne" userId="d52f8215faed5781" providerId="Windows Live" clId="Web-{66E7D62C-735E-4680-BAEE-E1C35E7EBE5A}" dt="2023-05-21T15:02:03.467" v="3025" actId="20577"/>
          <ac:spMkLst>
            <pc:docMk/>
            <pc:sldMk cId="3973152249" sldId="1170"/>
            <ac:spMk id="7" creationId="{42F0B3DC-26D7-C8D7-2095-150058C60ECD}"/>
          </ac:spMkLst>
        </pc:spChg>
        <pc:spChg chg="mod">
          <ac:chgData name="Harley Wijeyaratne" userId="d52f8215faed5781" providerId="Windows Live" clId="Web-{66E7D62C-735E-4680-BAEE-E1C35E7EBE5A}" dt="2023-05-21T15:02:27.218" v="3033" actId="1076"/>
          <ac:spMkLst>
            <pc:docMk/>
            <pc:sldMk cId="3973152249" sldId="1170"/>
            <ac:spMk id="27" creationId="{F46F7630-7D3E-31F6-E561-9021C05381C7}"/>
          </ac:spMkLst>
        </pc:spChg>
        <pc:spChg chg="mod">
          <ac:chgData name="Harley Wijeyaratne" userId="d52f8215faed5781" providerId="Windows Live" clId="Web-{66E7D62C-735E-4680-BAEE-E1C35E7EBE5A}" dt="2023-05-21T15:02:27.093" v="3028" actId="1076"/>
          <ac:spMkLst>
            <pc:docMk/>
            <pc:sldMk cId="3973152249" sldId="1170"/>
            <ac:spMk id="28" creationId="{4CB77F97-30D2-C040-C887-97B74BFE62A5}"/>
          </ac:spMkLst>
        </pc:spChg>
        <pc:spChg chg="mod">
          <ac:chgData name="Harley Wijeyaratne" userId="d52f8215faed5781" providerId="Windows Live" clId="Web-{66E7D62C-735E-4680-BAEE-E1C35E7EBE5A}" dt="2023-05-21T15:02:27.249" v="3034" actId="1076"/>
          <ac:spMkLst>
            <pc:docMk/>
            <pc:sldMk cId="3973152249" sldId="1170"/>
            <ac:spMk id="33" creationId="{4CB6B5AC-E309-582E-09EB-C777203BECEE}"/>
          </ac:spMkLst>
        </pc:spChg>
        <pc:spChg chg="del mod">
          <ac:chgData name="Harley Wijeyaratne" userId="d52f8215faed5781" providerId="Windows Live" clId="Web-{66E7D62C-735E-4680-BAEE-E1C35E7EBE5A}" dt="2023-05-21T15:03:35.251" v="3055"/>
          <ac:spMkLst>
            <pc:docMk/>
            <pc:sldMk cId="3973152249" sldId="1170"/>
            <ac:spMk id="34" creationId="{72A6116E-0041-E255-649E-20E6CC6B4F44}"/>
          </ac:spMkLst>
        </pc:spChg>
        <pc:spChg chg="del mod">
          <ac:chgData name="Harley Wijeyaratne" userId="d52f8215faed5781" providerId="Windows Live" clId="Web-{66E7D62C-735E-4680-BAEE-E1C35E7EBE5A}" dt="2023-05-21T15:13:05.579" v="3110"/>
          <ac:spMkLst>
            <pc:docMk/>
            <pc:sldMk cId="3973152249" sldId="1170"/>
            <ac:spMk id="35" creationId="{4764329D-7040-33A5-E62E-45F42C3AFE25}"/>
          </ac:spMkLst>
        </pc:spChg>
        <pc:spChg chg="mod">
          <ac:chgData name="Harley Wijeyaratne" userId="d52f8215faed5781" providerId="Windows Live" clId="Web-{66E7D62C-735E-4680-BAEE-E1C35E7EBE5A}" dt="2023-05-21T15:02:27.327" v="3037" actId="1076"/>
          <ac:spMkLst>
            <pc:docMk/>
            <pc:sldMk cId="3973152249" sldId="1170"/>
            <ac:spMk id="36" creationId="{6332EAD8-9471-E680-AAC4-7266B62E691D}"/>
          </ac:spMkLst>
        </pc:spChg>
        <pc:spChg chg="add del mod">
          <ac:chgData name="Harley Wijeyaratne" userId="d52f8215faed5781" providerId="Windows Live" clId="Web-{66E7D62C-735E-4680-BAEE-E1C35E7EBE5A}" dt="2023-05-21T15:03:33.610" v="3054"/>
          <ac:spMkLst>
            <pc:docMk/>
            <pc:sldMk cId="3973152249" sldId="1170"/>
            <ac:spMk id="37" creationId="{2B6BCF6D-9107-9ABE-B0D8-926BE9F793D2}"/>
          </ac:spMkLst>
        </pc:spChg>
        <pc:spChg chg="del mod">
          <ac:chgData name="Harley Wijeyaratne" userId="d52f8215faed5781" providerId="Windows Live" clId="Web-{66E7D62C-735E-4680-BAEE-E1C35E7EBE5A}" dt="2023-05-21T15:13:03.407" v="3109"/>
          <ac:spMkLst>
            <pc:docMk/>
            <pc:sldMk cId="3973152249" sldId="1170"/>
            <ac:spMk id="38" creationId="{E3BB773B-CA64-FB31-9BA2-B7F69B68E0DD}"/>
          </ac:spMkLst>
        </pc:spChg>
        <pc:spChg chg="mod">
          <ac:chgData name="Harley Wijeyaratne" userId="d52f8215faed5781" providerId="Windows Live" clId="Web-{66E7D62C-735E-4680-BAEE-E1C35E7EBE5A}" dt="2023-05-21T15:13:42.287" v="3121" actId="1076"/>
          <ac:spMkLst>
            <pc:docMk/>
            <pc:sldMk cId="3973152249" sldId="1170"/>
            <ac:spMk id="39" creationId="{DE9F7752-13DA-584C-B7B6-CBF7D1180680}"/>
          </ac:spMkLst>
        </pc:spChg>
        <pc:spChg chg="mod">
          <ac:chgData name="Harley Wijeyaratne" userId="d52f8215faed5781" providerId="Windows Live" clId="Web-{66E7D62C-735E-4680-BAEE-E1C35E7EBE5A}" dt="2023-05-21T15:13:40.193" v="3120" actId="1076"/>
          <ac:spMkLst>
            <pc:docMk/>
            <pc:sldMk cId="3973152249" sldId="1170"/>
            <ac:spMk id="40" creationId="{2B610DB0-481B-EE4A-20F4-9BC9958BD6A5}"/>
          </ac:spMkLst>
        </pc:spChg>
        <pc:spChg chg="mod">
          <ac:chgData name="Harley Wijeyaratne" userId="d52f8215faed5781" providerId="Windows Live" clId="Web-{66E7D62C-735E-4680-BAEE-E1C35E7EBE5A}" dt="2023-05-21T15:13:34.286" v="3118" actId="1076"/>
          <ac:spMkLst>
            <pc:docMk/>
            <pc:sldMk cId="3973152249" sldId="1170"/>
            <ac:spMk id="41" creationId="{4E4CF6BA-095F-D53C-B1A7-9FD01BAD7C19}"/>
          </ac:spMkLst>
        </pc:spChg>
        <pc:spChg chg="mod">
          <ac:chgData name="Harley Wijeyaratne" userId="d52f8215faed5781" providerId="Windows Live" clId="Web-{66E7D62C-735E-4680-BAEE-E1C35E7EBE5A}" dt="2023-05-21T15:13:31.646" v="3117" actId="1076"/>
          <ac:spMkLst>
            <pc:docMk/>
            <pc:sldMk cId="3973152249" sldId="1170"/>
            <ac:spMk id="42" creationId="{E3F7ACBC-73AA-BCFB-7066-9EC99BAA2826}"/>
          </ac:spMkLst>
        </pc:spChg>
        <pc:graphicFrameChg chg="mod modGraphic">
          <ac:chgData name="Harley Wijeyaratne" userId="d52f8215faed5781" providerId="Windows Live" clId="Web-{66E7D62C-735E-4680-BAEE-E1C35E7EBE5A}" dt="2023-05-21T15:04:19.017" v="3108"/>
          <ac:graphicFrameMkLst>
            <pc:docMk/>
            <pc:sldMk cId="3973152249" sldId="1170"/>
            <ac:graphicFrameMk id="3" creationId="{435176B8-4A49-1DC3-AC4F-980224F58F3E}"/>
          </ac:graphicFrameMkLst>
        </pc:graphicFrameChg>
        <pc:picChg chg="mod">
          <ac:chgData name="Harley Wijeyaratne" userId="d52f8215faed5781" providerId="Windows Live" clId="Web-{66E7D62C-735E-4680-BAEE-E1C35E7EBE5A}" dt="2023-05-21T15:02:27.124" v="3029" actId="1076"/>
          <ac:picMkLst>
            <pc:docMk/>
            <pc:sldMk cId="3973152249" sldId="1170"/>
            <ac:picMk id="16" creationId="{6316D79A-64A5-BCEA-67BE-F138632C071C}"/>
          </ac:picMkLst>
        </pc:picChg>
        <pc:picChg chg="mod">
          <ac:chgData name="Harley Wijeyaratne" userId="d52f8215faed5781" providerId="Windows Live" clId="Web-{66E7D62C-735E-4680-BAEE-E1C35E7EBE5A}" dt="2023-05-21T15:02:27.140" v="3030" actId="1076"/>
          <ac:picMkLst>
            <pc:docMk/>
            <pc:sldMk cId="3973152249" sldId="1170"/>
            <ac:picMk id="20" creationId="{A043D19B-0733-306E-49F1-DD13DA1434AF}"/>
          </ac:picMkLst>
        </pc:picChg>
        <pc:picChg chg="del mod">
          <ac:chgData name="Harley Wijeyaratne" userId="d52f8215faed5781" providerId="Windows Live" clId="Web-{66E7D62C-735E-4680-BAEE-E1C35E7EBE5A}" dt="2023-05-21T15:03:22.454" v="3048"/>
          <ac:picMkLst>
            <pc:docMk/>
            <pc:sldMk cId="3973152249" sldId="1170"/>
            <ac:picMk id="22" creationId="{79E1BED2-7EFD-794E-C42A-79E2826DA0AE}"/>
          </ac:picMkLst>
        </pc:picChg>
        <pc:picChg chg="mod">
          <ac:chgData name="Harley Wijeyaratne" userId="d52f8215faed5781" providerId="Windows Live" clId="Web-{66E7D62C-735E-4680-BAEE-E1C35E7EBE5A}" dt="2023-05-21T15:04:04.658" v="3060" actId="1076"/>
          <ac:picMkLst>
            <pc:docMk/>
            <pc:sldMk cId="3973152249" sldId="1170"/>
            <ac:picMk id="25" creationId="{825A9677-E94D-2610-7ABE-8F8CE0029BCE}"/>
          </ac:picMkLst>
        </pc:picChg>
        <pc:cxnChg chg="mod">
          <ac:chgData name="Harley Wijeyaratne" userId="d52f8215faed5781" providerId="Windows Live" clId="Web-{66E7D62C-735E-4680-BAEE-E1C35E7EBE5A}" dt="2023-05-21T15:01:22.842" v="2992" actId="1076"/>
          <ac:cxnSpMkLst>
            <pc:docMk/>
            <pc:sldMk cId="3973152249" sldId="1170"/>
            <ac:cxnSpMk id="6" creationId="{C5B8DB1B-6396-42E4-9133-229F939AFFFA}"/>
          </ac:cxnSpMkLst>
        </pc:cxnChg>
      </pc:sldChg>
      <pc:sldChg chg="new">
        <pc:chgData name="Harley Wijeyaratne" userId="d52f8215faed5781" providerId="Windows Live" clId="Web-{66E7D62C-735E-4680-BAEE-E1C35E7EBE5A}" dt="2023-05-21T13:31:09.457" v="2410"/>
        <pc:sldMkLst>
          <pc:docMk/>
          <pc:sldMk cId="1875153953" sldId="1172"/>
        </pc:sldMkLst>
      </pc:sldChg>
      <pc:sldChg chg="addSp delSp modSp add replId">
        <pc:chgData name="Harley Wijeyaratne" userId="d52f8215faed5781" providerId="Windows Live" clId="Web-{66E7D62C-735E-4680-BAEE-E1C35E7EBE5A}" dt="2023-05-21T15:14:48.726" v="3133" actId="1076"/>
        <pc:sldMkLst>
          <pc:docMk/>
          <pc:sldMk cId="2684757179" sldId="1173"/>
        </pc:sldMkLst>
        <pc:spChg chg="del">
          <ac:chgData name="Harley Wijeyaratne" userId="d52f8215faed5781" providerId="Windows Live" clId="Web-{66E7D62C-735E-4680-BAEE-E1C35E7EBE5A}" dt="2023-05-21T14:20:16.605" v="2421"/>
          <ac:spMkLst>
            <pc:docMk/>
            <pc:sldMk cId="2684757179" sldId="1173"/>
            <ac:spMk id="3" creationId="{E3D1C892-8150-5183-29B3-8B6C69FC99AD}"/>
          </ac:spMkLst>
        </pc:spChg>
        <pc:spChg chg="mod">
          <ac:chgData name="Harley Wijeyaratne" userId="d52f8215faed5781" providerId="Windows Live" clId="Web-{66E7D62C-735E-4680-BAEE-E1C35E7EBE5A}" dt="2023-05-21T15:14:43.445" v="3132" actId="1076"/>
          <ac:spMkLst>
            <pc:docMk/>
            <pc:sldMk cId="2684757179" sldId="1173"/>
            <ac:spMk id="5" creationId="{AC84F134-41B0-E093-900D-9EC4900E34B5}"/>
          </ac:spMkLst>
        </pc:spChg>
        <pc:spChg chg="mod">
          <ac:chgData name="Harley Wijeyaratne" userId="d52f8215faed5781" providerId="Windows Live" clId="Web-{66E7D62C-735E-4680-BAEE-E1C35E7EBE5A}" dt="2023-05-21T14:30:49.557" v="2485" actId="1076"/>
          <ac:spMkLst>
            <pc:docMk/>
            <pc:sldMk cId="2684757179" sldId="1173"/>
            <ac:spMk id="7" creationId="{42F0B3DC-26D7-C8D7-2095-150058C60ECD}"/>
          </ac:spMkLst>
        </pc:spChg>
        <pc:spChg chg="mod">
          <ac:chgData name="Harley Wijeyaratne" userId="d52f8215faed5781" providerId="Windows Live" clId="Web-{66E7D62C-735E-4680-BAEE-E1C35E7EBE5A}" dt="2023-05-21T14:30:53.979" v="2486" actId="1076"/>
          <ac:spMkLst>
            <pc:docMk/>
            <pc:sldMk cId="2684757179" sldId="1173"/>
            <ac:spMk id="8" creationId="{980F5F14-3970-9AA3-E405-DC82E9CC153A}"/>
          </ac:spMkLst>
        </pc:spChg>
        <pc:spChg chg="del">
          <ac:chgData name="Harley Wijeyaratne" userId="d52f8215faed5781" providerId="Windows Live" clId="Web-{66E7D62C-735E-4680-BAEE-E1C35E7EBE5A}" dt="2023-05-21T14:20:16.605" v="2420"/>
          <ac:spMkLst>
            <pc:docMk/>
            <pc:sldMk cId="2684757179" sldId="1173"/>
            <ac:spMk id="13" creationId="{58D7AFD5-2D7D-3528-8174-0F2F6FA4E623}"/>
          </ac:spMkLst>
        </pc:spChg>
        <pc:spChg chg="del">
          <ac:chgData name="Harley Wijeyaratne" userId="d52f8215faed5781" providerId="Windows Live" clId="Web-{66E7D62C-735E-4680-BAEE-E1C35E7EBE5A}" dt="2023-05-21T14:20:16.605" v="2419"/>
          <ac:spMkLst>
            <pc:docMk/>
            <pc:sldMk cId="2684757179" sldId="1173"/>
            <ac:spMk id="14" creationId="{75A5532C-15ED-105B-71A8-9944E0DEB0A2}"/>
          </ac:spMkLst>
        </pc:spChg>
        <pc:spChg chg="del">
          <ac:chgData name="Harley Wijeyaratne" userId="d52f8215faed5781" providerId="Windows Live" clId="Web-{66E7D62C-735E-4680-BAEE-E1C35E7EBE5A}" dt="2023-05-21T14:20:56.465" v="2433"/>
          <ac:spMkLst>
            <pc:docMk/>
            <pc:sldMk cId="2684757179" sldId="1173"/>
            <ac:spMk id="15" creationId="{97A105EF-DEC6-E979-1A5F-1DA6186652AB}"/>
          </ac:spMkLst>
        </pc:spChg>
        <pc:spChg chg="del">
          <ac:chgData name="Harley Wijeyaratne" userId="d52f8215faed5781" providerId="Windows Live" clId="Web-{66E7D62C-735E-4680-BAEE-E1C35E7EBE5A}" dt="2023-05-21T14:20:55.199" v="2432"/>
          <ac:spMkLst>
            <pc:docMk/>
            <pc:sldMk cId="2684757179" sldId="1173"/>
            <ac:spMk id="20" creationId="{2EB20285-5F11-4AF2-F14E-3E08A2FE4111}"/>
          </ac:spMkLst>
        </pc:spChg>
        <pc:spChg chg="del">
          <ac:chgData name="Harley Wijeyaratne" userId="d52f8215faed5781" providerId="Windows Live" clId="Web-{66E7D62C-735E-4680-BAEE-E1C35E7EBE5A}" dt="2023-05-21T14:20:58.028" v="2434"/>
          <ac:spMkLst>
            <pc:docMk/>
            <pc:sldMk cId="2684757179" sldId="1173"/>
            <ac:spMk id="21" creationId="{1963832D-0EDA-A205-D3D0-8B0F9A21BEB0}"/>
          </ac:spMkLst>
        </pc:spChg>
        <pc:spChg chg="del">
          <ac:chgData name="Harley Wijeyaratne" userId="d52f8215faed5781" providerId="Windows Live" clId="Web-{66E7D62C-735E-4680-BAEE-E1C35E7EBE5A}" dt="2023-05-21T14:20:16.605" v="2418"/>
          <ac:spMkLst>
            <pc:docMk/>
            <pc:sldMk cId="2684757179" sldId="1173"/>
            <ac:spMk id="22" creationId="{190139E0-3194-57A2-1A7C-29CCBD82FF01}"/>
          </ac:spMkLst>
        </pc:spChg>
        <pc:spChg chg="del">
          <ac:chgData name="Harley Wijeyaratne" userId="d52f8215faed5781" providerId="Windows Live" clId="Web-{66E7D62C-735E-4680-BAEE-E1C35E7EBE5A}" dt="2023-05-21T14:20:16.605" v="2417"/>
          <ac:spMkLst>
            <pc:docMk/>
            <pc:sldMk cId="2684757179" sldId="1173"/>
            <ac:spMk id="23" creationId="{BB6D52AB-5116-7383-C5D9-A34EEACD1878}"/>
          </ac:spMkLst>
        </pc:spChg>
        <pc:spChg chg="del">
          <ac:chgData name="Harley Wijeyaratne" userId="d52f8215faed5781" providerId="Windows Live" clId="Web-{66E7D62C-735E-4680-BAEE-E1C35E7EBE5A}" dt="2023-05-21T14:21:00.965" v="2437"/>
          <ac:spMkLst>
            <pc:docMk/>
            <pc:sldMk cId="2684757179" sldId="1173"/>
            <ac:spMk id="24" creationId="{86460875-6045-F7A3-B838-8D069A77EFE7}"/>
          </ac:spMkLst>
        </pc:spChg>
        <pc:spChg chg="del">
          <ac:chgData name="Harley Wijeyaratne" userId="d52f8215faed5781" providerId="Windows Live" clId="Web-{66E7D62C-735E-4680-BAEE-E1C35E7EBE5A}" dt="2023-05-21T14:20:16.605" v="2416"/>
          <ac:spMkLst>
            <pc:docMk/>
            <pc:sldMk cId="2684757179" sldId="1173"/>
            <ac:spMk id="25" creationId="{F797A987-4C2F-99DF-BE96-E26D8340CCD1}"/>
          </ac:spMkLst>
        </pc:spChg>
        <pc:spChg chg="del">
          <ac:chgData name="Harley Wijeyaratne" userId="d52f8215faed5781" providerId="Windows Live" clId="Web-{66E7D62C-735E-4680-BAEE-E1C35E7EBE5A}" dt="2023-05-21T14:20:59.731" v="2436"/>
          <ac:spMkLst>
            <pc:docMk/>
            <pc:sldMk cId="2684757179" sldId="1173"/>
            <ac:spMk id="26" creationId="{6AF7FC21-F99E-E848-AEFD-6D482058D1CD}"/>
          </ac:spMkLst>
        </pc:spChg>
        <pc:spChg chg="del">
          <ac:chgData name="Harley Wijeyaratne" userId="d52f8215faed5781" providerId="Windows Live" clId="Web-{66E7D62C-735E-4680-BAEE-E1C35E7EBE5A}" dt="2023-05-21T14:20:59.731" v="2435"/>
          <ac:spMkLst>
            <pc:docMk/>
            <pc:sldMk cId="2684757179" sldId="1173"/>
            <ac:spMk id="27" creationId="{409E02E9-D1A2-BE60-7E49-542061AC6971}"/>
          </ac:spMkLst>
        </pc:spChg>
        <pc:spChg chg="del">
          <ac:chgData name="Harley Wijeyaratne" userId="d52f8215faed5781" providerId="Windows Live" clId="Web-{66E7D62C-735E-4680-BAEE-E1C35E7EBE5A}" dt="2023-05-21T14:20:16.605" v="2415"/>
          <ac:spMkLst>
            <pc:docMk/>
            <pc:sldMk cId="2684757179" sldId="1173"/>
            <ac:spMk id="28" creationId="{DE1B1ABB-C90D-9A95-6D0A-33425B80AA9E}"/>
          </ac:spMkLst>
        </pc:spChg>
        <pc:spChg chg="del">
          <ac:chgData name="Harley Wijeyaratne" userId="d52f8215faed5781" providerId="Windows Live" clId="Web-{66E7D62C-735E-4680-BAEE-E1C35E7EBE5A}" dt="2023-05-21T14:20:16.605" v="2414"/>
          <ac:spMkLst>
            <pc:docMk/>
            <pc:sldMk cId="2684757179" sldId="1173"/>
            <ac:spMk id="29" creationId="{9BA178A7-440D-F155-5F76-6CBF19AEF16C}"/>
          </ac:spMkLst>
        </pc:spChg>
        <pc:spChg chg="mod">
          <ac:chgData name="Harley Wijeyaratne" userId="d52f8215faed5781" providerId="Windows Live" clId="Web-{66E7D62C-735E-4680-BAEE-E1C35E7EBE5A}" dt="2023-05-21T14:30:17.322" v="2483" actId="20577"/>
          <ac:spMkLst>
            <pc:docMk/>
            <pc:sldMk cId="2684757179" sldId="1173"/>
            <ac:spMk id="30" creationId="{0CE58955-429F-C1D9-091D-A5356CCA302F}"/>
          </ac:spMkLst>
        </pc:spChg>
        <pc:spChg chg="del">
          <ac:chgData name="Harley Wijeyaratne" userId="d52f8215faed5781" providerId="Windows Live" clId="Web-{66E7D62C-735E-4680-BAEE-E1C35E7EBE5A}" dt="2023-05-21T14:21:25.231" v="2443"/>
          <ac:spMkLst>
            <pc:docMk/>
            <pc:sldMk cId="2684757179" sldId="1173"/>
            <ac:spMk id="34" creationId="{CC90CD64-A8DC-2517-853B-E0A39D2EA1CD}"/>
          </ac:spMkLst>
        </pc:spChg>
        <pc:spChg chg="add del mod">
          <ac:chgData name="Harley Wijeyaratne" userId="d52f8215faed5781" providerId="Windows Live" clId="Web-{66E7D62C-735E-4680-BAEE-E1C35E7EBE5A}" dt="2023-05-21T14:21:13.106" v="2442" actId="1076"/>
          <ac:spMkLst>
            <pc:docMk/>
            <pc:sldMk cId="2684757179" sldId="1173"/>
            <ac:spMk id="36" creationId="{F28AF60F-CA38-43AD-11E4-6A8D6E4FCFE0}"/>
          </ac:spMkLst>
        </pc:spChg>
        <pc:spChg chg="mod">
          <ac:chgData name="Harley Wijeyaratne" userId="d52f8215faed5781" providerId="Windows Live" clId="Web-{66E7D62C-735E-4680-BAEE-E1C35E7EBE5A}" dt="2023-05-21T14:21:09.122" v="2440" actId="1076"/>
          <ac:spMkLst>
            <pc:docMk/>
            <pc:sldMk cId="2684757179" sldId="1173"/>
            <ac:spMk id="37" creationId="{C3140E9F-96FA-3266-4C60-567B05D9C42C}"/>
          </ac:spMkLst>
        </pc:spChg>
        <pc:spChg chg="mod">
          <ac:chgData name="Harley Wijeyaratne" userId="d52f8215faed5781" providerId="Windows Live" clId="Web-{66E7D62C-735E-4680-BAEE-E1C35E7EBE5A}" dt="2023-05-21T14:23:29.607" v="2462" actId="1076"/>
          <ac:spMkLst>
            <pc:docMk/>
            <pc:sldMk cId="2684757179" sldId="1173"/>
            <ac:spMk id="38" creationId="{74097ED6-9D86-0737-AB9C-B069AC858062}"/>
          </ac:spMkLst>
        </pc:spChg>
        <pc:spChg chg="mod">
          <ac:chgData name="Harley Wijeyaratne" userId="d52f8215faed5781" providerId="Windows Live" clId="Web-{66E7D62C-735E-4680-BAEE-E1C35E7EBE5A}" dt="2023-05-21T14:23:42.842" v="2463" actId="1076"/>
          <ac:spMkLst>
            <pc:docMk/>
            <pc:sldMk cId="2684757179" sldId="1173"/>
            <ac:spMk id="39" creationId="{5C566090-45E9-6BA8-FBE5-E8C83B88FAEC}"/>
          </ac:spMkLst>
        </pc:spChg>
        <pc:spChg chg="mod">
          <ac:chgData name="Harley Wijeyaratne" userId="d52f8215faed5781" providerId="Windows Live" clId="Web-{66E7D62C-735E-4680-BAEE-E1C35E7EBE5A}" dt="2023-05-21T14:23:51.967" v="2465" actId="1076"/>
          <ac:spMkLst>
            <pc:docMk/>
            <pc:sldMk cId="2684757179" sldId="1173"/>
            <ac:spMk id="40" creationId="{9866C6B1-0621-3FC6-BAC9-2B9A714F3410}"/>
          </ac:spMkLst>
        </pc:spChg>
        <pc:picChg chg="del">
          <ac:chgData name="Harley Wijeyaratne" userId="d52f8215faed5781" providerId="Windows Live" clId="Web-{66E7D62C-735E-4680-BAEE-E1C35E7EBE5A}" dt="2023-05-21T14:20:16.605" v="2413"/>
          <ac:picMkLst>
            <pc:docMk/>
            <pc:sldMk cId="2684757179" sldId="1173"/>
            <ac:picMk id="2" creationId="{625E34C6-54E6-EFE0-C67E-6CC4AE1D4F4B}"/>
          </ac:picMkLst>
        </pc:picChg>
        <pc:picChg chg="del">
          <ac:chgData name="Harley Wijeyaratne" userId="d52f8215faed5781" providerId="Windows Live" clId="Web-{66E7D62C-735E-4680-BAEE-E1C35E7EBE5A}" dt="2023-05-21T14:20:13.714" v="2412"/>
          <ac:picMkLst>
            <pc:docMk/>
            <pc:sldMk cId="2684757179" sldId="1173"/>
            <ac:picMk id="4" creationId="{E0DB8353-7DB5-F729-8A18-98912B70F41D}"/>
          </ac:picMkLst>
        </pc:picChg>
        <pc:picChg chg="add del mod">
          <ac:chgData name="Harley Wijeyaratne" userId="d52f8215faed5781" providerId="Windows Live" clId="Web-{66E7D62C-735E-4680-BAEE-E1C35E7EBE5A}" dt="2023-05-21T14:22:23.402" v="2451"/>
          <ac:picMkLst>
            <pc:docMk/>
            <pc:sldMk cId="2684757179" sldId="1173"/>
            <ac:picMk id="17" creationId="{90BDD6C8-B839-7FF3-D0F1-E0B3B607DC2F}"/>
          </ac:picMkLst>
        </pc:picChg>
        <pc:picChg chg="add del mod">
          <ac:chgData name="Harley Wijeyaratne" userId="d52f8215faed5781" providerId="Windows Live" clId="Web-{66E7D62C-735E-4680-BAEE-E1C35E7EBE5A}" dt="2023-05-21T14:29:42.508" v="2467"/>
          <ac:picMkLst>
            <pc:docMk/>
            <pc:sldMk cId="2684757179" sldId="1173"/>
            <ac:picMk id="18" creationId="{4B857DA7-CC13-C8D6-3286-A989AFD2F2C9}"/>
          </ac:picMkLst>
        </pc:picChg>
        <pc:picChg chg="add del mod">
          <ac:chgData name="Harley Wijeyaratne" userId="d52f8215faed5781" providerId="Windows Live" clId="Web-{66E7D62C-735E-4680-BAEE-E1C35E7EBE5A}" dt="2023-05-21T14:31:54.042" v="2491"/>
          <ac:picMkLst>
            <pc:docMk/>
            <pc:sldMk cId="2684757179" sldId="1173"/>
            <ac:picMk id="31" creationId="{9F0029BE-40D0-7D9A-2ABD-A6F475E0CEFA}"/>
          </ac:picMkLst>
        </pc:picChg>
        <pc:picChg chg="add mod">
          <ac:chgData name="Harley Wijeyaratne" userId="d52f8215faed5781" providerId="Windows Live" clId="Web-{66E7D62C-735E-4680-BAEE-E1C35E7EBE5A}" dt="2023-05-21T14:32:24.762" v="2499" actId="1076"/>
          <ac:picMkLst>
            <pc:docMk/>
            <pc:sldMk cId="2684757179" sldId="1173"/>
            <ac:picMk id="35" creationId="{F97AB1F6-F76F-638A-FFBB-B4B21B18DD5D}"/>
          </ac:picMkLst>
        </pc:picChg>
        <pc:cxnChg chg="mod">
          <ac:chgData name="Harley Wijeyaratne" userId="d52f8215faed5781" providerId="Windows Live" clId="Web-{66E7D62C-735E-4680-BAEE-E1C35E7EBE5A}" dt="2023-05-21T15:14:48.726" v="3133" actId="1076"/>
          <ac:cxnSpMkLst>
            <pc:docMk/>
            <pc:sldMk cId="2684757179" sldId="1173"/>
            <ac:cxnSpMk id="6" creationId="{C5B8DB1B-6396-42E4-9133-229F939AFFFA}"/>
          </ac:cxnSpMkLst>
        </pc:cxnChg>
        <pc:cxnChg chg="del">
          <ac:chgData name="Harley Wijeyaratne" userId="d52f8215faed5781" providerId="Windows Live" clId="Web-{66E7D62C-735E-4680-BAEE-E1C35E7EBE5A}" dt="2023-05-21T14:20:50.590" v="2430"/>
          <ac:cxnSpMkLst>
            <pc:docMk/>
            <pc:sldMk cId="2684757179" sldId="1173"/>
            <ac:cxnSpMk id="32" creationId="{57E6AD3C-514F-785F-FC51-016A61BA0FF1}"/>
          </ac:cxnSpMkLst>
        </pc:cxnChg>
        <pc:cxnChg chg="add del">
          <ac:chgData name="Harley Wijeyaratne" userId="d52f8215faed5781" providerId="Windows Live" clId="Web-{66E7D62C-735E-4680-BAEE-E1C35E7EBE5A}" dt="2023-05-21T14:20:53.246" v="2431"/>
          <ac:cxnSpMkLst>
            <pc:docMk/>
            <pc:sldMk cId="2684757179" sldId="1173"/>
            <ac:cxnSpMk id="33" creationId="{3E7FB33C-5BCC-F64E-D2CF-B7A2CF40A28F}"/>
          </ac:cxnSpMkLst>
        </pc:cxnChg>
      </pc:sldChg>
      <pc:sldChg chg="add del replId">
        <pc:chgData name="Harley Wijeyaratne" userId="d52f8215faed5781" providerId="Windows Live" clId="Web-{66E7D62C-735E-4680-BAEE-E1C35E7EBE5A}" dt="2023-05-21T14:20:35.793" v="2427"/>
        <pc:sldMkLst>
          <pc:docMk/>
          <pc:sldMk cId="1515442536" sldId="1174"/>
        </pc:sldMkLst>
      </pc:sldChg>
    </pc:docChg>
  </pc:docChgLst>
  <pc:docChgLst>
    <pc:chgData name="Joseph Ross" userId="f02a7e79df86ceb8" providerId="Windows Live" clId="Web-{A9597B40-90CB-4C71-B7C1-A1697273E44B}"/>
    <pc:docChg chg="addSld modSld">
      <pc:chgData name="Joseph Ross" userId="f02a7e79df86ceb8" providerId="Windows Live" clId="Web-{A9597B40-90CB-4C71-B7C1-A1697273E44B}" dt="2023-05-21T14:28:18.320" v="58"/>
      <pc:docMkLst>
        <pc:docMk/>
      </pc:docMkLst>
      <pc:sldChg chg="modSp">
        <pc:chgData name="Joseph Ross" userId="f02a7e79df86ceb8" providerId="Windows Live" clId="Web-{A9597B40-90CB-4C71-B7C1-A1697273E44B}" dt="2023-05-21T13:29:43.360" v="23" actId="1076"/>
        <pc:sldMkLst>
          <pc:docMk/>
          <pc:sldMk cId="3203961724" sldId="1134"/>
        </pc:sldMkLst>
        <pc:spChg chg="mod">
          <ac:chgData name="Joseph Ross" userId="f02a7e79df86ceb8" providerId="Windows Live" clId="Web-{A9597B40-90CB-4C71-B7C1-A1697273E44B}" dt="2023-05-21T13:29:43.360" v="23" actId="1076"/>
          <ac:spMkLst>
            <pc:docMk/>
            <pc:sldMk cId="3203961724" sldId="1134"/>
            <ac:spMk id="12" creationId="{5D987FC4-D467-32CB-C941-EFCFA69E6111}"/>
          </ac:spMkLst>
        </pc:spChg>
        <pc:spChg chg="mod">
          <ac:chgData name="Joseph Ross" userId="f02a7e79df86ceb8" providerId="Windows Live" clId="Web-{A9597B40-90CB-4C71-B7C1-A1697273E44B}" dt="2023-05-21T13:29:43.360" v="22" actId="1076"/>
          <ac:spMkLst>
            <pc:docMk/>
            <pc:sldMk cId="3203961724" sldId="1134"/>
            <ac:spMk id="36" creationId="{F28AF60F-CA38-43AD-11E4-6A8D6E4FCFE0}"/>
          </ac:spMkLst>
        </pc:spChg>
        <pc:spChg chg="mod">
          <ac:chgData name="Joseph Ross" userId="f02a7e79df86ceb8" providerId="Windows Live" clId="Web-{A9597B40-90CB-4C71-B7C1-A1697273E44B}" dt="2023-05-21T13:29:43.360" v="21" actId="1076"/>
          <ac:spMkLst>
            <pc:docMk/>
            <pc:sldMk cId="3203961724" sldId="1134"/>
            <ac:spMk id="37" creationId="{C3140E9F-96FA-3266-4C60-567B05D9C42C}"/>
          </ac:spMkLst>
        </pc:spChg>
        <pc:spChg chg="mod">
          <ac:chgData name="Joseph Ross" userId="f02a7e79df86ceb8" providerId="Windows Live" clId="Web-{A9597B40-90CB-4C71-B7C1-A1697273E44B}" dt="2023-05-21T13:29:43.360" v="20" actId="1076"/>
          <ac:spMkLst>
            <pc:docMk/>
            <pc:sldMk cId="3203961724" sldId="1134"/>
            <ac:spMk id="38" creationId="{74097ED6-9D86-0737-AB9C-B069AC858062}"/>
          </ac:spMkLst>
        </pc:spChg>
        <pc:spChg chg="mod">
          <ac:chgData name="Joseph Ross" userId="f02a7e79df86ceb8" providerId="Windows Live" clId="Web-{A9597B40-90CB-4C71-B7C1-A1697273E44B}" dt="2023-05-21T13:29:43.360" v="19" actId="1076"/>
          <ac:spMkLst>
            <pc:docMk/>
            <pc:sldMk cId="3203961724" sldId="1134"/>
            <ac:spMk id="39" creationId="{5C566090-45E9-6BA8-FBE5-E8C83B88FAEC}"/>
          </ac:spMkLst>
        </pc:spChg>
        <pc:spChg chg="mod">
          <ac:chgData name="Joseph Ross" userId="f02a7e79df86ceb8" providerId="Windows Live" clId="Web-{A9597B40-90CB-4C71-B7C1-A1697273E44B}" dt="2023-05-21T13:29:43.360" v="18" actId="1076"/>
          <ac:spMkLst>
            <pc:docMk/>
            <pc:sldMk cId="3203961724" sldId="1134"/>
            <ac:spMk id="40" creationId="{9866C6B1-0621-3FC6-BAC9-2B9A714F3410}"/>
          </ac:spMkLst>
        </pc:spChg>
        <pc:spChg chg="mod">
          <ac:chgData name="Joseph Ross" userId="f02a7e79df86ceb8" providerId="Windows Live" clId="Web-{A9597B40-90CB-4C71-B7C1-A1697273E44B}" dt="2023-05-21T13:29:43.360" v="17" actId="1076"/>
          <ac:spMkLst>
            <pc:docMk/>
            <pc:sldMk cId="3203961724" sldId="1134"/>
            <ac:spMk id="41" creationId="{A061DB7C-59C9-6522-8A93-616842687647}"/>
          </ac:spMkLst>
        </pc:spChg>
        <pc:spChg chg="mod">
          <ac:chgData name="Joseph Ross" userId="f02a7e79df86ceb8" providerId="Windows Live" clId="Web-{A9597B40-90CB-4C71-B7C1-A1697273E44B}" dt="2023-05-21T13:29:43.360" v="16" actId="1076"/>
          <ac:spMkLst>
            <pc:docMk/>
            <pc:sldMk cId="3203961724" sldId="1134"/>
            <ac:spMk id="44" creationId="{3955005B-D72A-1EE0-E402-B5E1534FF20A}"/>
          </ac:spMkLst>
        </pc:spChg>
        <pc:picChg chg="mod">
          <ac:chgData name="Joseph Ross" userId="f02a7e79df86ceb8" providerId="Windows Live" clId="Web-{A9597B40-90CB-4C71-B7C1-A1697273E44B}" dt="2023-05-21T13:29:41" v="15" actId="14100"/>
          <ac:picMkLst>
            <pc:docMk/>
            <pc:sldMk cId="3203961724" sldId="1134"/>
            <ac:picMk id="4" creationId="{E0DB8353-7DB5-F729-8A18-98912B70F41D}"/>
          </ac:picMkLst>
        </pc:picChg>
      </pc:sldChg>
      <pc:sldChg chg="modSp add replId">
        <pc:chgData name="Joseph Ross" userId="f02a7e79df86ceb8" providerId="Windows Live" clId="Web-{A9597B40-90CB-4C71-B7C1-A1697273E44B}" dt="2023-05-21T14:28:18.320" v="58"/>
        <pc:sldMkLst>
          <pc:docMk/>
          <pc:sldMk cId="1901006668" sldId="1174"/>
        </pc:sldMkLst>
        <pc:spChg chg="mod">
          <ac:chgData name="Joseph Ross" userId="f02a7e79df86ceb8" providerId="Windows Live" clId="Web-{A9597B40-90CB-4C71-B7C1-A1697273E44B}" dt="2023-05-21T14:27:21.709" v="31" actId="20577"/>
          <ac:spMkLst>
            <pc:docMk/>
            <pc:sldMk cId="1901006668" sldId="1174"/>
            <ac:spMk id="5" creationId="{AC84F134-41B0-E093-900D-9EC4900E34B5}"/>
          </ac:spMkLst>
        </pc:spChg>
        <pc:spChg chg="mod">
          <ac:chgData name="Joseph Ross" userId="f02a7e79df86ceb8" providerId="Windows Live" clId="Web-{A9597B40-90CB-4C71-B7C1-A1697273E44B}" dt="2023-05-21T14:27:26.396" v="32" actId="20577"/>
          <ac:spMkLst>
            <pc:docMk/>
            <pc:sldMk cId="1901006668" sldId="1174"/>
            <ac:spMk id="7" creationId="{42F0B3DC-26D7-C8D7-2095-150058C60ECD}"/>
          </ac:spMkLst>
        </pc:spChg>
        <pc:graphicFrameChg chg="mod modGraphic">
          <ac:chgData name="Joseph Ross" userId="f02a7e79df86ceb8" providerId="Windows Live" clId="Web-{A9597B40-90CB-4C71-B7C1-A1697273E44B}" dt="2023-05-21T14:28:18.320" v="58"/>
          <ac:graphicFrameMkLst>
            <pc:docMk/>
            <pc:sldMk cId="1901006668" sldId="1174"/>
            <ac:graphicFrameMk id="26" creationId="{006024AA-6A43-D14B-A938-388A9F8ECE85}"/>
          </ac:graphicFrameMkLst>
        </pc:graphicFrameChg>
      </pc:sldChg>
    </pc:docChg>
  </pc:docChgLst>
  <pc:docChgLst>
    <pc:chgData name="Joseph Ross" userId="f02a7e79df86ceb8" providerId="Windows Live" clId="Web-{21D98390-77B7-4E13-9494-BC3665EBCD26}"/>
    <pc:docChg chg="addSld delSld modSld sldOrd">
      <pc:chgData name="Joseph Ross" userId="f02a7e79df86ceb8" providerId="Windows Live" clId="Web-{21D98390-77B7-4E13-9494-BC3665EBCD26}" dt="2023-05-22T17:28:46.240" v="3645" actId="1076"/>
      <pc:docMkLst>
        <pc:docMk/>
      </pc:docMkLst>
      <pc:sldChg chg="addSp modSp">
        <pc:chgData name="Joseph Ross" userId="f02a7e79df86ceb8" providerId="Windows Live" clId="Web-{21D98390-77B7-4E13-9494-BC3665EBCD26}" dt="2023-05-22T17:26:55.252" v="3629" actId="1076"/>
        <pc:sldMkLst>
          <pc:docMk/>
          <pc:sldMk cId="1010945764" sldId="1118"/>
        </pc:sldMkLst>
        <pc:spChg chg="add mod">
          <ac:chgData name="Joseph Ross" userId="f02a7e79df86ceb8" providerId="Windows Live" clId="Web-{21D98390-77B7-4E13-9494-BC3665EBCD26}" dt="2023-05-22T16:09:39.309" v="1519" actId="20577"/>
          <ac:spMkLst>
            <pc:docMk/>
            <pc:sldMk cId="1010945764" sldId="1118"/>
            <ac:spMk id="3" creationId="{FF51D68C-2C4B-A134-46EF-F5EF3FA50BC1}"/>
          </ac:spMkLst>
        </pc:spChg>
        <pc:spChg chg="add mod">
          <ac:chgData name="Joseph Ross" userId="f02a7e79df86ceb8" providerId="Windows Live" clId="Web-{21D98390-77B7-4E13-9494-BC3665EBCD26}" dt="2023-05-22T17:26:55.252" v="3629" actId="1076"/>
          <ac:spMkLst>
            <pc:docMk/>
            <pc:sldMk cId="1010945764" sldId="1118"/>
            <ac:spMk id="11" creationId="{B21F5EA0-E4D2-4160-0C8A-B98A6F4EF95C}"/>
          </ac:spMkLst>
        </pc:spChg>
      </pc:sldChg>
      <pc:sldChg chg="modSp">
        <pc:chgData name="Joseph Ross" userId="f02a7e79df86ceb8" providerId="Windows Live" clId="Web-{21D98390-77B7-4E13-9494-BC3665EBCD26}" dt="2023-05-22T17:14:12.602" v="3303" actId="20577"/>
        <pc:sldMkLst>
          <pc:docMk/>
          <pc:sldMk cId="1251791079" sldId="1146"/>
        </pc:sldMkLst>
        <pc:spChg chg="mod">
          <ac:chgData name="Joseph Ross" userId="f02a7e79df86ceb8" providerId="Windows Live" clId="Web-{21D98390-77B7-4E13-9494-BC3665EBCD26}" dt="2023-05-22T17:14:12.602" v="3303" actId="20577"/>
          <ac:spMkLst>
            <pc:docMk/>
            <pc:sldMk cId="1251791079" sldId="1146"/>
            <ac:spMk id="2" creationId="{35174622-9198-3109-6DE7-6009B52E3524}"/>
          </ac:spMkLst>
        </pc:spChg>
      </pc:sldChg>
      <pc:sldChg chg="modSp">
        <pc:chgData name="Joseph Ross" userId="f02a7e79df86ceb8" providerId="Windows Live" clId="Web-{21D98390-77B7-4E13-9494-BC3665EBCD26}" dt="2023-05-22T17:22:30.319" v="3577" actId="20577"/>
        <pc:sldMkLst>
          <pc:docMk/>
          <pc:sldMk cId="410719719" sldId="1147"/>
        </pc:sldMkLst>
        <pc:spChg chg="mod">
          <ac:chgData name="Joseph Ross" userId="f02a7e79df86ceb8" providerId="Windows Live" clId="Web-{21D98390-77B7-4E13-9494-BC3665EBCD26}" dt="2023-05-22T17:21:32.615" v="3538" actId="1076"/>
          <ac:spMkLst>
            <pc:docMk/>
            <pc:sldMk cId="410719719" sldId="1147"/>
            <ac:spMk id="2" creationId="{75678105-487D-61CC-DC4D-EA15FAD25658}"/>
          </ac:spMkLst>
        </pc:spChg>
        <pc:spChg chg="mod">
          <ac:chgData name="Joseph Ross" userId="f02a7e79df86ceb8" providerId="Windows Live" clId="Web-{21D98390-77B7-4E13-9494-BC3665EBCD26}" dt="2023-05-22T17:18:55.814" v="3486" actId="20577"/>
          <ac:spMkLst>
            <pc:docMk/>
            <pc:sldMk cId="410719719" sldId="1147"/>
            <ac:spMk id="7" creationId="{42F0B3DC-26D7-C8D7-2095-150058C60ECD}"/>
          </ac:spMkLst>
        </pc:spChg>
        <pc:spChg chg="mod">
          <ac:chgData name="Joseph Ross" userId="f02a7e79df86ceb8" providerId="Windows Live" clId="Web-{21D98390-77B7-4E13-9494-BC3665EBCD26}" dt="2023-05-22T17:21:52.069" v="3539" actId="20577"/>
          <ac:spMkLst>
            <pc:docMk/>
            <pc:sldMk cId="410719719" sldId="1147"/>
            <ac:spMk id="16" creationId="{BC5B5304-3519-9AF0-AE03-B308F156E070}"/>
          </ac:spMkLst>
        </pc:spChg>
        <pc:spChg chg="mod">
          <ac:chgData name="Joseph Ross" userId="f02a7e79df86ceb8" providerId="Windows Live" clId="Web-{21D98390-77B7-4E13-9494-BC3665EBCD26}" dt="2023-05-22T17:22:30.319" v="3577" actId="20577"/>
          <ac:spMkLst>
            <pc:docMk/>
            <pc:sldMk cId="410719719" sldId="1147"/>
            <ac:spMk id="19" creationId="{1BC1CC3C-D4E7-F331-286B-00BD41D78401}"/>
          </ac:spMkLst>
        </pc:spChg>
        <pc:graphicFrameChg chg="mod modGraphic">
          <ac:chgData name="Joseph Ross" userId="f02a7e79df86ceb8" providerId="Windows Live" clId="Web-{21D98390-77B7-4E13-9494-BC3665EBCD26}" dt="2023-05-22T17:21:25.724" v="3536"/>
          <ac:graphicFrameMkLst>
            <pc:docMk/>
            <pc:sldMk cId="410719719" sldId="1147"/>
            <ac:graphicFrameMk id="3" creationId="{97B84AF4-25DF-51EB-7B7F-B195741AF574}"/>
          </ac:graphicFrameMkLst>
        </pc:graphicFrameChg>
      </pc:sldChg>
      <pc:sldChg chg="modSp ord">
        <pc:chgData name="Joseph Ross" userId="f02a7e79df86ceb8" providerId="Windows Live" clId="Web-{21D98390-77B7-4E13-9494-BC3665EBCD26}" dt="2023-05-22T16:50:53.558" v="2201" actId="20577"/>
        <pc:sldMkLst>
          <pc:docMk/>
          <pc:sldMk cId="3412354017" sldId="1159"/>
        </pc:sldMkLst>
        <pc:spChg chg="mod">
          <ac:chgData name="Joseph Ross" userId="f02a7e79df86ceb8" providerId="Windows Live" clId="Web-{21D98390-77B7-4E13-9494-BC3665EBCD26}" dt="2023-05-22T16:49:43.538" v="1686" actId="20577"/>
          <ac:spMkLst>
            <pc:docMk/>
            <pc:sldMk cId="3412354017" sldId="1159"/>
            <ac:spMk id="8" creationId="{B908EC1E-5A39-3CBB-B02F-439A67C5FE08}"/>
          </ac:spMkLst>
        </pc:spChg>
        <pc:spChg chg="mod">
          <ac:chgData name="Joseph Ross" userId="f02a7e79df86ceb8" providerId="Windows Live" clId="Web-{21D98390-77B7-4E13-9494-BC3665EBCD26}" dt="2023-05-22T16:50:53.558" v="2201" actId="20577"/>
          <ac:spMkLst>
            <pc:docMk/>
            <pc:sldMk cId="3412354017" sldId="1159"/>
            <ac:spMk id="16" creationId="{D1FF0424-7EEC-BC55-F6E0-DD99F3F79E50}"/>
          </ac:spMkLst>
        </pc:spChg>
      </pc:sldChg>
      <pc:sldChg chg="ord">
        <pc:chgData name="Joseph Ross" userId="f02a7e79df86ceb8" providerId="Windows Live" clId="Web-{21D98390-77B7-4E13-9494-BC3665EBCD26}" dt="2023-05-22T16:54:49.227" v="2336"/>
        <pc:sldMkLst>
          <pc:docMk/>
          <pc:sldMk cId="1781347348" sldId="1161"/>
        </pc:sldMkLst>
      </pc:sldChg>
      <pc:sldChg chg="del">
        <pc:chgData name="Joseph Ross" userId="f02a7e79df86ceb8" providerId="Windows Live" clId="Web-{21D98390-77B7-4E13-9494-BC3665EBCD26}" dt="2023-05-22T17:13:46.773" v="3301"/>
        <pc:sldMkLst>
          <pc:docMk/>
          <pc:sldMk cId="3716917777" sldId="1163"/>
        </pc:sldMkLst>
      </pc:sldChg>
      <pc:sldChg chg="addSp delSp modSp ord">
        <pc:chgData name="Joseph Ross" userId="f02a7e79df86ceb8" providerId="Windows Live" clId="Web-{21D98390-77B7-4E13-9494-BC3665EBCD26}" dt="2023-05-22T17:11:17.457" v="3270"/>
        <pc:sldMkLst>
          <pc:docMk/>
          <pc:sldMk cId="480855285" sldId="1167"/>
        </pc:sldMkLst>
        <pc:spChg chg="add del">
          <ac:chgData name="Joseph Ross" userId="f02a7e79df86ceb8" providerId="Windows Live" clId="Web-{21D98390-77B7-4E13-9494-BC3665EBCD26}" dt="2023-05-22T17:11:17.457" v="3270"/>
          <ac:spMkLst>
            <pc:docMk/>
            <pc:sldMk cId="480855285" sldId="1167"/>
            <ac:spMk id="3" creationId="{6ABF2026-2B0F-D635-E6F0-DDAC4989A841}"/>
          </ac:spMkLst>
        </pc:spChg>
        <pc:spChg chg="mod">
          <ac:chgData name="Joseph Ross" userId="f02a7e79df86ceb8" providerId="Windows Live" clId="Web-{21D98390-77B7-4E13-9494-BC3665EBCD26}" dt="2023-05-22T17:05:46.103" v="2831" actId="20577"/>
          <ac:spMkLst>
            <pc:docMk/>
            <pc:sldMk cId="480855285" sldId="1167"/>
            <ac:spMk id="8" creationId="{F2E6300A-0636-1F23-4CE9-A2E2C8C61C00}"/>
          </ac:spMkLst>
        </pc:spChg>
      </pc:sldChg>
      <pc:sldChg chg="addSp modSp">
        <pc:chgData name="Joseph Ross" userId="f02a7e79df86ceb8" providerId="Windows Live" clId="Web-{21D98390-77B7-4E13-9494-BC3665EBCD26}" dt="2023-05-22T17:25:34.094" v="3618" actId="20577"/>
        <pc:sldMkLst>
          <pc:docMk/>
          <pc:sldMk cId="934712502" sldId="1168"/>
        </pc:sldMkLst>
        <pc:spChg chg="mod">
          <ac:chgData name="Joseph Ross" userId="f02a7e79df86ceb8" providerId="Windows Live" clId="Web-{21D98390-77B7-4E13-9494-BC3665EBCD26}" dt="2023-05-22T15:23:06.455" v="214" actId="20577"/>
          <ac:spMkLst>
            <pc:docMk/>
            <pc:sldMk cId="934712502" sldId="1168"/>
            <ac:spMk id="5" creationId="{971A9813-3227-E616-A613-9C2EF55645AC}"/>
          </ac:spMkLst>
        </pc:spChg>
        <pc:spChg chg="add mod">
          <ac:chgData name="Joseph Ross" userId="f02a7e79df86ceb8" providerId="Windows Live" clId="Web-{21D98390-77B7-4E13-9494-BC3665EBCD26}" dt="2023-05-22T17:25:34.094" v="3618" actId="20577"/>
          <ac:spMkLst>
            <pc:docMk/>
            <pc:sldMk cId="934712502" sldId="1168"/>
            <ac:spMk id="34" creationId="{483C48A7-EE26-317A-D1E8-EA860FDE7A52}"/>
          </ac:spMkLst>
        </pc:spChg>
        <pc:spChg chg="mod">
          <ac:chgData name="Joseph Ross" userId="f02a7e79df86ceb8" providerId="Windows Live" clId="Web-{21D98390-77B7-4E13-9494-BC3665EBCD26}" dt="2023-05-22T15:23:46.050" v="253" actId="20577"/>
          <ac:spMkLst>
            <pc:docMk/>
            <pc:sldMk cId="934712502" sldId="1168"/>
            <ac:spMk id="36" creationId="{49965E83-D8F3-1A41-45BC-D251B6A6A398}"/>
          </ac:spMkLst>
        </pc:spChg>
      </pc:sldChg>
      <pc:sldChg chg="addSp delSp modSp">
        <pc:chgData name="Joseph Ross" userId="f02a7e79df86ceb8" providerId="Windows Live" clId="Web-{21D98390-77B7-4E13-9494-BC3665EBCD26}" dt="2023-05-22T17:23:49.951" v="3607" actId="20577"/>
        <pc:sldMkLst>
          <pc:docMk/>
          <pc:sldMk cId="2684757179" sldId="1173"/>
        </pc:sldMkLst>
        <pc:spChg chg="add del mod">
          <ac:chgData name="Joseph Ross" userId="f02a7e79df86ceb8" providerId="Windows Live" clId="Web-{21D98390-77B7-4E13-9494-BC3665EBCD26}" dt="2023-05-22T15:32:52.444" v="259" actId="14100"/>
          <ac:spMkLst>
            <pc:docMk/>
            <pc:sldMk cId="2684757179" sldId="1173"/>
            <ac:spMk id="2" creationId="{1619B0D8-32C4-819E-F1E5-0F364BDFD7D6}"/>
          </ac:spMkLst>
        </pc:spChg>
        <pc:spChg chg="add del mod">
          <ac:chgData name="Joseph Ross" userId="f02a7e79df86ceb8" providerId="Windows Live" clId="Web-{21D98390-77B7-4E13-9494-BC3665EBCD26}" dt="2023-05-22T15:34:32.354" v="509"/>
          <ac:spMkLst>
            <pc:docMk/>
            <pc:sldMk cId="2684757179" sldId="1173"/>
            <ac:spMk id="3" creationId="{26E70D13-6EFC-73B0-FE7F-014C80204764}"/>
          </ac:spMkLst>
        </pc:spChg>
        <pc:spChg chg="add mod">
          <ac:chgData name="Joseph Ross" userId="f02a7e79df86ceb8" providerId="Windows Live" clId="Web-{21D98390-77B7-4E13-9494-BC3665EBCD26}" dt="2023-05-22T15:41:35.696" v="1329" actId="20577"/>
          <ac:spMkLst>
            <pc:docMk/>
            <pc:sldMk cId="2684757179" sldId="1173"/>
            <ac:spMk id="4" creationId="{DE6FA5E7-64E4-EA64-F561-2CAA07B56D1C}"/>
          </ac:spMkLst>
        </pc:spChg>
        <pc:spChg chg="add mod">
          <ac:chgData name="Joseph Ross" userId="f02a7e79df86ceb8" providerId="Windows Live" clId="Web-{21D98390-77B7-4E13-9494-BC3665EBCD26}" dt="2023-05-22T17:23:49.951" v="3607" actId="20577"/>
          <ac:spMkLst>
            <pc:docMk/>
            <pc:sldMk cId="2684757179" sldId="1173"/>
            <ac:spMk id="5" creationId="{D63F2D4D-1490-219F-2C41-6F1216D6A6B7}"/>
          </ac:spMkLst>
        </pc:spChg>
      </pc:sldChg>
      <pc:sldChg chg="addSp modSp">
        <pc:chgData name="Joseph Ross" userId="f02a7e79df86ceb8" providerId="Windows Live" clId="Web-{21D98390-77B7-4E13-9494-BC3665EBCD26}" dt="2023-05-22T17:25:49.454" v="3625" actId="20577"/>
        <pc:sldMkLst>
          <pc:docMk/>
          <pc:sldMk cId="1901006668" sldId="1174"/>
        </pc:sldMkLst>
        <pc:spChg chg="mod">
          <ac:chgData name="Joseph Ross" userId="f02a7e79df86ceb8" providerId="Windows Live" clId="Web-{21D98390-77B7-4E13-9494-BC3665EBCD26}" dt="2023-05-22T16:45:01.106" v="1548" actId="20577"/>
          <ac:spMkLst>
            <pc:docMk/>
            <pc:sldMk cId="1901006668" sldId="1174"/>
            <ac:spMk id="3" creationId="{598A108B-143B-9AAD-898E-433E1C4E1B7E}"/>
          </ac:spMkLst>
        </pc:spChg>
        <pc:spChg chg="add mod">
          <ac:chgData name="Joseph Ross" userId="f02a7e79df86ceb8" providerId="Windows Live" clId="Web-{21D98390-77B7-4E13-9494-BC3665EBCD26}" dt="2023-05-22T17:25:49.454" v="3625" actId="20577"/>
          <ac:spMkLst>
            <pc:docMk/>
            <pc:sldMk cId="1901006668" sldId="1174"/>
            <ac:spMk id="4" creationId="{78EDE618-3416-CEEB-CD54-CAED08DAA3FE}"/>
          </ac:spMkLst>
        </pc:spChg>
      </pc:sldChg>
      <pc:sldChg chg="ord">
        <pc:chgData name="Joseph Ross" userId="f02a7e79df86ceb8" providerId="Windows Live" clId="Web-{21D98390-77B7-4E13-9494-BC3665EBCD26}" dt="2023-05-22T17:12:08.786" v="3293"/>
        <pc:sldMkLst>
          <pc:docMk/>
          <pc:sldMk cId="144985452" sldId="1175"/>
        </pc:sldMkLst>
      </pc:sldChg>
      <pc:sldChg chg="addSp modSp">
        <pc:chgData name="Joseph Ross" userId="f02a7e79df86ceb8" providerId="Windows Live" clId="Web-{21D98390-77B7-4E13-9494-BC3665EBCD26}" dt="2023-05-22T16:52:28.831" v="2219" actId="20577"/>
        <pc:sldMkLst>
          <pc:docMk/>
          <pc:sldMk cId="2857505401" sldId="1178"/>
        </pc:sldMkLst>
        <pc:spChg chg="add mod">
          <ac:chgData name="Joseph Ross" userId="f02a7e79df86ceb8" providerId="Windows Live" clId="Web-{21D98390-77B7-4E13-9494-BC3665EBCD26}" dt="2023-05-22T16:52:28.831" v="2219" actId="20577"/>
          <ac:spMkLst>
            <pc:docMk/>
            <pc:sldMk cId="2857505401" sldId="1178"/>
            <ac:spMk id="2" creationId="{94FBA3CE-A90E-E9D2-3950-919B0F3689C6}"/>
          </ac:spMkLst>
        </pc:spChg>
        <pc:spChg chg="mod">
          <ac:chgData name="Joseph Ross" userId="f02a7e79df86ceb8" providerId="Windows Live" clId="Web-{21D98390-77B7-4E13-9494-BC3665EBCD26}" dt="2023-05-22T16:51:48.278" v="2203" actId="1076"/>
          <ac:spMkLst>
            <pc:docMk/>
            <pc:sldMk cId="2857505401" sldId="1178"/>
            <ac:spMk id="17" creationId="{1A925B73-4C24-F3F3-D684-92517362EA46}"/>
          </ac:spMkLst>
        </pc:spChg>
      </pc:sldChg>
      <pc:sldChg chg="addSp modSp delCm">
        <pc:chgData name="Joseph Ross" userId="f02a7e79df86ceb8" providerId="Windows Live" clId="Web-{21D98390-77B7-4E13-9494-BC3665EBCD26}" dt="2023-05-22T17:23:06.633" v="3588"/>
        <pc:sldMkLst>
          <pc:docMk/>
          <pc:sldMk cId="2074895071" sldId="1180"/>
        </pc:sldMkLst>
        <pc:spChg chg="add mod">
          <ac:chgData name="Joseph Ross" userId="f02a7e79df86ceb8" providerId="Windows Live" clId="Web-{21D98390-77B7-4E13-9494-BC3665EBCD26}" dt="2023-05-22T15:21:13.311" v="42" actId="20577"/>
          <ac:spMkLst>
            <pc:docMk/>
            <pc:sldMk cId="2074895071" sldId="1180"/>
            <ac:spMk id="2" creationId="{3C624733-9304-AA6C-6203-21A12550C6FF}"/>
          </ac:spMkLst>
        </pc:spChg>
        <pc:spChg chg="add mod">
          <ac:chgData name="Joseph Ross" userId="f02a7e79df86ceb8" providerId="Windows Live" clId="Web-{21D98390-77B7-4E13-9494-BC3665EBCD26}" dt="2023-05-22T17:23:06.633" v="3588"/>
          <ac:spMkLst>
            <pc:docMk/>
            <pc:sldMk cId="2074895071" sldId="1180"/>
            <ac:spMk id="4" creationId="{B2EA8564-FD05-D0E8-14F9-B8404A59A367}"/>
          </ac:spMkLst>
        </pc:spChg>
        <pc:extLst>
          <p:ext xmlns:p="http://schemas.openxmlformats.org/presentationml/2006/main" uri="{D6D511B9-2390-475A-947B-AFAB55BFBCF1}">
            <pc226:cmChg xmlns:pc226="http://schemas.microsoft.com/office/powerpoint/2022/06/main/command" chg="del">
              <pc226:chgData name="Joseph Ross" userId="f02a7e79df86ceb8" providerId="Windows Live" clId="Web-{21D98390-77B7-4E13-9494-BC3665EBCD26}" dt="2023-05-22T17:22:44.789" v="3580"/>
              <pc2:cmMkLst xmlns:pc2="http://schemas.microsoft.com/office/powerpoint/2019/9/main/command">
                <pc:docMk/>
                <pc:sldMk cId="2074895071" sldId="1180"/>
                <pc2:cmMk id="{87707D61-00B4-4EB5-BDE3-2A551650F977}"/>
              </pc2:cmMkLst>
            </pc226:cmChg>
            <pc226:cmChg xmlns:pc226="http://schemas.microsoft.com/office/powerpoint/2022/06/main/command" chg="del">
              <pc226:chgData name="Joseph Ross" userId="f02a7e79df86ceb8" providerId="Windows Live" clId="Web-{21D98390-77B7-4E13-9494-BC3665EBCD26}" dt="2023-05-22T17:22:39.382" v="3578"/>
              <pc2:cmMkLst xmlns:pc2="http://schemas.microsoft.com/office/powerpoint/2019/9/main/command">
                <pc:docMk/>
                <pc:sldMk cId="2074895071" sldId="1180"/>
                <pc2:cmMk id="{C37A336D-38BD-4D5A-8149-337D41BD547B}"/>
              </pc2:cmMkLst>
            </pc226:cmChg>
            <pc226:cmChg xmlns:pc226="http://schemas.microsoft.com/office/powerpoint/2022/06/main/command" chg="del">
              <pc226:chgData name="Joseph Ross" userId="f02a7e79df86ceb8" providerId="Windows Live" clId="Web-{21D98390-77B7-4E13-9494-BC3665EBCD26}" dt="2023-05-22T17:22:42.851" v="3579"/>
              <pc2:cmMkLst xmlns:pc2="http://schemas.microsoft.com/office/powerpoint/2019/9/main/command">
                <pc:docMk/>
                <pc:sldMk cId="2074895071" sldId="1180"/>
                <pc2:cmMk id="{9DE7B980-87BE-4C80-9234-C6EB9D35CE91}"/>
              </pc2:cmMkLst>
            </pc226:cmChg>
          </p:ext>
        </pc:extLst>
      </pc:sldChg>
      <pc:sldChg chg="modSp new del">
        <pc:chgData name="Joseph Ross" userId="f02a7e79df86ceb8" providerId="Windows Live" clId="Web-{21D98390-77B7-4E13-9494-BC3665EBCD26}" dt="2023-05-22T16:47:41.629" v="1575"/>
        <pc:sldMkLst>
          <pc:docMk/>
          <pc:sldMk cId="2216282534" sldId="1186"/>
        </pc:sldMkLst>
        <pc:spChg chg="mod">
          <ac:chgData name="Joseph Ross" userId="f02a7e79df86ceb8" providerId="Windows Live" clId="Web-{21D98390-77B7-4E13-9494-BC3665EBCD26}" dt="2023-05-22T16:47:32.316" v="1572" actId="20577"/>
          <ac:spMkLst>
            <pc:docMk/>
            <pc:sldMk cId="2216282534" sldId="1186"/>
            <ac:spMk id="2" creationId="{69BB3FE9-A48D-1CB8-1499-081D9FDBE806}"/>
          </ac:spMkLst>
        </pc:spChg>
      </pc:sldChg>
      <pc:sldChg chg="addSp delSp modSp add ord replId">
        <pc:chgData name="Joseph Ross" userId="f02a7e79df86ceb8" providerId="Windows Live" clId="Web-{21D98390-77B7-4E13-9494-BC3665EBCD26}" dt="2023-05-22T17:28:46.240" v="3645" actId="1076"/>
        <pc:sldMkLst>
          <pc:docMk/>
          <pc:sldMk cId="1739347647" sldId="1187"/>
        </pc:sldMkLst>
        <pc:spChg chg="add del mod">
          <ac:chgData name="Joseph Ross" userId="f02a7e79df86ceb8" providerId="Windows Live" clId="Web-{21D98390-77B7-4E13-9494-BC3665EBCD26}" dt="2023-05-22T17:26:49.127" v="3627"/>
          <ac:spMkLst>
            <pc:docMk/>
            <pc:sldMk cId="1739347647" sldId="1187"/>
            <ac:spMk id="2" creationId="{7CA017E3-8031-C3A7-184C-E61A41788F4C}"/>
          </ac:spMkLst>
        </pc:spChg>
        <pc:spChg chg="mod">
          <ac:chgData name="Joseph Ross" userId="f02a7e79df86ceb8" providerId="Windows Live" clId="Web-{21D98390-77B7-4E13-9494-BC3665EBCD26}" dt="2023-05-22T16:47:54.301" v="1600" actId="20577"/>
          <ac:spMkLst>
            <pc:docMk/>
            <pc:sldMk cId="1739347647" sldId="1187"/>
            <ac:spMk id="3" creationId="{8B7BB539-E66E-9E91-A9AC-7195446A1830}"/>
          </ac:spMkLst>
        </pc:spChg>
        <pc:spChg chg="del">
          <ac:chgData name="Joseph Ross" userId="f02a7e79df86ceb8" providerId="Windows Live" clId="Web-{21D98390-77B7-4E13-9494-BC3665EBCD26}" dt="2023-05-22T16:48:55.333" v="1613"/>
          <ac:spMkLst>
            <pc:docMk/>
            <pc:sldMk cId="1739347647" sldId="1187"/>
            <ac:spMk id="5" creationId="{DF34FBCC-87B3-1669-D0F0-0CDA8C6561EF}"/>
          </ac:spMkLst>
        </pc:spChg>
        <pc:spChg chg="del">
          <ac:chgData name="Joseph Ross" userId="f02a7e79df86ceb8" providerId="Windows Live" clId="Web-{21D98390-77B7-4E13-9494-BC3665EBCD26}" dt="2023-05-22T16:49:27.991" v="1662"/>
          <ac:spMkLst>
            <pc:docMk/>
            <pc:sldMk cId="1739347647" sldId="1187"/>
            <ac:spMk id="13" creationId="{B382CCBF-D069-DD34-C157-2E14B33A5937}"/>
          </ac:spMkLst>
        </pc:spChg>
        <pc:spChg chg="add">
          <ac:chgData name="Joseph Ross" userId="f02a7e79df86ceb8" providerId="Windows Live" clId="Web-{21D98390-77B7-4E13-9494-BC3665EBCD26}" dt="2023-05-22T17:26:46.549" v="3626"/>
          <ac:spMkLst>
            <pc:docMk/>
            <pc:sldMk cId="1739347647" sldId="1187"/>
            <ac:spMk id="15" creationId="{9F626458-B6A6-6D7F-C60F-7A3CA797C2BB}"/>
          </ac:spMkLst>
        </pc:spChg>
        <pc:spChg chg="mod">
          <ac:chgData name="Joseph Ross" userId="f02a7e79df86ceb8" providerId="Windows Live" clId="Web-{21D98390-77B7-4E13-9494-BC3665EBCD26}" dt="2023-05-22T16:48:23.567" v="1608" actId="20577"/>
          <ac:spMkLst>
            <pc:docMk/>
            <pc:sldMk cId="1739347647" sldId="1187"/>
            <ac:spMk id="16" creationId="{82B22DA5-EF8E-37F5-FC0B-251F58FE3FB4}"/>
          </ac:spMkLst>
        </pc:spChg>
        <pc:spChg chg="del">
          <ac:chgData name="Joseph Ross" userId="f02a7e79df86ceb8" providerId="Windows Live" clId="Web-{21D98390-77B7-4E13-9494-BC3665EBCD26}" dt="2023-05-22T16:48:57.162" v="1614"/>
          <ac:spMkLst>
            <pc:docMk/>
            <pc:sldMk cId="1739347647" sldId="1187"/>
            <ac:spMk id="17" creationId="{1A925B73-4C24-F3F3-D684-92517362EA46}"/>
          </ac:spMkLst>
        </pc:spChg>
        <pc:spChg chg="add mod">
          <ac:chgData name="Joseph Ross" userId="f02a7e79df86ceb8" providerId="Windows Live" clId="Web-{21D98390-77B7-4E13-9494-BC3665EBCD26}" dt="2023-05-22T17:28:19.333" v="3631" actId="1076"/>
          <ac:spMkLst>
            <pc:docMk/>
            <pc:sldMk cId="1739347647" sldId="1187"/>
            <ac:spMk id="19" creationId="{73C3D811-C09A-997E-411B-5BFFFC33C80B}"/>
          </ac:spMkLst>
        </pc:spChg>
        <pc:spChg chg="add mod">
          <ac:chgData name="Joseph Ross" userId="f02a7e79df86ceb8" providerId="Windows Live" clId="Web-{21D98390-77B7-4E13-9494-BC3665EBCD26}" dt="2023-05-22T17:28:33.380" v="3638" actId="1076"/>
          <ac:spMkLst>
            <pc:docMk/>
            <pc:sldMk cId="1739347647" sldId="1187"/>
            <ac:spMk id="21" creationId="{CA40AD01-9830-B887-DDC5-1B97B1E27235}"/>
          </ac:spMkLst>
        </pc:spChg>
        <pc:spChg chg="add mod">
          <ac:chgData name="Joseph Ross" userId="f02a7e79df86ceb8" providerId="Windows Live" clId="Web-{21D98390-77B7-4E13-9494-BC3665EBCD26}" dt="2023-05-22T17:28:33.395" v="3639" actId="1076"/>
          <ac:spMkLst>
            <pc:docMk/>
            <pc:sldMk cId="1739347647" sldId="1187"/>
            <ac:spMk id="23" creationId="{0A1BEDC2-88A2-F236-BB31-84C8877D918F}"/>
          </ac:spMkLst>
        </pc:spChg>
        <pc:spChg chg="add mod">
          <ac:chgData name="Joseph Ross" userId="f02a7e79df86ceb8" providerId="Windows Live" clId="Web-{21D98390-77B7-4E13-9494-BC3665EBCD26}" dt="2023-05-22T17:28:33.411" v="3640" actId="1076"/>
          <ac:spMkLst>
            <pc:docMk/>
            <pc:sldMk cId="1739347647" sldId="1187"/>
            <ac:spMk id="25" creationId="{49CF7E33-D4A5-38DC-A8BC-DE9D8BEF525D}"/>
          </ac:spMkLst>
        </pc:spChg>
        <pc:spChg chg="add mod">
          <ac:chgData name="Joseph Ross" userId="f02a7e79df86ceb8" providerId="Windows Live" clId="Web-{21D98390-77B7-4E13-9494-BC3665EBCD26}" dt="2023-05-22T17:28:33.411" v="3641" actId="1076"/>
          <ac:spMkLst>
            <pc:docMk/>
            <pc:sldMk cId="1739347647" sldId="1187"/>
            <ac:spMk id="27" creationId="{EA7001A0-22D6-8D26-B74A-3C05F6EC1D41}"/>
          </ac:spMkLst>
        </pc:spChg>
        <pc:spChg chg="add mod">
          <ac:chgData name="Joseph Ross" userId="f02a7e79df86ceb8" providerId="Windows Live" clId="Web-{21D98390-77B7-4E13-9494-BC3665EBCD26}" dt="2023-05-22T17:28:33.411" v="3642" actId="1076"/>
          <ac:spMkLst>
            <pc:docMk/>
            <pc:sldMk cId="1739347647" sldId="1187"/>
            <ac:spMk id="29" creationId="{BC23F30B-6DB3-C814-8812-67FEDC1B4FA6}"/>
          </ac:spMkLst>
        </pc:spChg>
        <pc:spChg chg="add mod">
          <ac:chgData name="Joseph Ross" userId="f02a7e79df86ceb8" providerId="Windows Live" clId="Web-{21D98390-77B7-4E13-9494-BC3665EBCD26}" dt="2023-05-22T17:28:33.427" v="3643" actId="1076"/>
          <ac:spMkLst>
            <pc:docMk/>
            <pc:sldMk cId="1739347647" sldId="1187"/>
            <ac:spMk id="31" creationId="{29F8F8C5-65A6-8883-0431-28FDD1325F88}"/>
          </ac:spMkLst>
        </pc:spChg>
        <pc:spChg chg="add mod">
          <ac:chgData name="Joseph Ross" userId="f02a7e79df86ceb8" providerId="Windows Live" clId="Web-{21D98390-77B7-4E13-9494-BC3665EBCD26}" dt="2023-05-22T17:28:46.240" v="3645" actId="1076"/>
          <ac:spMkLst>
            <pc:docMk/>
            <pc:sldMk cId="1739347647" sldId="1187"/>
            <ac:spMk id="33" creationId="{4FE33A41-2EB2-36D3-0170-1840FE48EF46}"/>
          </ac:spMkLst>
        </pc:spChg>
        <pc:picChg chg="mod">
          <ac:chgData name="Joseph Ross" userId="f02a7e79df86ceb8" providerId="Windows Live" clId="Web-{21D98390-77B7-4E13-9494-BC3665EBCD26}" dt="2023-05-22T16:49:00.177" v="1615" actId="14100"/>
          <ac:picMkLst>
            <pc:docMk/>
            <pc:sldMk cId="1739347647" sldId="1187"/>
            <ac:picMk id="4" creationId="{C196B6DA-A6C0-D878-9DD5-46A9F5E6F6BC}"/>
          </ac:picMkLst>
        </pc:picChg>
        <pc:cxnChg chg="del">
          <ac:chgData name="Joseph Ross" userId="f02a7e79df86ceb8" providerId="Windows Live" clId="Web-{21D98390-77B7-4E13-9494-BC3665EBCD26}" dt="2023-05-22T16:48:53.943" v="1612"/>
          <ac:cxnSpMkLst>
            <pc:docMk/>
            <pc:sldMk cId="1739347647" sldId="1187"/>
            <ac:cxnSpMk id="7" creationId="{9156083E-ABDE-04FB-F9AF-9E0900922562}"/>
          </ac:cxnSpMkLst>
        </pc:cxnChg>
        <pc:cxnChg chg="del">
          <ac:chgData name="Joseph Ross" userId="f02a7e79df86ceb8" providerId="Windows Live" clId="Web-{21D98390-77B7-4E13-9494-BC3665EBCD26}" dt="2023-05-22T16:49:23.162" v="1661"/>
          <ac:cxnSpMkLst>
            <pc:docMk/>
            <pc:sldMk cId="1739347647" sldId="1187"/>
            <ac:cxnSpMk id="8" creationId="{09A10D10-275C-E514-21E5-0E373DEFBCE3}"/>
          </ac:cxnSpMkLst>
        </pc:cxnChg>
      </pc:sldChg>
      <pc:sldChg chg="addSp delSp">
        <pc:chgData name="Joseph Ross" userId="f02a7e79df86ceb8" providerId="Windows Live" clId="Web-{21D98390-77B7-4E13-9494-BC3665EBCD26}" dt="2023-05-22T17:23:25.493" v="3593"/>
        <pc:sldMkLst>
          <pc:docMk/>
          <pc:sldMk cId="2445795124" sldId="1188"/>
        </pc:sldMkLst>
        <pc:spChg chg="add del">
          <ac:chgData name="Joseph Ross" userId="f02a7e79df86ceb8" providerId="Windows Live" clId="Web-{21D98390-77B7-4E13-9494-BC3665EBCD26}" dt="2023-05-22T17:23:11.930" v="3590"/>
          <ac:spMkLst>
            <pc:docMk/>
            <pc:sldMk cId="2445795124" sldId="1188"/>
            <ac:spMk id="8" creationId="{DCD18EEE-3E12-FA4B-15E3-1C5A43A73B35}"/>
          </ac:spMkLst>
        </pc:spChg>
        <pc:spChg chg="add del">
          <ac:chgData name="Joseph Ross" userId="f02a7e79df86ceb8" providerId="Windows Live" clId="Web-{21D98390-77B7-4E13-9494-BC3665EBCD26}" dt="2023-05-22T17:23:18.664" v="3592"/>
          <ac:spMkLst>
            <pc:docMk/>
            <pc:sldMk cId="2445795124" sldId="1188"/>
            <ac:spMk id="14" creationId="{06A9D063-D61E-D117-F04D-14B0D9A1CF20}"/>
          </ac:spMkLst>
        </pc:spChg>
        <pc:spChg chg="add">
          <ac:chgData name="Joseph Ross" userId="f02a7e79df86ceb8" providerId="Windows Live" clId="Web-{21D98390-77B7-4E13-9494-BC3665EBCD26}" dt="2023-05-22T17:23:25.493" v="3593"/>
          <ac:spMkLst>
            <pc:docMk/>
            <pc:sldMk cId="2445795124" sldId="1188"/>
            <ac:spMk id="27" creationId="{467BE263-3BA2-FC16-5098-074BFA8F6990}"/>
          </ac:spMkLst>
        </pc:spChg>
      </pc:sldChg>
      <pc:sldChg chg="addSp delSp modSp add ord replId">
        <pc:chgData name="Joseph Ross" userId="f02a7e79df86ceb8" providerId="Windows Live" clId="Web-{21D98390-77B7-4E13-9494-BC3665EBCD26}" dt="2023-05-22T16:54:38.852" v="2335"/>
        <pc:sldMkLst>
          <pc:docMk/>
          <pc:sldMk cId="1734238477" sldId="1189"/>
        </pc:sldMkLst>
        <pc:spChg chg="del mod">
          <ac:chgData name="Joseph Ross" userId="f02a7e79df86ceb8" providerId="Windows Live" clId="Web-{21D98390-77B7-4E13-9494-BC3665EBCD26}" dt="2023-05-22T16:53:43.897" v="2235"/>
          <ac:spMkLst>
            <pc:docMk/>
            <pc:sldMk cId="1734238477" sldId="1189"/>
            <ac:spMk id="4" creationId="{D4BD33E0-9529-560A-D81D-4D02C7CF1DB1}"/>
          </ac:spMkLst>
        </pc:spChg>
        <pc:spChg chg="add mod">
          <ac:chgData name="Joseph Ross" userId="f02a7e79df86ceb8" providerId="Windows Live" clId="Web-{21D98390-77B7-4E13-9494-BC3665EBCD26}" dt="2023-05-22T16:53:53.272" v="2264" actId="20577"/>
          <ac:spMkLst>
            <pc:docMk/>
            <pc:sldMk cId="1734238477" sldId="1189"/>
            <ac:spMk id="5" creationId="{C4A1C5BF-DBE0-299D-57D0-283E63772803}"/>
          </ac:spMkLst>
        </pc:spChg>
        <pc:spChg chg="del">
          <ac:chgData name="Joseph Ross" userId="f02a7e79df86ceb8" providerId="Windows Live" clId="Web-{21D98390-77B7-4E13-9494-BC3665EBCD26}" dt="2023-05-22T16:54:30.445" v="2330"/>
          <ac:spMkLst>
            <pc:docMk/>
            <pc:sldMk cId="1734238477" sldId="1189"/>
            <ac:spMk id="27" creationId="{F46F7630-7D3E-31F6-E561-9021C05381C7}"/>
          </ac:spMkLst>
        </pc:spChg>
        <pc:spChg chg="del">
          <ac:chgData name="Joseph Ross" userId="f02a7e79df86ceb8" providerId="Windows Live" clId="Web-{21D98390-77B7-4E13-9494-BC3665EBCD26}" dt="2023-05-22T16:54:38.852" v="2335"/>
          <ac:spMkLst>
            <pc:docMk/>
            <pc:sldMk cId="1734238477" sldId="1189"/>
            <ac:spMk id="28" creationId="{4CB77F97-30D2-C040-C887-97B74BFE62A5}"/>
          </ac:spMkLst>
        </pc:spChg>
        <pc:spChg chg="del">
          <ac:chgData name="Joseph Ross" userId="f02a7e79df86ceb8" providerId="Windows Live" clId="Web-{21D98390-77B7-4E13-9494-BC3665EBCD26}" dt="2023-05-22T16:54:38.852" v="2334"/>
          <ac:spMkLst>
            <pc:docMk/>
            <pc:sldMk cId="1734238477" sldId="1189"/>
            <ac:spMk id="33" creationId="{4CB6B5AC-E309-582E-09EB-C777203BECEE}"/>
          </ac:spMkLst>
        </pc:spChg>
        <pc:spChg chg="del">
          <ac:chgData name="Joseph Ross" userId="f02a7e79df86ceb8" providerId="Windows Live" clId="Web-{21D98390-77B7-4E13-9494-BC3665EBCD26}" dt="2023-05-22T16:54:30.445" v="2329"/>
          <ac:spMkLst>
            <pc:docMk/>
            <pc:sldMk cId="1734238477" sldId="1189"/>
            <ac:spMk id="36" creationId="{6332EAD8-9471-E680-AAC4-7266B62E691D}"/>
          </ac:spMkLst>
        </pc:spChg>
        <pc:spChg chg="del">
          <ac:chgData name="Joseph Ross" userId="f02a7e79df86ceb8" providerId="Windows Live" clId="Web-{21D98390-77B7-4E13-9494-BC3665EBCD26}" dt="2023-05-22T16:54:30.445" v="2328"/>
          <ac:spMkLst>
            <pc:docMk/>
            <pc:sldMk cId="1734238477" sldId="1189"/>
            <ac:spMk id="39" creationId="{DE9F7752-13DA-584C-B7B6-CBF7D1180680}"/>
          </ac:spMkLst>
        </pc:spChg>
        <pc:spChg chg="del">
          <ac:chgData name="Joseph Ross" userId="f02a7e79df86ceb8" providerId="Windows Live" clId="Web-{21D98390-77B7-4E13-9494-BC3665EBCD26}" dt="2023-05-22T16:54:38.852" v="2333"/>
          <ac:spMkLst>
            <pc:docMk/>
            <pc:sldMk cId="1734238477" sldId="1189"/>
            <ac:spMk id="40" creationId="{2B610DB0-481B-EE4A-20F4-9BC9958BD6A5}"/>
          </ac:spMkLst>
        </pc:spChg>
        <pc:spChg chg="del">
          <ac:chgData name="Joseph Ross" userId="f02a7e79df86ceb8" providerId="Windows Live" clId="Web-{21D98390-77B7-4E13-9494-BC3665EBCD26}" dt="2023-05-22T16:54:38.852" v="2332"/>
          <ac:spMkLst>
            <pc:docMk/>
            <pc:sldMk cId="1734238477" sldId="1189"/>
            <ac:spMk id="41" creationId="{4E4CF6BA-095F-D53C-B1A7-9FD01BAD7C19}"/>
          </ac:spMkLst>
        </pc:spChg>
        <pc:spChg chg="del">
          <ac:chgData name="Joseph Ross" userId="f02a7e79df86ceb8" providerId="Windows Live" clId="Web-{21D98390-77B7-4E13-9494-BC3665EBCD26}" dt="2023-05-22T16:54:30.445" v="2327"/>
          <ac:spMkLst>
            <pc:docMk/>
            <pc:sldMk cId="1734238477" sldId="1189"/>
            <ac:spMk id="42" creationId="{E3F7ACBC-73AA-BCFB-7066-9EC99BAA2826}"/>
          </ac:spMkLst>
        </pc:spChg>
        <pc:spChg chg="del">
          <ac:chgData name="Joseph Ross" userId="f02a7e79df86ceb8" providerId="Windows Live" clId="Web-{21D98390-77B7-4E13-9494-BC3665EBCD26}" dt="2023-05-22T16:54:30.445" v="2326"/>
          <ac:spMkLst>
            <pc:docMk/>
            <pc:sldMk cId="1734238477" sldId="1189"/>
            <ac:spMk id="49" creationId="{E6088AB6-C110-97C3-A607-618639085246}"/>
          </ac:spMkLst>
        </pc:spChg>
        <pc:spChg chg="del">
          <ac:chgData name="Joseph Ross" userId="f02a7e79df86ceb8" providerId="Windows Live" clId="Web-{21D98390-77B7-4E13-9494-BC3665EBCD26}" dt="2023-05-22T16:54:38.852" v="2331"/>
          <ac:spMkLst>
            <pc:docMk/>
            <pc:sldMk cId="1734238477" sldId="1189"/>
            <ac:spMk id="50" creationId="{CE7F73E8-E5BD-2870-2D07-2D077D37ECE0}"/>
          </ac:spMkLst>
        </pc:spChg>
        <pc:graphicFrameChg chg="mod modGraphic">
          <ac:chgData name="Joseph Ross" userId="f02a7e79df86ceb8" providerId="Windows Live" clId="Web-{21D98390-77B7-4E13-9494-BC3665EBCD26}" dt="2023-05-22T16:54:21.351" v="2320"/>
          <ac:graphicFrameMkLst>
            <pc:docMk/>
            <pc:sldMk cId="1734238477" sldId="1189"/>
            <ac:graphicFrameMk id="3" creationId="{435176B8-4A49-1DC3-AC4F-980224F58F3E}"/>
          </ac:graphicFrameMkLst>
        </pc:graphicFrameChg>
        <pc:picChg chg="del">
          <ac:chgData name="Joseph Ross" userId="f02a7e79df86ceb8" providerId="Windows Live" clId="Web-{21D98390-77B7-4E13-9494-BC3665EBCD26}" dt="2023-05-22T16:54:25.898" v="2325"/>
          <ac:picMkLst>
            <pc:docMk/>
            <pc:sldMk cId="1734238477" sldId="1189"/>
            <ac:picMk id="16" creationId="{6316D79A-64A5-BCEA-67BE-F138632C071C}"/>
          </ac:picMkLst>
        </pc:picChg>
        <pc:picChg chg="del">
          <ac:chgData name="Joseph Ross" userId="f02a7e79df86ceb8" providerId="Windows Live" clId="Web-{21D98390-77B7-4E13-9494-BC3665EBCD26}" dt="2023-05-22T16:54:25.898" v="2324"/>
          <ac:picMkLst>
            <pc:docMk/>
            <pc:sldMk cId="1734238477" sldId="1189"/>
            <ac:picMk id="20" creationId="{A043D19B-0733-306E-49F1-DD13DA1434AF}"/>
          </ac:picMkLst>
        </pc:picChg>
        <pc:picChg chg="del">
          <ac:chgData name="Joseph Ross" userId="f02a7e79df86ceb8" providerId="Windows Live" clId="Web-{21D98390-77B7-4E13-9494-BC3665EBCD26}" dt="2023-05-22T16:54:25.882" v="2323"/>
          <ac:picMkLst>
            <pc:docMk/>
            <pc:sldMk cId="1734238477" sldId="1189"/>
            <ac:picMk id="25" creationId="{825A9677-E94D-2610-7ABE-8F8CE0029BCE}"/>
          </ac:picMkLst>
        </pc:picChg>
        <pc:picChg chg="del">
          <ac:chgData name="Joseph Ross" userId="f02a7e79df86ceb8" providerId="Windows Live" clId="Web-{21D98390-77B7-4E13-9494-BC3665EBCD26}" dt="2023-05-22T16:54:25.882" v="2322"/>
          <ac:picMkLst>
            <pc:docMk/>
            <pc:sldMk cId="1734238477" sldId="1189"/>
            <ac:picMk id="46" creationId="{20D09554-C296-FE90-B821-A2D045BF632F}"/>
          </ac:picMkLst>
        </pc:picChg>
        <pc:picChg chg="del">
          <ac:chgData name="Joseph Ross" userId="f02a7e79df86ceb8" providerId="Windows Live" clId="Web-{21D98390-77B7-4E13-9494-BC3665EBCD26}" dt="2023-05-22T16:54:25.882" v="2321"/>
          <ac:picMkLst>
            <pc:docMk/>
            <pc:sldMk cId="1734238477" sldId="1189"/>
            <ac:picMk id="48" creationId="{9407A094-1754-4B5D-A76B-A9652BB4D854}"/>
          </ac:picMkLst>
        </pc:picChg>
      </pc:sldChg>
      <pc:sldChg chg="addSp delSp modSp add replId">
        <pc:chgData name="Joseph Ross" userId="f02a7e79df86ceb8" providerId="Windows Live" clId="Web-{21D98390-77B7-4E13-9494-BC3665EBCD26}" dt="2023-05-22T17:03:27.444" v="2773" actId="1076"/>
        <pc:sldMkLst>
          <pc:docMk/>
          <pc:sldMk cId="2075183904" sldId="1190"/>
        </pc:sldMkLst>
        <pc:spChg chg="mod">
          <ac:chgData name="Joseph Ross" userId="f02a7e79df86ceb8" providerId="Windows Live" clId="Web-{21D98390-77B7-4E13-9494-BC3665EBCD26}" dt="2023-05-22T16:56:46.637" v="2364" actId="20577"/>
          <ac:spMkLst>
            <pc:docMk/>
            <pc:sldMk cId="2075183904" sldId="1190"/>
            <ac:spMk id="8" creationId="{8780F0AB-8ACA-7EED-A411-FA546A03EDC0}"/>
          </ac:spMkLst>
        </pc:spChg>
        <pc:spChg chg="del">
          <ac:chgData name="Joseph Ross" userId="f02a7e79df86ceb8" providerId="Windows Live" clId="Web-{21D98390-77B7-4E13-9494-BC3665EBCD26}" dt="2023-05-22T17:00:47.190" v="2541"/>
          <ac:spMkLst>
            <pc:docMk/>
            <pc:sldMk cId="2075183904" sldId="1190"/>
            <ac:spMk id="18" creationId="{4811A1D8-B6B6-E889-E8BF-EBEA3AE3E659}"/>
          </ac:spMkLst>
        </pc:spChg>
        <pc:spChg chg="del">
          <ac:chgData name="Joseph Ross" userId="f02a7e79df86ceb8" providerId="Windows Live" clId="Web-{21D98390-77B7-4E13-9494-BC3665EBCD26}" dt="2023-05-22T17:00:44.690" v="2540"/>
          <ac:spMkLst>
            <pc:docMk/>
            <pc:sldMk cId="2075183904" sldId="1190"/>
            <ac:spMk id="19" creationId="{609D17F3-2605-B6D5-D40C-5CE53C7EF955}"/>
          </ac:spMkLst>
        </pc:spChg>
        <pc:spChg chg="del">
          <ac:chgData name="Joseph Ross" userId="f02a7e79df86ceb8" providerId="Windows Live" clId="Web-{21D98390-77B7-4E13-9494-BC3665EBCD26}" dt="2023-05-22T17:00:48.799" v="2542"/>
          <ac:spMkLst>
            <pc:docMk/>
            <pc:sldMk cId="2075183904" sldId="1190"/>
            <ac:spMk id="20" creationId="{B2AAEA4B-65B1-8313-BAFC-68F3D89AFB8A}"/>
          </ac:spMkLst>
        </pc:spChg>
        <pc:spChg chg="del">
          <ac:chgData name="Joseph Ross" userId="f02a7e79df86ceb8" providerId="Windows Live" clId="Web-{21D98390-77B7-4E13-9494-BC3665EBCD26}" dt="2023-05-22T17:00:36.017" v="2537"/>
          <ac:spMkLst>
            <pc:docMk/>
            <pc:sldMk cId="2075183904" sldId="1190"/>
            <ac:spMk id="21" creationId="{2266FB13-FE27-A3B8-B685-692A5269AC36}"/>
          </ac:spMkLst>
        </pc:spChg>
        <pc:spChg chg="del">
          <ac:chgData name="Joseph Ross" userId="f02a7e79df86ceb8" providerId="Windows Live" clId="Web-{21D98390-77B7-4E13-9494-BC3665EBCD26}" dt="2023-05-22T17:00:14.486" v="2534"/>
          <ac:spMkLst>
            <pc:docMk/>
            <pc:sldMk cId="2075183904" sldId="1190"/>
            <ac:spMk id="22" creationId="{AC8AD56D-D3A4-F1FA-CD6F-BCFCF32C484D}"/>
          </ac:spMkLst>
        </pc:spChg>
        <pc:spChg chg="mod">
          <ac:chgData name="Joseph Ross" userId="f02a7e79df86ceb8" providerId="Windows Live" clId="Web-{21D98390-77B7-4E13-9494-BC3665EBCD26}" dt="2023-05-22T16:58:58.656" v="2385" actId="20577"/>
          <ac:spMkLst>
            <pc:docMk/>
            <pc:sldMk cId="2075183904" sldId="1190"/>
            <ac:spMk id="23" creationId="{B28E5ED6-4485-DE26-9CFA-A2B2D764E0F0}"/>
          </ac:spMkLst>
        </pc:spChg>
        <pc:spChg chg="mod">
          <ac:chgData name="Joseph Ross" userId="f02a7e79df86ceb8" providerId="Windows Live" clId="Web-{21D98390-77B7-4E13-9494-BC3665EBCD26}" dt="2023-05-22T16:59:15.531" v="2419" actId="20577"/>
          <ac:spMkLst>
            <pc:docMk/>
            <pc:sldMk cId="2075183904" sldId="1190"/>
            <ac:spMk id="24" creationId="{4B460717-8ED5-2F06-6E84-7DA548696B87}"/>
          </ac:spMkLst>
        </pc:spChg>
        <pc:spChg chg="mod">
          <ac:chgData name="Joseph Ross" userId="f02a7e79df86ceb8" providerId="Windows Live" clId="Web-{21D98390-77B7-4E13-9494-BC3665EBCD26}" dt="2023-05-22T17:00:41.674" v="2539" actId="14100"/>
          <ac:spMkLst>
            <pc:docMk/>
            <pc:sldMk cId="2075183904" sldId="1190"/>
            <ac:spMk id="25" creationId="{2CA272B1-6E50-8BBD-C21B-C57D10002E96}"/>
          </ac:spMkLst>
        </pc:spChg>
        <pc:spChg chg="mod">
          <ac:chgData name="Joseph Ross" userId="f02a7e79df86ceb8" providerId="Windows Live" clId="Web-{21D98390-77B7-4E13-9494-BC3665EBCD26}" dt="2023-05-22T17:00:20.767" v="2536" actId="1076"/>
          <ac:spMkLst>
            <pc:docMk/>
            <pc:sldMk cId="2075183904" sldId="1190"/>
            <ac:spMk id="26" creationId="{52E5BDCD-AC46-1707-7479-76A69EDFF1CA}"/>
          </ac:spMkLst>
        </pc:spChg>
        <pc:spChg chg="del">
          <ac:chgData name="Joseph Ross" userId="f02a7e79df86ceb8" providerId="Windows Live" clId="Web-{21D98390-77B7-4E13-9494-BC3665EBCD26}" dt="2023-05-22T17:00:14.486" v="2533"/>
          <ac:spMkLst>
            <pc:docMk/>
            <pc:sldMk cId="2075183904" sldId="1190"/>
            <ac:spMk id="27" creationId="{DAFB5193-1C0D-EAA9-DC2D-D11F144076B6}"/>
          </ac:spMkLst>
        </pc:spChg>
        <pc:spChg chg="del">
          <ac:chgData name="Joseph Ross" userId="f02a7e79df86ceb8" providerId="Windows Live" clId="Web-{21D98390-77B7-4E13-9494-BC3665EBCD26}" dt="2023-05-22T17:00:54.377" v="2543"/>
          <ac:spMkLst>
            <pc:docMk/>
            <pc:sldMk cId="2075183904" sldId="1190"/>
            <ac:spMk id="30" creationId="{F2302105-CDEE-1117-A3B0-95247EC41E36}"/>
          </ac:spMkLst>
        </pc:spChg>
        <pc:spChg chg="del">
          <ac:chgData name="Joseph Ross" userId="f02a7e79df86ceb8" providerId="Windows Live" clId="Web-{21D98390-77B7-4E13-9494-BC3665EBCD26}" dt="2023-05-22T17:00:54.877" v="2544"/>
          <ac:spMkLst>
            <pc:docMk/>
            <pc:sldMk cId="2075183904" sldId="1190"/>
            <ac:spMk id="31" creationId="{AE122126-418C-DFEB-94D5-DB502D44FEFD}"/>
          </ac:spMkLst>
        </pc:spChg>
        <pc:spChg chg="del">
          <ac:chgData name="Joseph Ross" userId="f02a7e79df86ceb8" providerId="Windows Live" clId="Web-{21D98390-77B7-4E13-9494-BC3665EBCD26}" dt="2023-05-22T17:00:55.252" v="2545"/>
          <ac:spMkLst>
            <pc:docMk/>
            <pc:sldMk cId="2075183904" sldId="1190"/>
            <ac:spMk id="32" creationId="{52D0F825-34B2-1204-EC93-10A44E4F8A69}"/>
          </ac:spMkLst>
        </pc:spChg>
        <pc:spChg chg="del">
          <ac:chgData name="Joseph Ross" userId="f02a7e79df86ceb8" providerId="Windows Live" clId="Web-{21D98390-77B7-4E13-9494-BC3665EBCD26}" dt="2023-05-22T17:00:36.017" v="2538"/>
          <ac:spMkLst>
            <pc:docMk/>
            <pc:sldMk cId="2075183904" sldId="1190"/>
            <ac:spMk id="33" creationId="{9F4FD054-A604-15AB-73F6-6ECEB5CF59D4}"/>
          </ac:spMkLst>
        </pc:spChg>
        <pc:spChg chg="del">
          <ac:chgData name="Joseph Ross" userId="f02a7e79df86ceb8" providerId="Windows Live" clId="Web-{21D98390-77B7-4E13-9494-BC3665EBCD26}" dt="2023-05-22T17:00:14.486" v="2535"/>
          <ac:spMkLst>
            <pc:docMk/>
            <pc:sldMk cId="2075183904" sldId="1190"/>
            <ac:spMk id="34" creationId="{8B37B209-23B8-A2A5-3F44-D4C9EBCCA5E6}"/>
          </ac:spMkLst>
        </pc:spChg>
        <pc:graphicFrameChg chg="add mod modGraphic">
          <ac:chgData name="Joseph Ross" userId="f02a7e79df86ceb8" providerId="Windows Live" clId="Web-{21D98390-77B7-4E13-9494-BC3665EBCD26}" dt="2023-05-22T17:03:27.444" v="2773" actId="1076"/>
          <ac:graphicFrameMkLst>
            <pc:docMk/>
            <pc:sldMk cId="2075183904" sldId="1190"/>
            <ac:graphicFrameMk id="2" creationId="{C137EA74-6551-E953-8F3B-7BE50F8F36E3}"/>
          </ac:graphicFrameMkLst>
        </pc:graphicFrameChg>
      </pc:sldChg>
      <pc:sldChg chg="addSp delSp modSp add ord replId">
        <pc:chgData name="Joseph Ross" userId="f02a7e79df86ceb8" providerId="Windows Live" clId="Web-{21D98390-77B7-4E13-9494-BC3665EBCD26}" dt="2023-05-22T17:12:28.865" v="3300" actId="20577"/>
        <pc:sldMkLst>
          <pc:docMk/>
          <pc:sldMk cId="2682788356" sldId="1191"/>
        </pc:sldMkLst>
        <pc:spChg chg="add del mod">
          <ac:chgData name="Joseph Ross" userId="f02a7e79df86ceb8" providerId="Windows Live" clId="Web-{21D98390-77B7-4E13-9494-BC3665EBCD26}" dt="2023-05-22T17:06:40.214" v="2894"/>
          <ac:spMkLst>
            <pc:docMk/>
            <pc:sldMk cId="2682788356" sldId="1191"/>
            <ac:spMk id="2" creationId="{CE2B4B98-B13D-6188-F4DD-146AB7E4438A}"/>
          </ac:spMkLst>
        </pc:spChg>
        <pc:spChg chg="del mod">
          <ac:chgData name="Joseph Ross" userId="f02a7e79df86ceb8" providerId="Windows Live" clId="Web-{21D98390-77B7-4E13-9494-BC3665EBCD26}" dt="2023-05-22T17:11:20.848" v="3272"/>
          <ac:spMkLst>
            <pc:docMk/>
            <pc:sldMk cId="2682788356" sldId="1191"/>
            <ac:spMk id="4" creationId="{CA9D6D37-7F2D-41B5-5EB5-37BB1EFF9E0E}"/>
          </ac:spMkLst>
        </pc:spChg>
        <pc:spChg chg="add mod">
          <ac:chgData name="Joseph Ross" userId="f02a7e79df86ceb8" providerId="Windows Live" clId="Web-{21D98390-77B7-4E13-9494-BC3665EBCD26}" dt="2023-05-22T17:11:29.082" v="3273" actId="1076"/>
          <ac:spMkLst>
            <pc:docMk/>
            <pc:sldMk cId="2682788356" sldId="1191"/>
            <ac:spMk id="6" creationId="{4826AC15-5D26-BA6A-B1B3-32A0FA0310E0}"/>
          </ac:spMkLst>
        </pc:spChg>
        <pc:spChg chg="add mod">
          <ac:chgData name="Joseph Ross" userId="f02a7e79df86ceb8" providerId="Windows Live" clId="Web-{21D98390-77B7-4E13-9494-BC3665EBCD26}" dt="2023-05-22T17:11:29.098" v="3274" actId="1076"/>
          <ac:spMkLst>
            <pc:docMk/>
            <pc:sldMk cId="2682788356" sldId="1191"/>
            <ac:spMk id="7" creationId="{D11F3C11-FF31-3897-DD7E-24455E0AA925}"/>
          </ac:spMkLst>
        </pc:spChg>
        <pc:spChg chg="del">
          <ac:chgData name="Joseph Ross" userId="f02a7e79df86ceb8" providerId="Windows Live" clId="Web-{21D98390-77B7-4E13-9494-BC3665EBCD26}" dt="2023-05-22T17:06:03.182" v="2840"/>
          <ac:spMkLst>
            <pc:docMk/>
            <pc:sldMk cId="2682788356" sldId="1191"/>
            <ac:spMk id="8" creationId="{F2E6300A-0636-1F23-4CE9-A2E2C8C61C00}"/>
          </ac:spMkLst>
        </pc:spChg>
        <pc:spChg chg="add mod">
          <ac:chgData name="Joseph Ross" userId="f02a7e79df86ceb8" providerId="Windows Live" clId="Web-{21D98390-77B7-4E13-9494-BC3665EBCD26}" dt="2023-05-22T17:11:29.098" v="3275" actId="1076"/>
          <ac:spMkLst>
            <pc:docMk/>
            <pc:sldMk cId="2682788356" sldId="1191"/>
            <ac:spMk id="10" creationId="{2F0ACD7A-1223-FD4D-03AD-76FE908F6524}"/>
          </ac:spMkLst>
        </pc:spChg>
        <pc:spChg chg="add mod">
          <ac:chgData name="Joseph Ross" userId="f02a7e79df86ceb8" providerId="Windows Live" clId="Web-{21D98390-77B7-4E13-9494-BC3665EBCD26}" dt="2023-05-22T17:11:29.113" v="3276" actId="1076"/>
          <ac:spMkLst>
            <pc:docMk/>
            <pc:sldMk cId="2682788356" sldId="1191"/>
            <ac:spMk id="14" creationId="{7F26FAB8-67FA-B184-4355-503335B32D0E}"/>
          </ac:spMkLst>
        </pc:spChg>
        <pc:spChg chg="add mod">
          <ac:chgData name="Joseph Ross" userId="f02a7e79df86ceb8" providerId="Windows Live" clId="Web-{21D98390-77B7-4E13-9494-BC3665EBCD26}" dt="2023-05-22T17:11:31.239" v="3277" actId="1076"/>
          <ac:spMkLst>
            <pc:docMk/>
            <pc:sldMk cId="2682788356" sldId="1191"/>
            <ac:spMk id="15" creationId="{C7BAAF54-B49D-82A5-BD9A-B3AE29ABFB19}"/>
          </ac:spMkLst>
        </pc:spChg>
        <pc:spChg chg="add mod">
          <ac:chgData name="Joseph Ross" userId="f02a7e79df86ceb8" providerId="Windows Live" clId="Web-{21D98390-77B7-4E13-9494-BC3665EBCD26}" dt="2023-05-22T17:12:28.865" v="3300" actId="20577"/>
          <ac:spMkLst>
            <pc:docMk/>
            <pc:sldMk cId="2682788356" sldId="1191"/>
            <ac:spMk id="16" creationId="{6F9086BC-DEE3-676F-D3A2-A401BC0198F7}"/>
          </ac:spMkLst>
        </pc:spChg>
        <pc:spChg chg="add mod">
          <ac:chgData name="Joseph Ross" userId="f02a7e79df86ceb8" providerId="Windows Live" clId="Web-{21D98390-77B7-4E13-9494-BC3665EBCD26}" dt="2023-05-22T17:11:46.333" v="3288" actId="20577"/>
          <ac:spMkLst>
            <pc:docMk/>
            <pc:sldMk cId="2682788356" sldId="1191"/>
            <ac:spMk id="17" creationId="{1737C5D3-032A-5626-0874-648B7F0F5039}"/>
          </ac:spMkLst>
        </pc:spChg>
        <pc:spChg chg="add mod">
          <ac:chgData name="Joseph Ross" userId="f02a7e79df86ceb8" providerId="Windows Live" clId="Web-{21D98390-77B7-4E13-9494-BC3665EBCD26}" dt="2023-05-22T17:11:52.786" v="3290" actId="1076"/>
          <ac:spMkLst>
            <pc:docMk/>
            <pc:sldMk cId="2682788356" sldId="1191"/>
            <ac:spMk id="18" creationId="{25571BAE-1C40-7B55-B1E7-EAA5ECC15EF3}"/>
          </ac:spMkLst>
        </pc:spChg>
        <pc:spChg chg="add mod">
          <ac:chgData name="Joseph Ross" userId="f02a7e79df86ceb8" providerId="Windows Live" clId="Web-{21D98390-77B7-4E13-9494-BC3665EBCD26}" dt="2023-05-22T17:11:56.661" v="3292" actId="1076"/>
          <ac:spMkLst>
            <pc:docMk/>
            <pc:sldMk cId="2682788356" sldId="1191"/>
            <ac:spMk id="19" creationId="{2B1F6D7E-C878-775A-4D82-FB88A350187A}"/>
          </ac:spMkLst>
        </pc:spChg>
        <pc:graphicFrameChg chg="add del mod">
          <ac:chgData name="Joseph Ross" userId="f02a7e79df86ceb8" providerId="Windows Live" clId="Web-{21D98390-77B7-4E13-9494-BC3665EBCD26}" dt="2023-05-22T17:06:38.370" v="2893"/>
          <ac:graphicFrameMkLst>
            <pc:docMk/>
            <pc:sldMk cId="2682788356" sldId="1191"/>
            <ac:graphicFrameMk id="5" creationId="{AA517AB4-B3DD-705D-6D96-3236D1321ADF}"/>
          </ac:graphicFrameMkLst>
        </pc:graphicFrameChg>
        <pc:picChg chg="del">
          <ac:chgData name="Joseph Ross" userId="f02a7e79df86ceb8" providerId="Windows Live" clId="Web-{21D98390-77B7-4E13-9494-BC3665EBCD26}" dt="2023-05-22T17:07:42.325" v="2979"/>
          <ac:picMkLst>
            <pc:docMk/>
            <pc:sldMk cId="2682788356" sldId="1191"/>
            <ac:picMk id="13" creationId="{F4238492-B66F-9E89-9D2B-84B45D5B950D}"/>
          </ac:picMkLst>
        </pc:picChg>
      </pc:sldChg>
      <pc:sldChg chg="addSp delSp modSp add replId">
        <pc:chgData name="Joseph Ross" userId="f02a7e79df86ceb8" providerId="Windows Live" clId="Web-{21D98390-77B7-4E13-9494-BC3665EBCD26}" dt="2023-05-22T17:18:40.908" v="3484"/>
        <pc:sldMkLst>
          <pc:docMk/>
          <pc:sldMk cId="1140104069" sldId="1192"/>
        </pc:sldMkLst>
        <pc:spChg chg="add mod">
          <ac:chgData name="Joseph Ross" userId="f02a7e79df86ceb8" providerId="Windows Live" clId="Web-{21D98390-77B7-4E13-9494-BC3665EBCD26}" dt="2023-05-22T17:17:18.062" v="3416" actId="20577"/>
          <ac:spMkLst>
            <pc:docMk/>
            <pc:sldMk cId="1140104069" sldId="1192"/>
            <ac:spMk id="3" creationId="{3356CAD5-973F-C4B7-3A7E-485E96765A8A}"/>
          </ac:spMkLst>
        </pc:spChg>
        <pc:spChg chg="mod">
          <ac:chgData name="Joseph Ross" userId="f02a7e79df86ceb8" providerId="Windows Live" clId="Web-{21D98390-77B7-4E13-9494-BC3665EBCD26}" dt="2023-05-22T17:14:51.212" v="3331" actId="20577"/>
          <ac:spMkLst>
            <pc:docMk/>
            <pc:sldMk cId="1140104069" sldId="1192"/>
            <ac:spMk id="4" creationId="{D4BD33E0-9529-560A-D81D-4D02C7CF1DB1}"/>
          </ac:spMkLst>
        </pc:spChg>
        <pc:spChg chg="del">
          <ac:chgData name="Joseph Ross" userId="f02a7e79df86ceb8" providerId="Windows Live" clId="Web-{21D98390-77B7-4E13-9494-BC3665EBCD26}" dt="2023-05-22T17:18:40.908" v="3484"/>
          <ac:spMkLst>
            <pc:docMk/>
            <pc:sldMk cId="1140104069" sldId="1192"/>
            <ac:spMk id="5" creationId="{77D2FEB0-CC84-5118-6A69-D7E54955B2B6}"/>
          </ac:spMkLst>
        </pc:spChg>
        <pc:spChg chg="add mod">
          <ac:chgData name="Joseph Ross" userId="f02a7e79df86ceb8" providerId="Windows Live" clId="Web-{21D98390-77B7-4E13-9494-BC3665EBCD26}" dt="2023-05-22T17:17:33.843" v="3433" actId="20577"/>
          <ac:spMkLst>
            <pc:docMk/>
            <pc:sldMk cId="1140104069" sldId="1192"/>
            <ac:spMk id="6" creationId="{E2E9DFC4-4843-77A1-D717-D5D9A2A01A8D}"/>
          </ac:spMkLst>
        </pc:spChg>
        <pc:spChg chg="add mod">
          <ac:chgData name="Joseph Ross" userId="f02a7e79df86ceb8" providerId="Windows Live" clId="Web-{21D98390-77B7-4E13-9494-BC3665EBCD26}" dt="2023-05-22T17:17:58.938" v="3473" actId="20577"/>
          <ac:spMkLst>
            <pc:docMk/>
            <pc:sldMk cId="1140104069" sldId="1192"/>
            <ac:spMk id="7" creationId="{845CBA54-89C1-5FC8-F711-33F9DCB53FAE}"/>
          </ac:spMkLst>
        </pc:spChg>
        <pc:spChg chg="add mod">
          <ac:chgData name="Joseph Ross" userId="f02a7e79df86ceb8" providerId="Windows Live" clId="Web-{21D98390-77B7-4E13-9494-BC3665EBCD26}" dt="2023-05-22T17:18:19.532" v="3479" actId="20577"/>
          <ac:spMkLst>
            <pc:docMk/>
            <pc:sldMk cId="1140104069" sldId="1192"/>
            <ac:spMk id="8" creationId="{FB1D1ABD-5272-3D7C-451E-01C900CBFEAC}"/>
          </ac:spMkLst>
        </pc:spChg>
        <pc:spChg chg="add mod">
          <ac:chgData name="Joseph Ross" userId="f02a7e79df86ceb8" providerId="Windows Live" clId="Web-{21D98390-77B7-4E13-9494-BC3665EBCD26}" dt="2023-05-22T17:18:35.095" v="3483" actId="20577"/>
          <ac:spMkLst>
            <pc:docMk/>
            <pc:sldMk cId="1140104069" sldId="1192"/>
            <ac:spMk id="9" creationId="{5E7FC7D2-5666-4B17-9BB4-F168C303B3A1}"/>
          </ac:spMkLst>
        </pc:spChg>
        <pc:spChg chg="del">
          <ac:chgData name="Joseph Ross" userId="f02a7e79df86ceb8" providerId="Windows Live" clId="Web-{21D98390-77B7-4E13-9494-BC3665EBCD26}" dt="2023-05-22T17:16:21.231" v="3395"/>
          <ac:spMkLst>
            <pc:docMk/>
            <pc:sldMk cId="1140104069" sldId="1192"/>
            <ac:spMk id="10" creationId="{6BA20780-C055-1451-4C03-DD59832D9138}"/>
          </ac:spMkLst>
        </pc:spChg>
        <pc:spChg chg="del">
          <ac:chgData name="Joseph Ross" userId="f02a7e79df86ceb8" providerId="Windows Live" clId="Web-{21D98390-77B7-4E13-9494-BC3665EBCD26}" dt="2023-05-22T17:16:08.918" v="3386"/>
          <ac:spMkLst>
            <pc:docMk/>
            <pc:sldMk cId="1140104069" sldId="1192"/>
            <ac:spMk id="11" creationId="{349C726F-08F9-3D0B-DA8D-F7DF6BF706F6}"/>
          </ac:spMkLst>
        </pc:spChg>
        <pc:spChg chg="del">
          <ac:chgData name="Joseph Ross" userId="f02a7e79df86ceb8" providerId="Windows Live" clId="Web-{21D98390-77B7-4E13-9494-BC3665EBCD26}" dt="2023-05-22T17:16:08.918" v="3385"/>
          <ac:spMkLst>
            <pc:docMk/>
            <pc:sldMk cId="1140104069" sldId="1192"/>
            <ac:spMk id="12" creationId="{5D987FC4-D467-32CB-C941-EFCFA69E6111}"/>
          </ac:spMkLst>
        </pc:spChg>
        <pc:spChg chg="mod">
          <ac:chgData name="Joseph Ross" userId="f02a7e79df86ceb8" providerId="Windows Live" clId="Web-{21D98390-77B7-4E13-9494-BC3665EBCD26}" dt="2023-05-22T17:15:41.167" v="3381" actId="20577"/>
          <ac:spMkLst>
            <pc:docMk/>
            <pc:sldMk cId="1140104069" sldId="1192"/>
            <ac:spMk id="17" creationId="{B2C54276-F9FB-108A-DF8E-BFFAA41844FA}"/>
          </ac:spMkLst>
        </pc:spChg>
        <pc:spChg chg="del">
          <ac:chgData name="Joseph Ross" userId="f02a7e79df86ceb8" providerId="Windows Live" clId="Web-{21D98390-77B7-4E13-9494-BC3665EBCD26}" dt="2023-05-22T17:16:21.231" v="3394"/>
          <ac:spMkLst>
            <pc:docMk/>
            <pc:sldMk cId="1140104069" sldId="1192"/>
            <ac:spMk id="18" creationId="{33405EAF-29FE-2A55-8A16-14F5521D8D0F}"/>
          </ac:spMkLst>
        </pc:spChg>
        <pc:spChg chg="del">
          <ac:chgData name="Joseph Ross" userId="f02a7e79df86ceb8" providerId="Windows Live" clId="Web-{21D98390-77B7-4E13-9494-BC3665EBCD26}" dt="2023-05-22T17:16:21.231" v="3393"/>
          <ac:spMkLst>
            <pc:docMk/>
            <pc:sldMk cId="1140104069" sldId="1192"/>
            <ac:spMk id="22" creationId="{41E379C2-4BDE-DFC7-4C81-E2A6B73DB92A}"/>
          </ac:spMkLst>
        </pc:spChg>
        <pc:spChg chg="del">
          <ac:chgData name="Joseph Ross" userId="f02a7e79df86ceb8" providerId="Windows Live" clId="Web-{21D98390-77B7-4E13-9494-BC3665EBCD26}" dt="2023-05-22T17:16:21.231" v="3392"/>
          <ac:spMkLst>
            <pc:docMk/>
            <pc:sldMk cId="1140104069" sldId="1192"/>
            <ac:spMk id="23" creationId="{64710FFB-542C-386B-0426-3096D5DDBE08}"/>
          </ac:spMkLst>
        </pc:spChg>
        <pc:spChg chg="del">
          <ac:chgData name="Joseph Ross" userId="f02a7e79df86ceb8" providerId="Windows Live" clId="Web-{21D98390-77B7-4E13-9494-BC3665EBCD26}" dt="2023-05-22T17:16:21.231" v="3391"/>
          <ac:spMkLst>
            <pc:docMk/>
            <pc:sldMk cId="1140104069" sldId="1192"/>
            <ac:spMk id="24" creationId="{11C43C69-C745-E441-FFDA-B12749382EB5}"/>
          </ac:spMkLst>
        </pc:spChg>
        <pc:spChg chg="del">
          <ac:chgData name="Joseph Ross" userId="f02a7e79df86ceb8" providerId="Windows Live" clId="Web-{21D98390-77B7-4E13-9494-BC3665EBCD26}" dt="2023-05-22T17:16:21.231" v="3390"/>
          <ac:spMkLst>
            <pc:docMk/>
            <pc:sldMk cId="1140104069" sldId="1192"/>
            <ac:spMk id="26" creationId="{C6182E64-4DF3-E3CA-BAE6-C7CBF36BB2C2}"/>
          </ac:spMkLst>
        </pc:spChg>
        <pc:spChg chg="mod">
          <ac:chgData name="Joseph Ross" userId="f02a7e79df86ceb8" providerId="Windows Live" clId="Web-{21D98390-77B7-4E13-9494-BC3665EBCD26}" dt="2023-05-22T17:16:31.685" v="3396" actId="14100"/>
          <ac:spMkLst>
            <pc:docMk/>
            <pc:sldMk cId="1140104069" sldId="1192"/>
            <ac:spMk id="59" creationId="{193D98C3-C236-2784-3D5D-A53B56B663BE}"/>
          </ac:spMkLst>
        </pc:spChg>
        <pc:spChg chg="mod">
          <ac:chgData name="Joseph Ross" userId="f02a7e79df86ceb8" providerId="Windows Live" clId="Web-{21D98390-77B7-4E13-9494-BC3665EBCD26}" dt="2023-05-22T17:16:57.796" v="3399" actId="1076"/>
          <ac:spMkLst>
            <pc:docMk/>
            <pc:sldMk cId="1140104069" sldId="1192"/>
            <ac:spMk id="60" creationId="{4C5A8A10-F558-9D63-9435-6B2A5E1BC511}"/>
          </ac:spMkLst>
        </pc:spChg>
        <pc:spChg chg="del">
          <ac:chgData name="Joseph Ross" userId="f02a7e79df86ceb8" providerId="Windows Live" clId="Web-{21D98390-77B7-4E13-9494-BC3665EBCD26}" dt="2023-05-22T17:16:10.887" v="3389"/>
          <ac:spMkLst>
            <pc:docMk/>
            <pc:sldMk cId="1140104069" sldId="1192"/>
            <ac:spMk id="61" creationId="{CC65BE70-8992-143B-68D4-9317C413F746}"/>
          </ac:spMkLst>
        </pc:spChg>
        <pc:spChg chg="mod">
          <ac:chgData name="Joseph Ross" userId="f02a7e79df86ceb8" providerId="Windows Live" clId="Web-{21D98390-77B7-4E13-9494-BC3665EBCD26}" dt="2023-05-22T17:17:02.030" v="3400" actId="1076"/>
          <ac:spMkLst>
            <pc:docMk/>
            <pc:sldMk cId="1140104069" sldId="1192"/>
            <ac:spMk id="62" creationId="{3A5019BC-2F74-8B41-9EC2-8287270A0CD9}"/>
          </ac:spMkLst>
        </pc:spChg>
        <pc:spChg chg="del">
          <ac:chgData name="Joseph Ross" userId="f02a7e79df86ceb8" providerId="Windows Live" clId="Web-{21D98390-77B7-4E13-9494-BC3665EBCD26}" dt="2023-05-22T17:16:10.887" v="3388"/>
          <ac:spMkLst>
            <pc:docMk/>
            <pc:sldMk cId="1140104069" sldId="1192"/>
            <ac:spMk id="63" creationId="{550AEA08-1C60-3BA5-5F00-655AF7EFD09A}"/>
          </ac:spMkLst>
        </pc:spChg>
        <pc:spChg chg="del">
          <ac:chgData name="Joseph Ross" userId="f02a7e79df86ceb8" providerId="Windows Live" clId="Web-{21D98390-77B7-4E13-9494-BC3665EBCD26}" dt="2023-05-22T17:16:10.887" v="3387"/>
          <ac:spMkLst>
            <pc:docMk/>
            <pc:sldMk cId="1140104069" sldId="1192"/>
            <ac:spMk id="64" creationId="{EBD4C336-0FFE-C41C-B0F5-A1408A834F54}"/>
          </ac:spMkLst>
        </pc:spChg>
        <pc:graphicFrameChg chg="del">
          <ac:chgData name="Joseph Ross" userId="f02a7e79df86ceb8" providerId="Windows Live" clId="Web-{21D98390-77B7-4E13-9494-BC3665EBCD26}" dt="2023-05-22T17:16:03.262" v="3382"/>
          <ac:graphicFrameMkLst>
            <pc:docMk/>
            <pc:sldMk cId="1140104069" sldId="1192"/>
            <ac:graphicFrameMk id="2" creationId="{1A8B5163-E38F-1197-D21A-670FC79A3706}"/>
          </ac:graphicFrameMkLst>
        </pc:graphicFrameChg>
        <pc:picChg chg="del">
          <ac:chgData name="Joseph Ross" userId="f02a7e79df86ceb8" providerId="Windows Live" clId="Web-{21D98390-77B7-4E13-9494-BC3665EBCD26}" dt="2023-05-22T17:16:08.918" v="3384"/>
          <ac:picMkLst>
            <pc:docMk/>
            <pc:sldMk cId="1140104069" sldId="1192"/>
            <ac:picMk id="52" creationId="{D3EB332D-40D9-E105-043B-380CFA0617B2}"/>
          </ac:picMkLst>
        </pc:picChg>
        <pc:picChg chg="del">
          <ac:chgData name="Joseph Ross" userId="f02a7e79df86ceb8" providerId="Windows Live" clId="Web-{21D98390-77B7-4E13-9494-BC3665EBCD26}" dt="2023-05-22T17:16:08.918" v="3383"/>
          <ac:picMkLst>
            <pc:docMk/>
            <pc:sldMk cId="1140104069" sldId="1192"/>
            <ac:picMk id="58" creationId="{79B41174-0FFD-EE4B-01DB-0BD76718200C}"/>
          </ac:picMkLst>
        </pc:picChg>
      </pc:sldChg>
      <pc:sldChg chg="new del">
        <pc:chgData name="Joseph Ross" userId="f02a7e79df86ceb8" providerId="Windows Live" clId="Web-{21D98390-77B7-4E13-9494-BC3665EBCD26}" dt="2023-05-22T17:14:32.509" v="3305"/>
        <pc:sldMkLst>
          <pc:docMk/>
          <pc:sldMk cId="1192764947" sldId="1192"/>
        </pc:sldMkLst>
      </pc:sldChg>
    </pc:docChg>
  </pc:docChgLst>
  <pc:docChgLst>
    <pc:chgData name="Harley Wijeyaratne" userId="d52f8215faed5781" providerId="Windows Live" clId="Web-{33C51B1A-F293-42F3-8AC7-9BB5D7563572}"/>
    <pc:docChg chg="modSld">
      <pc:chgData name="Harley Wijeyaratne" userId="d52f8215faed5781" providerId="Windows Live" clId="Web-{33C51B1A-F293-42F3-8AC7-9BB5D7563572}" dt="2023-05-21T01:43:10.921" v="31"/>
      <pc:docMkLst>
        <pc:docMk/>
      </pc:docMkLst>
      <pc:sldChg chg="modSp">
        <pc:chgData name="Harley Wijeyaratne" userId="d52f8215faed5781" providerId="Windows Live" clId="Web-{33C51B1A-F293-42F3-8AC7-9BB5D7563572}" dt="2023-05-21T01:43:10.921" v="31"/>
        <pc:sldMkLst>
          <pc:docMk/>
          <pc:sldMk cId="145205510" sldId="1156"/>
        </pc:sldMkLst>
        <pc:graphicFrameChg chg="mod modGraphic">
          <ac:chgData name="Harley Wijeyaratne" userId="d52f8215faed5781" providerId="Windows Live" clId="Web-{33C51B1A-F293-42F3-8AC7-9BB5D7563572}" dt="2023-05-21T01:43:10.921" v="31"/>
          <ac:graphicFrameMkLst>
            <pc:docMk/>
            <pc:sldMk cId="145205510" sldId="1156"/>
            <ac:graphicFrameMk id="5" creationId="{3788E7C1-1D77-0131-C77D-9EB6302C8484}"/>
          </ac:graphicFrameMkLst>
        </pc:graphicFrameChg>
      </pc:sldChg>
      <pc:sldChg chg="modSp">
        <pc:chgData name="Harley Wijeyaratne" userId="d52f8215faed5781" providerId="Windows Live" clId="Web-{33C51B1A-F293-42F3-8AC7-9BB5D7563572}" dt="2023-05-21T01:42:41.061" v="21"/>
        <pc:sldMkLst>
          <pc:docMk/>
          <pc:sldMk cId="2794812888" sldId="1158"/>
        </pc:sldMkLst>
        <pc:graphicFrameChg chg="mod modGraphic">
          <ac:chgData name="Harley Wijeyaratne" userId="d52f8215faed5781" providerId="Windows Live" clId="Web-{33C51B1A-F293-42F3-8AC7-9BB5D7563572}" dt="2023-05-21T01:42:41.061" v="21"/>
          <ac:graphicFrameMkLst>
            <pc:docMk/>
            <pc:sldMk cId="2794812888" sldId="1158"/>
            <ac:graphicFrameMk id="3" creationId="{08CB90D6-8C24-9AEE-7A7B-24D65C6947DC}"/>
          </ac:graphicFrameMkLst>
        </pc:graphicFrameChg>
      </pc:sldChg>
    </pc:docChg>
  </pc:docChgLst>
  <pc:docChgLst>
    <pc:chgData name="Harley Wijeyaratne" userId="d52f8215faed5781" providerId="Windows Live" clId="Web-{4D54086B-BE15-4E52-880B-77F6A3E20EDE}"/>
    <pc:docChg chg="delSld modSld sldOrd">
      <pc:chgData name="Harley Wijeyaratne" userId="d52f8215faed5781" providerId="Windows Live" clId="Web-{4D54086B-BE15-4E52-880B-77F6A3E20EDE}" dt="2023-05-23T06:20:06.326" v="5041"/>
      <pc:docMkLst>
        <pc:docMk/>
      </pc:docMkLst>
      <pc:sldChg chg="modSp">
        <pc:chgData name="Harley Wijeyaratne" userId="d52f8215faed5781" providerId="Windows Live" clId="Web-{4D54086B-BE15-4E52-880B-77F6A3E20EDE}" dt="2023-05-23T05:08:09.825" v="2681" actId="1076"/>
        <pc:sldMkLst>
          <pc:docMk/>
          <pc:sldMk cId="410719719" sldId="1147"/>
        </pc:sldMkLst>
        <pc:spChg chg="mod">
          <ac:chgData name="Harley Wijeyaratne" userId="d52f8215faed5781" providerId="Windows Live" clId="Web-{4D54086B-BE15-4E52-880B-77F6A3E20EDE}" dt="2023-05-23T05:08:09.825" v="2681" actId="1076"/>
          <ac:spMkLst>
            <pc:docMk/>
            <pc:sldMk cId="410719719" sldId="1147"/>
            <ac:spMk id="2" creationId="{75678105-487D-61CC-DC4D-EA15FAD25658}"/>
          </ac:spMkLst>
        </pc:spChg>
        <pc:spChg chg="mod">
          <ac:chgData name="Harley Wijeyaratne" userId="d52f8215faed5781" providerId="Windows Live" clId="Web-{4D54086B-BE15-4E52-880B-77F6A3E20EDE}" dt="2023-05-23T05:05:42.885" v="2668" actId="20577"/>
          <ac:spMkLst>
            <pc:docMk/>
            <pc:sldMk cId="410719719" sldId="1147"/>
            <ac:spMk id="19" creationId="{1BC1CC3C-D4E7-F331-286B-00BD41D78401}"/>
          </ac:spMkLst>
        </pc:spChg>
        <pc:graphicFrameChg chg="mod modGraphic">
          <ac:chgData name="Harley Wijeyaratne" userId="d52f8215faed5781" providerId="Windows Live" clId="Web-{4D54086B-BE15-4E52-880B-77F6A3E20EDE}" dt="2023-05-23T05:08:01.810" v="2680"/>
          <ac:graphicFrameMkLst>
            <pc:docMk/>
            <pc:sldMk cId="410719719" sldId="1147"/>
            <ac:graphicFrameMk id="3" creationId="{97B84AF4-25DF-51EB-7B7F-B195741AF574}"/>
          </ac:graphicFrameMkLst>
        </pc:graphicFrameChg>
      </pc:sldChg>
      <pc:sldChg chg="modSp ord">
        <pc:chgData name="Harley Wijeyaratne" userId="d52f8215faed5781" providerId="Windows Live" clId="Web-{4D54086B-BE15-4E52-880B-77F6A3E20EDE}" dt="2023-05-23T05:40:39.633" v="3135"/>
        <pc:sldMkLst>
          <pc:docMk/>
          <pc:sldMk cId="1464227764" sldId="1164"/>
        </pc:sldMkLst>
        <pc:graphicFrameChg chg="mod modGraphic">
          <ac:chgData name="Harley Wijeyaratne" userId="d52f8215faed5781" providerId="Windows Live" clId="Web-{4D54086B-BE15-4E52-880B-77F6A3E20EDE}" dt="2023-05-23T05:40:39.633" v="3135"/>
          <ac:graphicFrameMkLst>
            <pc:docMk/>
            <pc:sldMk cId="1464227764" sldId="1164"/>
            <ac:graphicFrameMk id="25" creationId="{CE10C1A1-F064-FED4-5F36-49EA080A6ACD}"/>
          </ac:graphicFrameMkLst>
        </pc:graphicFrameChg>
      </pc:sldChg>
      <pc:sldChg chg="modSp">
        <pc:chgData name="Harley Wijeyaratne" userId="d52f8215faed5781" providerId="Windows Live" clId="Web-{4D54086B-BE15-4E52-880B-77F6A3E20EDE}" dt="2023-05-23T05:04:09.289" v="2653" actId="20577"/>
        <pc:sldMkLst>
          <pc:docMk/>
          <pc:sldMk cId="934712502" sldId="1168"/>
        </pc:sldMkLst>
        <pc:spChg chg="mod">
          <ac:chgData name="Harley Wijeyaratne" userId="d52f8215faed5781" providerId="Windows Live" clId="Web-{4D54086B-BE15-4E52-880B-77F6A3E20EDE}" dt="2023-05-23T04:13:02.909" v="484" actId="20577"/>
          <ac:spMkLst>
            <pc:docMk/>
            <pc:sldMk cId="934712502" sldId="1168"/>
            <ac:spMk id="3" creationId="{986E3720-DEAA-701D-C389-5D2EFE889F83}"/>
          </ac:spMkLst>
        </pc:spChg>
        <pc:spChg chg="mod">
          <ac:chgData name="Harley Wijeyaratne" userId="d52f8215faed5781" providerId="Windows Live" clId="Web-{4D54086B-BE15-4E52-880B-77F6A3E20EDE}" dt="2023-05-23T04:25:51.768" v="990" actId="20577"/>
          <ac:spMkLst>
            <pc:docMk/>
            <pc:sldMk cId="934712502" sldId="1168"/>
            <ac:spMk id="5" creationId="{971A9813-3227-E616-A613-9C2EF55645AC}"/>
          </ac:spMkLst>
        </pc:spChg>
        <pc:spChg chg="mod">
          <ac:chgData name="Harley Wijeyaratne" userId="d52f8215faed5781" providerId="Windows Live" clId="Web-{4D54086B-BE15-4E52-880B-77F6A3E20EDE}" dt="2023-05-23T05:03:21.929" v="2611" actId="20577"/>
          <ac:spMkLst>
            <pc:docMk/>
            <pc:sldMk cId="934712502" sldId="1168"/>
            <ac:spMk id="26" creationId="{66DE277B-F658-C092-8AAC-D7D32B5DBB5E}"/>
          </ac:spMkLst>
        </pc:spChg>
        <pc:spChg chg="mod">
          <ac:chgData name="Harley Wijeyaratne" userId="d52f8215faed5781" providerId="Windows Live" clId="Web-{4D54086B-BE15-4E52-880B-77F6A3E20EDE}" dt="2023-05-23T04:08:01.497" v="117" actId="20577"/>
          <ac:spMkLst>
            <pc:docMk/>
            <pc:sldMk cId="934712502" sldId="1168"/>
            <ac:spMk id="27" creationId="{C8420534-AAF3-E43D-671C-D7D79894D03D}"/>
          </ac:spMkLst>
        </pc:spChg>
        <pc:spChg chg="mod">
          <ac:chgData name="Harley Wijeyaratne" userId="d52f8215faed5781" providerId="Windows Live" clId="Web-{4D54086B-BE15-4E52-880B-77F6A3E20EDE}" dt="2023-05-23T04:47:58.440" v="1954" actId="20577"/>
          <ac:spMkLst>
            <pc:docMk/>
            <pc:sldMk cId="934712502" sldId="1168"/>
            <ac:spMk id="36" creationId="{49965E83-D8F3-1A41-45BC-D251B6A6A398}"/>
          </ac:spMkLst>
        </pc:spChg>
        <pc:spChg chg="mod">
          <ac:chgData name="Harley Wijeyaratne" userId="d52f8215faed5781" providerId="Windows Live" clId="Web-{4D54086B-BE15-4E52-880B-77F6A3E20EDE}" dt="2023-05-23T04:52:27.649" v="2206" actId="1076"/>
          <ac:spMkLst>
            <pc:docMk/>
            <pc:sldMk cId="934712502" sldId="1168"/>
            <ac:spMk id="38" creationId="{8665B112-98C0-B60D-0D94-392AACBA3DFB}"/>
          </ac:spMkLst>
        </pc:spChg>
        <pc:spChg chg="mod">
          <ac:chgData name="Harley Wijeyaratne" userId="d52f8215faed5781" providerId="Windows Live" clId="Web-{4D54086B-BE15-4E52-880B-77F6A3E20EDE}" dt="2023-05-23T05:01:50.770" v="2603" actId="20577"/>
          <ac:spMkLst>
            <pc:docMk/>
            <pc:sldMk cId="934712502" sldId="1168"/>
            <ac:spMk id="39" creationId="{4EE2ACC8-1270-D692-168E-FE76140E0E42}"/>
          </ac:spMkLst>
        </pc:spChg>
        <pc:spChg chg="mod">
          <ac:chgData name="Harley Wijeyaratne" userId="d52f8215faed5781" providerId="Windows Live" clId="Web-{4D54086B-BE15-4E52-880B-77F6A3E20EDE}" dt="2023-05-23T04:56:49.842" v="2324" actId="20577"/>
          <ac:spMkLst>
            <pc:docMk/>
            <pc:sldMk cId="934712502" sldId="1168"/>
            <ac:spMk id="40" creationId="{3E250F49-D764-FDA8-7A0D-EDC74E24B7DE}"/>
          </ac:spMkLst>
        </pc:spChg>
        <pc:spChg chg="mod">
          <ac:chgData name="Harley Wijeyaratne" userId="d52f8215faed5781" providerId="Windows Live" clId="Web-{4D54086B-BE15-4E52-880B-77F6A3E20EDE}" dt="2023-05-23T04:48:57.472" v="1974" actId="20577"/>
          <ac:spMkLst>
            <pc:docMk/>
            <pc:sldMk cId="934712502" sldId="1168"/>
            <ac:spMk id="41" creationId="{52CEBBBD-C95B-07FF-7A9B-9319BA3F2799}"/>
          </ac:spMkLst>
        </pc:spChg>
        <pc:spChg chg="mod">
          <ac:chgData name="Harley Wijeyaratne" userId="d52f8215faed5781" providerId="Windows Live" clId="Web-{4D54086B-BE15-4E52-880B-77F6A3E20EDE}" dt="2023-05-23T05:04:09.289" v="2653" actId="20577"/>
          <ac:spMkLst>
            <pc:docMk/>
            <pc:sldMk cId="934712502" sldId="1168"/>
            <ac:spMk id="42" creationId="{02A24865-8298-F4C4-D307-6153C233BE67}"/>
          </ac:spMkLst>
        </pc:spChg>
      </pc:sldChg>
      <pc:sldChg chg="modSp">
        <pc:chgData name="Harley Wijeyaratne" userId="d52f8215faed5781" providerId="Windows Live" clId="Web-{4D54086B-BE15-4E52-880B-77F6A3E20EDE}" dt="2023-05-23T04:06:19.541" v="100" actId="20577"/>
        <pc:sldMkLst>
          <pc:docMk/>
          <pc:sldMk cId="2684757179" sldId="1173"/>
        </pc:sldMkLst>
        <pc:spChg chg="mod">
          <ac:chgData name="Harley Wijeyaratne" userId="d52f8215faed5781" providerId="Windows Live" clId="Web-{4D54086B-BE15-4E52-880B-77F6A3E20EDE}" dt="2023-05-23T04:04:04.601" v="73" actId="20577"/>
          <ac:spMkLst>
            <pc:docMk/>
            <pc:sldMk cId="2684757179" sldId="1173"/>
            <ac:spMk id="14" creationId="{4A362749-56B8-2537-F9A4-DAE8E151075A}"/>
          </ac:spMkLst>
        </pc:spChg>
        <pc:spChg chg="mod">
          <ac:chgData name="Harley Wijeyaratne" userId="d52f8215faed5781" providerId="Windows Live" clId="Web-{4D54086B-BE15-4E52-880B-77F6A3E20EDE}" dt="2023-05-23T04:04:10.507" v="77" actId="20577"/>
          <ac:spMkLst>
            <pc:docMk/>
            <pc:sldMk cId="2684757179" sldId="1173"/>
            <ac:spMk id="17" creationId="{2D7EB057-9E32-8220-C31B-E38663CF9CFA}"/>
          </ac:spMkLst>
        </pc:spChg>
        <pc:spChg chg="mod">
          <ac:chgData name="Harley Wijeyaratne" userId="d52f8215faed5781" providerId="Windows Live" clId="Web-{4D54086B-BE15-4E52-880B-77F6A3E20EDE}" dt="2023-05-23T04:06:19.541" v="100" actId="20577"/>
          <ac:spMkLst>
            <pc:docMk/>
            <pc:sldMk cId="2684757179" sldId="1173"/>
            <ac:spMk id="18" creationId="{650D82AB-48EF-7F08-ACDA-9B6C658517C7}"/>
          </ac:spMkLst>
        </pc:spChg>
        <pc:spChg chg="mod">
          <ac:chgData name="Harley Wijeyaratne" userId="d52f8215faed5781" providerId="Windows Live" clId="Web-{4D54086B-BE15-4E52-880B-77F6A3E20EDE}" dt="2023-05-23T04:00:06.923" v="11" actId="1076"/>
          <ac:spMkLst>
            <pc:docMk/>
            <pc:sldMk cId="2684757179" sldId="1173"/>
            <ac:spMk id="22" creationId="{23DA208E-25DF-93DB-2B7F-7A0D3B02CE84}"/>
          </ac:spMkLst>
        </pc:spChg>
        <pc:spChg chg="mod">
          <ac:chgData name="Harley Wijeyaratne" userId="d52f8215faed5781" providerId="Windows Live" clId="Web-{4D54086B-BE15-4E52-880B-77F6A3E20EDE}" dt="2023-05-23T04:00:12.345" v="12" actId="1076"/>
          <ac:spMkLst>
            <pc:docMk/>
            <pc:sldMk cId="2684757179" sldId="1173"/>
            <ac:spMk id="23" creationId="{B31BE8BC-E8A2-FBC4-4B15-E38853CA5807}"/>
          </ac:spMkLst>
        </pc:spChg>
        <pc:spChg chg="mod">
          <ac:chgData name="Harley Wijeyaratne" userId="d52f8215faed5781" providerId="Windows Live" clId="Web-{4D54086B-BE15-4E52-880B-77F6A3E20EDE}" dt="2023-05-23T03:59:42.595" v="5" actId="1076"/>
          <ac:spMkLst>
            <pc:docMk/>
            <pc:sldMk cId="2684757179" sldId="1173"/>
            <ac:spMk id="24" creationId="{5174C567-6E79-81AE-545B-A9E886AC6C0C}"/>
          </ac:spMkLst>
        </pc:spChg>
        <pc:spChg chg="mod">
          <ac:chgData name="Harley Wijeyaratne" userId="d52f8215faed5781" providerId="Windows Live" clId="Web-{4D54086B-BE15-4E52-880B-77F6A3E20EDE}" dt="2023-05-23T04:03:50.335" v="70" actId="20577"/>
          <ac:spMkLst>
            <pc:docMk/>
            <pc:sldMk cId="2684757179" sldId="1173"/>
            <ac:spMk id="26" creationId="{1A520945-D1C9-1553-7257-616147DB5B4A}"/>
          </ac:spMkLst>
        </pc:spChg>
        <pc:spChg chg="mod">
          <ac:chgData name="Harley Wijeyaratne" userId="d52f8215faed5781" providerId="Windows Live" clId="Web-{4D54086B-BE15-4E52-880B-77F6A3E20EDE}" dt="2023-05-23T04:03:55.226" v="71" actId="20577"/>
          <ac:spMkLst>
            <pc:docMk/>
            <pc:sldMk cId="2684757179" sldId="1173"/>
            <ac:spMk id="28" creationId="{82F8A9B2-855B-41FD-596D-EF990EAF1AC2}"/>
          </ac:spMkLst>
        </pc:spChg>
        <pc:spChg chg="mod">
          <ac:chgData name="Harley Wijeyaratne" userId="d52f8215faed5781" providerId="Windows Live" clId="Web-{4D54086B-BE15-4E52-880B-77F6A3E20EDE}" dt="2023-05-23T03:59:46.720" v="6" actId="1076"/>
          <ac:spMkLst>
            <pc:docMk/>
            <pc:sldMk cId="2684757179" sldId="1173"/>
            <ac:spMk id="29" creationId="{FDB8673A-579A-74E3-03E0-AD722A8A207B}"/>
          </ac:spMkLst>
        </pc:spChg>
        <pc:spChg chg="mod">
          <ac:chgData name="Harley Wijeyaratne" userId="d52f8215faed5781" providerId="Windows Live" clId="Web-{4D54086B-BE15-4E52-880B-77F6A3E20EDE}" dt="2023-05-23T04:04:00.757" v="72" actId="20577"/>
          <ac:spMkLst>
            <pc:docMk/>
            <pc:sldMk cId="2684757179" sldId="1173"/>
            <ac:spMk id="43" creationId="{0F75D1E2-59C5-9A5A-825F-810D62D2850A}"/>
          </ac:spMkLst>
        </pc:spChg>
        <pc:spChg chg="mod">
          <ac:chgData name="Harley Wijeyaratne" userId="d52f8215faed5781" providerId="Windows Live" clId="Web-{4D54086B-BE15-4E52-880B-77F6A3E20EDE}" dt="2023-05-23T04:05:23.071" v="82" actId="20577"/>
          <ac:spMkLst>
            <pc:docMk/>
            <pc:sldMk cId="2684757179" sldId="1173"/>
            <ac:spMk id="64" creationId="{CB9ED261-A5BD-793F-201D-AFB15F0E42F6}"/>
          </ac:spMkLst>
        </pc:spChg>
        <pc:spChg chg="mod">
          <ac:chgData name="Harley Wijeyaratne" userId="d52f8215faed5781" providerId="Windows Live" clId="Web-{4D54086B-BE15-4E52-880B-77F6A3E20EDE}" dt="2023-05-23T04:04:07.413" v="74" actId="20577"/>
          <ac:spMkLst>
            <pc:docMk/>
            <pc:sldMk cId="2684757179" sldId="1173"/>
            <ac:spMk id="65" creationId="{3CC34D2E-2DED-CB65-7403-9EF096A3C9F9}"/>
          </ac:spMkLst>
        </pc:spChg>
      </pc:sldChg>
      <pc:sldChg chg="modSp">
        <pc:chgData name="Harley Wijeyaratne" userId="d52f8215faed5781" providerId="Windows Live" clId="Web-{4D54086B-BE15-4E52-880B-77F6A3E20EDE}" dt="2023-05-23T05:09:21.389" v="2741" actId="20577"/>
        <pc:sldMkLst>
          <pc:docMk/>
          <pc:sldMk cId="144985452" sldId="1175"/>
        </pc:sldMkLst>
        <pc:spChg chg="mod">
          <ac:chgData name="Harley Wijeyaratne" userId="d52f8215faed5781" providerId="Windows Live" clId="Web-{4D54086B-BE15-4E52-880B-77F6A3E20EDE}" dt="2023-05-23T05:09:21.389" v="2741" actId="20577"/>
          <ac:spMkLst>
            <pc:docMk/>
            <pc:sldMk cId="144985452" sldId="1175"/>
            <ac:spMk id="5" creationId="{77D2FEB0-CC84-5118-6A69-D7E54955B2B6}"/>
          </ac:spMkLst>
        </pc:spChg>
      </pc:sldChg>
      <pc:sldChg chg="addSp delSp modSp ord">
        <pc:chgData name="Harley Wijeyaratne" userId="d52f8215faed5781" providerId="Windows Live" clId="Web-{4D54086B-BE15-4E52-880B-77F6A3E20EDE}" dt="2023-05-23T05:44:17.013" v="3141" actId="20577"/>
        <pc:sldMkLst>
          <pc:docMk/>
          <pc:sldMk cId="2857505401" sldId="1178"/>
        </pc:sldMkLst>
        <pc:spChg chg="del mod">
          <ac:chgData name="Harley Wijeyaratne" userId="d52f8215faed5781" providerId="Windows Live" clId="Web-{4D54086B-BE15-4E52-880B-77F6A3E20EDE}" dt="2023-05-23T05:43:39.434" v="3140"/>
          <ac:spMkLst>
            <pc:docMk/>
            <pc:sldMk cId="2857505401" sldId="1178"/>
            <ac:spMk id="2" creationId="{94FBA3CE-A90E-E9D2-3950-919B0F3689C6}"/>
          </ac:spMkLst>
        </pc:spChg>
        <pc:spChg chg="del mod">
          <ac:chgData name="Harley Wijeyaratne" userId="d52f8215faed5781" providerId="Windows Live" clId="Web-{4D54086B-BE15-4E52-880B-77F6A3E20EDE}" dt="2023-05-23T05:31:43.309" v="2922"/>
          <ac:spMkLst>
            <pc:docMk/>
            <pc:sldMk cId="2857505401" sldId="1178"/>
            <ac:spMk id="5" creationId="{DF34FBCC-87B3-1669-D0F0-0CDA8C6561EF}"/>
          </ac:spMkLst>
        </pc:spChg>
        <pc:spChg chg="mod">
          <ac:chgData name="Harley Wijeyaratne" userId="d52f8215faed5781" providerId="Windows Live" clId="Web-{4D54086B-BE15-4E52-880B-77F6A3E20EDE}" dt="2023-05-23T05:43:35.543" v="3138" actId="1076"/>
          <ac:spMkLst>
            <pc:docMk/>
            <pc:sldMk cId="2857505401" sldId="1178"/>
            <ac:spMk id="6" creationId="{BA64492D-B30D-521F-7A81-726C0358AF1D}"/>
          </ac:spMkLst>
        </pc:spChg>
        <pc:spChg chg="mod">
          <ac:chgData name="Harley Wijeyaratne" userId="d52f8215faed5781" providerId="Windows Live" clId="Web-{4D54086B-BE15-4E52-880B-77F6A3E20EDE}" dt="2023-05-23T05:31:14.324" v="2913"/>
          <ac:spMkLst>
            <pc:docMk/>
            <pc:sldMk cId="2857505401" sldId="1178"/>
            <ac:spMk id="13" creationId="{B382CCBF-D069-DD34-C157-2E14B33A5937}"/>
          </ac:spMkLst>
        </pc:spChg>
        <pc:spChg chg="del">
          <ac:chgData name="Harley Wijeyaratne" userId="d52f8215faed5781" providerId="Windows Live" clId="Web-{4D54086B-BE15-4E52-880B-77F6A3E20EDE}" dt="2023-05-23T05:19:02.840" v="2776"/>
          <ac:spMkLst>
            <pc:docMk/>
            <pc:sldMk cId="2857505401" sldId="1178"/>
            <ac:spMk id="18" creationId="{4786B089-946E-F7BD-289F-8EBBBD1BA822}"/>
          </ac:spMkLst>
        </pc:spChg>
        <pc:spChg chg="add mod">
          <ac:chgData name="Harley Wijeyaratne" userId="d52f8215faed5781" providerId="Windows Live" clId="Web-{4D54086B-BE15-4E52-880B-77F6A3E20EDE}" dt="2023-05-23T05:31:16.793" v="2914"/>
          <ac:spMkLst>
            <pc:docMk/>
            <pc:sldMk cId="2857505401" sldId="1178"/>
            <ac:spMk id="31" creationId="{35A56F35-D83B-ABC9-D386-CEF7561E6247}"/>
          </ac:spMkLst>
        </pc:spChg>
        <pc:spChg chg="add mod">
          <ac:chgData name="Harley Wijeyaratne" userId="d52f8215faed5781" providerId="Windows Live" clId="Web-{4D54086B-BE15-4E52-880B-77F6A3E20EDE}" dt="2023-05-23T05:31:29.715" v="2918"/>
          <ac:spMkLst>
            <pc:docMk/>
            <pc:sldMk cId="2857505401" sldId="1178"/>
            <ac:spMk id="32" creationId="{B1D2B268-0AB5-8216-A41D-BC4A3D996950}"/>
          </ac:spMkLst>
        </pc:spChg>
        <pc:spChg chg="add mod">
          <ac:chgData name="Harley Wijeyaratne" userId="d52f8215faed5781" providerId="Windows Live" clId="Web-{4D54086B-BE15-4E52-880B-77F6A3E20EDE}" dt="2023-05-23T05:31:27.996" v="2917"/>
          <ac:spMkLst>
            <pc:docMk/>
            <pc:sldMk cId="2857505401" sldId="1178"/>
            <ac:spMk id="33" creationId="{3F431697-EEC6-119A-A41E-D775B8B7F74A}"/>
          </ac:spMkLst>
        </pc:spChg>
        <pc:spChg chg="add mod">
          <ac:chgData name="Harley Wijeyaratne" userId="d52f8215faed5781" providerId="Windows Live" clId="Web-{4D54086B-BE15-4E52-880B-77F6A3E20EDE}" dt="2023-05-23T05:31:21.121" v="2915"/>
          <ac:spMkLst>
            <pc:docMk/>
            <pc:sldMk cId="2857505401" sldId="1178"/>
            <ac:spMk id="34" creationId="{46B1A724-FA91-8D83-D963-A6EC1DBCC164}"/>
          </ac:spMkLst>
        </pc:spChg>
        <pc:spChg chg="add mod">
          <ac:chgData name="Harley Wijeyaratne" userId="d52f8215faed5781" providerId="Windows Live" clId="Web-{4D54086B-BE15-4E52-880B-77F6A3E20EDE}" dt="2023-05-23T05:31:23.590" v="2916"/>
          <ac:spMkLst>
            <pc:docMk/>
            <pc:sldMk cId="2857505401" sldId="1178"/>
            <ac:spMk id="35" creationId="{992EF88C-A416-81B6-A1F7-64C5D75C91B0}"/>
          </ac:spMkLst>
        </pc:spChg>
        <pc:spChg chg="add del">
          <ac:chgData name="Harley Wijeyaratne" userId="d52f8215faed5781" providerId="Windows Live" clId="Web-{4D54086B-BE15-4E52-880B-77F6A3E20EDE}" dt="2023-05-23T05:27:48.476" v="2875"/>
          <ac:spMkLst>
            <pc:docMk/>
            <pc:sldMk cId="2857505401" sldId="1178"/>
            <ac:spMk id="36" creationId="{3BE3E93A-32E1-7482-178F-BD26A47F2F01}"/>
          </ac:spMkLst>
        </pc:spChg>
        <pc:spChg chg="add mod">
          <ac:chgData name="Harley Wijeyaratne" userId="d52f8215faed5781" providerId="Windows Live" clId="Web-{4D54086B-BE15-4E52-880B-77F6A3E20EDE}" dt="2023-05-23T05:31:35.934" v="2920"/>
          <ac:spMkLst>
            <pc:docMk/>
            <pc:sldMk cId="2857505401" sldId="1178"/>
            <ac:spMk id="37" creationId="{8B2DB3CA-EA91-10C5-77E3-8913B4CD5DB8}"/>
          </ac:spMkLst>
        </pc:spChg>
        <pc:spChg chg="add mod">
          <ac:chgData name="Harley Wijeyaratne" userId="d52f8215faed5781" providerId="Windows Live" clId="Web-{4D54086B-BE15-4E52-880B-77F6A3E20EDE}" dt="2023-05-23T05:44:17.013" v="3141" actId="20577"/>
          <ac:spMkLst>
            <pc:docMk/>
            <pc:sldMk cId="2857505401" sldId="1178"/>
            <ac:spMk id="38" creationId="{E25CD8EB-50AA-E1D3-9358-EBE30335BA33}"/>
          </ac:spMkLst>
        </pc:spChg>
        <pc:picChg chg="del">
          <ac:chgData name="Harley Wijeyaratne" userId="d52f8215faed5781" providerId="Windows Live" clId="Web-{4D54086B-BE15-4E52-880B-77F6A3E20EDE}" dt="2023-05-23T05:17:19.369" v="2747"/>
          <ac:picMkLst>
            <pc:docMk/>
            <pc:sldMk cId="2857505401" sldId="1178"/>
            <ac:picMk id="4" creationId="{C196B6DA-A6C0-D878-9DD5-46A9F5E6F6BC}"/>
          </ac:picMkLst>
        </pc:picChg>
        <pc:picChg chg="add del mod ord">
          <ac:chgData name="Harley Wijeyaratne" userId="d52f8215faed5781" providerId="Windows Live" clId="Web-{4D54086B-BE15-4E52-880B-77F6A3E20EDE}" dt="2023-05-23T05:17:46.041" v="2760"/>
          <ac:picMkLst>
            <pc:docMk/>
            <pc:sldMk cId="2857505401" sldId="1178"/>
            <ac:picMk id="15" creationId="{31428D71-5A69-6ED9-AF78-0BED70DB6CC4}"/>
          </ac:picMkLst>
        </pc:picChg>
        <pc:picChg chg="add mod ord">
          <ac:chgData name="Harley Wijeyaratne" userId="d52f8215faed5781" providerId="Windows Live" clId="Web-{4D54086B-BE15-4E52-880B-77F6A3E20EDE}" dt="2023-05-23T05:21:17.624" v="2804" actId="1076"/>
          <ac:picMkLst>
            <pc:docMk/>
            <pc:sldMk cId="2857505401" sldId="1178"/>
            <ac:picMk id="19" creationId="{E23C03A5-E8A4-8C95-D8C3-F9C5D47F1940}"/>
          </ac:picMkLst>
        </pc:picChg>
        <pc:cxnChg chg="mod">
          <ac:chgData name="Harley Wijeyaratne" userId="d52f8215faed5781" providerId="Windows Live" clId="Web-{4D54086B-BE15-4E52-880B-77F6A3E20EDE}" dt="2023-05-23T05:18:45.761" v="2774" actId="1076"/>
          <ac:cxnSpMkLst>
            <pc:docMk/>
            <pc:sldMk cId="2857505401" sldId="1178"/>
            <ac:cxnSpMk id="7" creationId="{9156083E-ABDE-04FB-F9AF-9E0900922562}"/>
          </ac:cxnSpMkLst>
        </pc:cxnChg>
        <pc:cxnChg chg="mod">
          <ac:chgData name="Harley Wijeyaratne" userId="d52f8215faed5781" providerId="Windows Live" clId="Web-{4D54086B-BE15-4E52-880B-77F6A3E20EDE}" dt="2023-05-23T05:19:52.231" v="2780" actId="14100"/>
          <ac:cxnSpMkLst>
            <pc:docMk/>
            <pc:sldMk cId="2857505401" sldId="1178"/>
            <ac:cxnSpMk id="8" creationId="{09A10D10-275C-E514-21E5-0E373DEFBCE3}"/>
          </ac:cxnSpMkLst>
        </pc:cxnChg>
        <pc:cxnChg chg="add mod">
          <ac:chgData name="Harley Wijeyaratne" userId="d52f8215faed5781" providerId="Windows Live" clId="Web-{4D54086B-BE15-4E52-880B-77F6A3E20EDE}" dt="2023-05-23T05:26:20.818" v="2854" actId="14100"/>
          <ac:cxnSpMkLst>
            <pc:docMk/>
            <pc:sldMk cId="2857505401" sldId="1178"/>
            <ac:cxnSpMk id="20" creationId="{AF1BC2E7-58FD-3D7A-0E82-571CA394691D}"/>
          </ac:cxnSpMkLst>
        </pc:cxnChg>
        <pc:cxnChg chg="add mod">
          <ac:chgData name="Harley Wijeyaratne" userId="d52f8215faed5781" providerId="Windows Live" clId="Web-{4D54086B-BE15-4E52-880B-77F6A3E20EDE}" dt="2023-05-23T05:31:47.903" v="2923" actId="14100"/>
          <ac:cxnSpMkLst>
            <pc:docMk/>
            <pc:sldMk cId="2857505401" sldId="1178"/>
            <ac:cxnSpMk id="21" creationId="{E8594746-A5D5-3143-B3A9-4FEAC4FEDB3A}"/>
          </ac:cxnSpMkLst>
        </pc:cxnChg>
        <pc:cxnChg chg="add mod">
          <ac:chgData name="Harley Wijeyaratne" userId="d52f8215faed5781" providerId="Windows Live" clId="Web-{4D54086B-BE15-4E52-880B-77F6A3E20EDE}" dt="2023-05-23T05:22:39.969" v="2815" actId="14100"/>
          <ac:cxnSpMkLst>
            <pc:docMk/>
            <pc:sldMk cId="2857505401" sldId="1178"/>
            <ac:cxnSpMk id="22" creationId="{A61A1FFF-28F2-1C7E-D6DA-1BED73F6F7DD}"/>
          </ac:cxnSpMkLst>
        </pc:cxnChg>
        <pc:cxnChg chg="add mod">
          <ac:chgData name="Harley Wijeyaratne" userId="d52f8215faed5781" providerId="Windows Live" clId="Web-{4D54086B-BE15-4E52-880B-77F6A3E20EDE}" dt="2023-05-23T05:22:30.250" v="2814" actId="14100"/>
          <ac:cxnSpMkLst>
            <pc:docMk/>
            <pc:sldMk cId="2857505401" sldId="1178"/>
            <ac:cxnSpMk id="23" creationId="{7E6D82A9-B211-52E6-A904-8FC7B80FFF39}"/>
          </ac:cxnSpMkLst>
        </pc:cxnChg>
        <pc:cxnChg chg="add del mod">
          <ac:chgData name="Harley Wijeyaratne" userId="d52f8215faed5781" providerId="Windows Live" clId="Web-{4D54086B-BE15-4E52-880B-77F6A3E20EDE}" dt="2023-05-23T05:25:07.207" v="2843"/>
          <ac:cxnSpMkLst>
            <pc:docMk/>
            <pc:sldMk cId="2857505401" sldId="1178"/>
            <ac:cxnSpMk id="24" creationId="{E8AE06C9-382D-B7BA-82A3-7C18961B1EBD}"/>
          </ac:cxnSpMkLst>
        </pc:cxnChg>
        <pc:cxnChg chg="add del mod">
          <ac:chgData name="Harley Wijeyaratne" userId="d52f8215faed5781" providerId="Windows Live" clId="Web-{4D54086B-BE15-4E52-880B-77F6A3E20EDE}" dt="2023-05-23T05:23:31.283" v="2825"/>
          <ac:cxnSpMkLst>
            <pc:docMk/>
            <pc:sldMk cId="2857505401" sldId="1178"/>
            <ac:cxnSpMk id="25" creationId="{76C88FBA-B6F3-97D3-BF10-F422F18B5214}"/>
          </ac:cxnSpMkLst>
        </pc:cxnChg>
        <pc:cxnChg chg="add mod">
          <ac:chgData name="Harley Wijeyaratne" userId="d52f8215faed5781" providerId="Windows Live" clId="Web-{4D54086B-BE15-4E52-880B-77F6A3E20EDE}" dt="2023-05-23T05:26:01.442" v="2851" actId="14100"/>
          <ac:cxnSpMkLst>
            <pc:docMk/>
            <pc:sldMk cId="2857505401" sldId="1178"/>
            <ac:cxnSpMk id="26" creationId="{DE672A17-F34D-E690-5667-F06205948F73}"/>
          </ac:cxnSpMkLst>
        </pc:cxnChg>
        <pc:cxnChg chg="add del mod">
          <ac:chgData name="Harley Wijeyaratne" userId="d52f8215faed5781" providerId="Windows Live" clId="Web-{4D54086B-BE15-4E52-880B-77F6A3E20EDE}" dt="2023-05-23T05:23:55.580" v="2830"/>
          <ac:cxnSpMkLst>
            <pc:docMk/>
            <pc:sldMk cId="2857505401" sldId="1178"/>
            <ac:cxnSpMk id="27" creationId="{F7E7CB8A-70F3-81D7-26DE-F156E25EAE63}"/>
          </ac:cxnSpMkLst>
        </pc:cxnChg>
        <pc:cxnChg chg="add del mod">
          <ac:chgData name="Harley Wijeyaratne" userId="d52f8215faed5781" providerId="Windows Live" clId="Web-{4D54086B-BE15-4E52-880B-77F6A3E20EDE}" dt="2023-05-23T05:24:16.550" v="2836"/>
          <ac:cxnSpMkLst>
            <pc:docMk/>
            <pc:sldMk cId="2857505401" sldId="1178"/>
            <ac:cxnSpMk id="28" creationId="{5071C2C0-59ED-6109-3ECB-5AC45D444771}"/>
          </ac:cxnSpMkLst>
        </pc:cxnChg>
        <pc:cxnChg chg="add mod">
          <ac:chgData name="Harley Wijeyaratne" userId="d52f8215faed5781" providerId="Windows Live" clId="Web-{4D54086B-BE15-4E52-880B-77F6A3E20EDE}" dt="2023-05-23T05:26:06.927" v="2852" actId="14100"/>
          <ac:cxnSpMkLst>
            <pc:docMk/>
            <pc:sldMk cId="2857505401" sldId="1178"/>
            <ac:cxnSpMk id="29" creationId="{839F9E8A-7508-FEA4-9F49-FEC6613802CE}"/>
          </ac:cxnSpMkLst>
        </pc:cxnChg>
        <pc:cxnChg chg="add mod">
          <ac:chgData name="Harley Wijeyaratne" userId="d52f8215faed5781" providerId="Windows Live" clId="Web-{4D54086B-BE15-4E52-880B-77F6A3E20EDE}" dt="2023-05-23T05:25:29.254" v="2847" actId="14100"/>
          <ac:cxnSpMkLst>
            <pc:docMk/>
            <pc:sldMk cId="2857505401" sldId="1178"/>
            <ac:cxnSpMk id="30" creationId="{8B7407D2-C4B4-D8EA-5772-974376E6718E}"/>
          </ac:cxnSpMkLst>
        </pc:cxnChg>
      </pc:sldChg>
      <pc:sldChg chg="ord">
        <pc:chgData name="Harley Wijeyaratne" userId="d52f8215faed5781" providerId="Windows Live" clId="Web-{4D54086B-BE15-4E52-880B-77F6A3E20EDE}" dt="2023-05-23T05:42:13.510" v="3137"/>
        <pc:sldMkLst>
          <pc:docMk/>
          <pc:sldMk cId="1739347647" sldId="1187"/>
        </pc:sldMkLst>
      </pc:sldChg>
      <pc:sldChg chg="addSp delSp modSp">
        <pc:chgData name="Harley Wijeyaratne" userId="d52f8215faed5781" providerId="Windows Live" clId="Web-{4D54086B-BE15-4E52-880B-77F6A3E20EDE}" dt="2023-05-23T06:20:06.326" v="5041"/>
        <pc:sldMkLst>
          <pc:docMk/>
          <pc:sldMk cId="1734238477" sldId="1189"/>
        </pc:sldMkLst>
        <pc:spChg chg="mod">
          <ac:chgData name="Harley Wijeyaratne" userId="d52f8215faed5781" providerId="Windows Live" clId="Web-{4D54086B-BE15-4E52-880B-77F6A3E20EDE}" dt="2023-05-23T05:46:01.859" v="3142" actId="20577"/>
          <ac:spMkLst>
            <pc:docMk/>
            <pc:sldMk cId="1734238477" sldId="1189"/>
            <ac:spMk id="4" creationId="{FD9E5F94-6F31-649F-58FA-F41A22C1AA9F}"/>
          </ac:spMkLst>
        </pc:spChg>
        <pc:spChg chg="add del mod">
          <ac:chgData name="Harley Wijeyaratne" userId="d52f8215faed5781" providerId="Windows Live" clId="Web-{4D54086B-BE15-4E52-880B-77F6A3E20EDE}" dt="2023-05-23T05:57:12.889" v="3598"/>
          <ac:spMkLst>
            <pc:docMk/>
            <pc:sldMk cId="1734238477" sldId="1189"/>
            <ac:spMk id="6" creationId="{C5A09C89-0381-DFD8-8343-DC9F46A9AD3E}"/>
          </ac:spMkLst>
        </pc:spChg>
        <pc:spChg chg="add del mod">
          <ac:chgData name="Harley Wijeyaratne" userId="d52f8215faed5781" providerId="Windows Live" clId="Web-{4D54086B-BE15-4E52-880B-77F6A3E20EDE}" dt="2023-05-23T05:57:01.999" v="3593"/>
          <ac:spMkLst>
            <pc:docMk/>
            <pc:sldMk cId="1734238477" sldId="1189"/>
            <ac:spMk id="9" creationId="{76373F68-6E24-061C-0A62-F76F1EDA8D59}"/>
          </ac:spMkLst>
        </pc:spChg>
        <pc:spChg chg="add del mod">
          <ac:chgData name="Harley Wijeyaratne" userId="d52f8215faed5781" providerId="Windows Live" clId="Web-{4D54086B-BE15-4E52-880B-77F6A3E20EDE}" dt="2023-05-23T05:57:07.139" v="3595"/>
          <ac:spMkLst>
            <pc:docMk/>
            <pc:sldMk cId="1734238477" sldId="1189"/>
            <ac:spMk id="13" creationId="{40BAB975-CA53-BEA3-E054-477C85D6866B}"/>
          </ac:spMkLst>
        </pc:spChg>
        <pc:spChg chg="add del mod">
          <ac:chgData name="Harley Wijeyaratne" userId="d52f8215faed5781" providerId="Windows Live" clId="Web-{4D54086B-BE15-4E52-880B-77F6A3E20EDE}" dt="2023-05-23T05:56:39.842" v="3571"/>
          <ac:spMkLst>
            <pc:docMk/>
            <pc:sldMk cId="1734238477" sldId="1189"/>
            <ac:spMk id="16" creationId="{391B1660-8164-04D9-820D-3CBC27A1E682}"/>
          </ac:spMkLst>
        </pc:spChg>
        <pc:spChg chg="add del mod">
          <ac:chgData name="Harley Wijeyaratne" userId="d52f8215faed5781" providerId="Windows Live" clId="Web-{4D54086B-BE15-4E52-880B-77F6A3E20EDE}" dt="2023-05-23T05:56:42.311" v="3573"/>
          <ac:spMkLst>
            <pc:docMk/>
            <pc:sldMk cId="1734238477" sldId="1189"/>
            <ac:spMk id="18" creationId="{9C4E9DA2-778B-2E12-C7FC-CEE41C497962}"/>
          </ac:spMkLst>
        </pc:spChg>
        <pc:spChg chg="add del mod">
          <ac:chgData name="Harley Wijeyaratne" userId="d52f8215faed5781" providerId="Windows Live" clId="Web-{4D54086B-BE15-4E52-880B-77F6A3E20EDE}" dt="2023-05-23T05:56:43.811" v="3574"/>
          <ac:spMkLst>
            <pc:docMk/>
            <pc:sldMk cId="1734238477" sldId="1189"/>
            <ac:spMk id="19" creationId="{6E85B072-A4B6-D977-6756-4B6887907CA3}"/>
          </ac:spMkLst>
        </pc:spChg>
        <pc:graphicFrameChg chg="del">
          <ac:chgData name="Harley Wijeyaratne" userId="d52f8215faed5781" providerId="Windows Live" clId="Web-{4D54086B-BE15-4E52-880B-77F6A3E20EDE}" dt="2023-05-23T05:47:08.720" v="3143"/>
          <ac:graphicFrameMkLst>
            <pc:docMk/>
            <pc:sldMk cId="1734238477" sldId="1189"/>
            <ac:graphicFrameMk id="3" creationId="{435176B8-4A49-1DC3-AC4F-980224F58F3E}"/>
          </ac:graphicFrameMkLst>
        </pc:graphicFrameChg>
        <pc:graphicFrameChg chg="add mod modGraphic">
          <ac:chgData name="Harley Wijeyaratne" userId="d52f8215faed5781" providerId="Windows Live" clId="Web-{4D54086B-BE15-4E52-880B-77F6A3E20EDE}" dt="2023-05-23T06:20:06.326" v="5041"/>
          <ac:graphicFrameMkLst>
            <pc:docMk/>
            <pc:sldMk cId="1734238477" sldId="1189"/>
            <ac:graphicFrameMk id="20" creationId="{BB37D4B3-541C-5260-73C0-E94E305BDA71}"/>
          </ac:graphicFrameMkLst>
        </pc:graphicFrameChg>
      </pc:sldChg>
      <pc:sldChg chg="del">
        <pc:chgData name="Harley Wijeyaratne" userId="d52f8215faed5781" providerId="Windows Live" clId="Web-{4D54086B-BE15-4E52-880B-77F6A3E20EDE}" dt="2023-05-23T05:07:14.496" v="2669"/>
        <pc:sldMkLst>
          <pc:docMk/>
          <pc:sldMk cId="1140104069" sldId="1192"/>
        </pc:sldMkLst>
      </pc:sldChg>
    </pc:docChg>
  </pc:docChgLst>
  <pc:docChgLst>
    <pc:chgData name="Harley Wijeyaratne" userId="d52f8215faed5781" providerId="Windows Live" clId="Web-{9BFED645-E8E9-403F-8964-BA21357BF1E8}"/>
    <pc:docChg chg="modSld">
      <pc:chgData name="Harley Wijeyaratne" userId="d52f8215faed5781" providerId="Windows Live" clId="Web-{9BFED645-E8E9-403F-8964-BA21357BF1E8}" dt="2023-05-22T00:39:02.438" v="3" actId="14100"/>
      <pc:docMkLst>
        <pc:docMk/>
      </pc:docMkLst>
      <pc:sldChg chg="addSp modSp">
        <pc:chgData name="Harley Wijeyaratne" userId="d52f8215faed5781" providerId="Windows Live" clId="Web-{9BFED645-E8E9-403F-8964-BA21357BF1E8}" dt="2023-05-22T00:39:02.438" v="3" actId="14100"/>
        <pc:sldMkLst>
          <pc:docMk/>
          <pc:sldMk cId="1251791079" sldId="1146"/>
        </pc:sldMkLst>
        <pc:spChg chg="add mod">
          <ac:chgData name="Harley Wijeyaratne" userId="d52f8215faed5781" providerId="Windows Live" clId="Web-{9BFED645-E8E9-403F-8964-BA21357BF1E8}" dt="2023-05-22T00:39:02.438" v="3" actId="14100"/>
          <ac:spMkLst>
            <pc:docMk/>
            <pc:sldMk cId="1251791079" sldId="1146"/>
            <ac:spMk id="3" creationId="{5AABE26B-FFF9-6EF7-5226-A82B0676C547}"/>
          </ac:spMkLst>
        </pc:spChg>
      </pc:sldChg>
    </pc:docChg>
  </pc:docChgLst>
  <pc:docChgLst>
    <pc:chgData name="Joseph Ross" userId="f02a7e79df86ceb8" providerId="Windows Live" clId="Web-{E639423B-B2AE-4EB4-8900-60A148FEC6DA}"/>
    <pc:docChg chg="addSld delSld modSld sldOrd">
      <pc:chgData name="Joseph Ross" userId="f02a7e79df86ceb8" providerId="Windows Live" clId="Web-{E639423B-B2AE-4EB4-8900-60A148FEC6DA}" dt="2023-05-22T12:24:45.249" v="35"/>
      <pc:docMkLst>
        <pc:docMk/>
      </pc:docMkLst>
      <pc:sldChg chg="modSp new del ord">
        <pc:chgData name="Joseph Ross" userId="f02a7e79df86ceb8" providerId="Windows Live" clId="Web-{E639423B-B2AE-4EB4-8900-60A148FEC6DA}" dt="2023-05-22T12:24:45.249" v="35"/>
        <pc:sldMkLst>
          <pc:docMk/>
          <pc:sldMk cId="3458172506" sldId="1185"/>
        </pc:sldMkLst>
        <pc:spChg chg="mod">
          <ac:chgData name="Joseph Ross" userId="f02a7e79df86ceb8" providerId="Windows Live" clId="Web-{E639423B-B2AE-4EB4-8900-60A148FEC6DA}" dt="2023-05-22T12:24:42.249" v="33" actId="20577"/>
          <ac:spMkLst>
            <pc:docMk/>
            <pc:sldMk cId="3458172506" sldId="1185"/>
            <ac:spMk id="2" creationId="{23DD0EE8-682C-AE06-1422-0B214D61796A}"/>
          </ac:spMkLst>
        </pc:spChg>
      </pc:sldChg>
      <pc:sldChg chg="new del ord">
        <pc:chgData name="Joseph Ross" userId="f02a7e79df86ceb8" providerId="Windows Live" clId="Web-{E639423B-B2AE-4EB4-8900-60A148FEC6DA}" dt="2023-05-22T12:24:40.968" v="19"/>
        <pc:sldMkLst>
          <pc:docMk/>
          <pc:sldMk cId="524221518" sldId="1186"/>
        </pc:sldMkLst>
      </pc:sldChg>
    </pc:docChg>
  </pc:docChgLst>
  <pc:docChgLst>
    <pc:chgData name="Harley Wijeyaratne" userId="d52f8215faed5781" providerId="Windows Live" clId="Web-{34651769-C97A-4176-BB84-58050D58B1AC}"/>
    <pc:docChg chg="modSld">
      <pc:chgData name="Harley Wijeyaratne" userId="d52f8215faed5781" providerId="Windows Live" clId="Web-{34651769-C97A-4176-BB84-58050D58B1AC}" dt="2023-05-23T03:57:15.011" v="1380"/>
      <pc:docMkLst>
        <pc:docMk/>
      </pc:docMkLst>
      <pc:sldChg chg="addSp delSp modSp">
        <pc:chgData name="Harley Wijeyaratne" userId="d52f8215faed5781" providerId="Windows Live" clId="Web-{34651769-C97A-4176-BB84-58050D58B1AC}" dt="2023-05-23T03:57:15.011" v="1380"/>
        <pc:sldMkLst>
          <pc:docMk/>
          <pc:sldMk cId="2684757179" sldId="1173"/>
        </pc:sldMkLst>
        <pc:spChg chg="del mod">
          <ac:chgData name="Harley Wijeyaratne" userId="d52f8215faed5781" providerId="Windows Live" clId="Web-{34651769-C97A-4176-BB84-58050D58B1AC}" dt="2023-05-23T03:57:10.777" v="1378"/>
          <ac:spMkLst>
            <pc:docMk/>
            <pc:sldMk cId="2684757179" sldId="1173"/>
            <ac:spMk id="3" creationId="{53C1EE3F-5C78-971C-FA92-D98A187CB41F}"/>
          </ac:spMkLst>
        </pc:spChg>
        <pc:spChg chg="add del mod">
          <ac:chgData name="Harley Wijeyaratne" userId="d52f8215faed5781" providerId="Windows Live" clId="Web-{34651769-C97A-4176-BB84-58050D58B1AC}" dt="2023-05-23T03:56:28.197" v="1365" actId="1076"/>
          <ac:spMkLst>
            <pc:docMk/>
            <pc:sldMk cId="2684757179" sldId="1173"/>
            <ac:spMk id="6" creationId="{E0C6B965-139D-976A-7123-BE325B6B8AA4}"/>
          </ac:spMkLst>
        </pc:spChg>
        <pc:spChg chg="add mod">
          <ac:chgData name="Harley Wijeyaratne" userId="d52f8215faed5781" providerId="Windows Live" clId="Web-{34651769-C97A-4176-BB84-58050D58B1AC}" dt="2023-05-23T03:40:42.760" v="1047" actId="1076"/>
          <ac:spMkLst>
            <pc:docMk/>
            <pc:sldMk cId="2684757179" sldId="1173"/>
            <ac:spMk id="14" creationId="{4A362749-56B8-2537-F9A4-DAE8E151075A}"/>
          </ac:spMkLst>
        </pc:spChg>
        <pc:spChg chg="add mod">
          <ac:chgData name="Harley Wijeyaratne" userId="d52f8215faed5781" providerId="Windows Live" clId="Web-{34651769-C97A-4176-BB84-58050D58B1AC}" dt="2023-05-23T03:52:02.080" v="1236" actId="20577"/>
          <ac:spMkLst>
            <pc:docMk/>
            <pc:sldMk cId="2684757179" sldId="1173"/>
            <ac:spMk id="17" creationId="{2D7EB057-9E32-8220-C31B-E38663CF9CFA}"/>
          </ac:spMkLst>
        </pc:spChg>
        <pc:spChg chg="mod">
          <ac:chgData name="Harley Wijeyaratne" userId="d52f8215faed5781" providerId="Windows Live" clId="Web-{34651769-C97A-4176-BB84-58050D58B1AC}" dt="2023-05-23T03:52:03.470" v="1237" actId="1076"/>
          <ac:spMkLst>
            <pc:docMk/>
            <pc:sldMk cId="2684757179" sldId="1173"/>
            <ac:spMk id="20" creationId="{74F5A526-0DA4-3D0D-FF2E-62BE25C1F914}"/>
          </ac:spMkLst>
        </pc:spChg>
        <pc:spChg chg="mod">
          <ac:chgData name="Harley Wijeyaratne" userId="d52f8215faed5781" providerId="Windows Live" clId="Web-{34651769-C97A-4176-BB84-58050D58B1AC}" dt="2023-05-23T03:17:00.733" v="0" actId="1076"/>
          <ac:spMkLst>
            <pc:docMk/>
            <pc:sldMk cId="2684757179" sldId="1173"/>
            <ac:spMk id="21" creationId="{41EF1B78-E3FE-940B-B517-CB767D7738DF}"/>
          </ac:spMkLst>
        </pc:spChg>
        <pc:spChg chg="mod">
          <ac:chgData name="Harley Wijeyaratne" userId="d52f8215faed5781" providerId="Windows Live" clId="Web-{34651769-C97A-4176-BB84-58050D58B1AC}" dt="2023-05-23T03:52:08.314" v="1239" actId="1076"/>
          <ac:spMkLst>
            <pc:docMk/>
            <pc:sldMk cId="2684757179" sldId="1173"/>
            <ac:spMk id="22" creationId="{23DA208E-25DF-93DB-2B7F-7A0D3B02CE84}"/>
          </ac:spMkLst>
        </pc:spChg>
        <pc:spChg chg="mod">
          <ac:chgData name="Harley Wijeyaratne" userId="d52f8215faed5781" providerId="Windows Live" clId="Web-{34651769-C97A-4176-BB84-58050D58B1AC}" dt="2023-05-23T03:52:11.392" v="1240" actId="1076"/>
          <ac:spMkLst>
            <pc:docMk/>
            <pc:sldMk cId="2684757179" sldId="1173"/>
            <ac:spMk id="23" creationId="{B31BE8BC-E8A2-FBC4-4B15-E38853CA5807}"/>
          </ac:spMkLst>
        </pc:spChg>
        <pc:spChg chg="mod">
          <ac:chgData name="Harley Wijeyaratne" userId="d52f8215faed5781" providerId="Windows Live" clId="Web-{34651769-C97A-4176-BB84-58050D58B1AC}" dt="2023-05-23T03:31:15.212" v="593" actId="1076"/>
          <ac:spMkLst>
            <pc:docMk/>
            <pc:sldMk cId="2684757179" sldId="1173"/>
            <ac:spMk id="24" creationId="{5174C567-6E79-81AE-545B-A9E886AC6C0C}"/>
          </ac:spMkLst>
        </pc:spChg>
        <pc:spChg chg="add mod">
          <ac:chgData name="Harley Wijeyaratne" userId="d52f8215faed5781" providerId="Windows Live" clId="Web-{34651769-C97A-4176-BB84-58050D58B1AC}" dt="2023-05-23T03:51:27.907" v="1231" actId="20577"/>
          <ac:spMkLst>
            <pc:docMk/>
            <pc:sldMk cId="2684757179" sldId="1173"/>
            <ac:spMk id="26" creationId="{1A520945-D1C9-1553-7257-616147DB5B4A}"/>
          </ac:spMkLst>
        </pc:spChg>
        <pc:spChg chg="mod">
          <ac:chgData name="Harley Wijeyaratne" userId="d52f8215faed5781" providerId="Windows Live" clId="Web-{34651769-C97A-4176-BB84-58050D58B1AC}" dt="2023-05-23T03:27:59.534" v="410" actId="1076"/>
          <ac:spMkLst>
            <pc:docMk/>
            <pc:sldMk cId="2684757179" sldId="1173"/>
            <ac:spMk id="27" creationId="{B0A20DFD-EA3F-FFE8-D0B2-7C7315A3820C}"/>
          </ac:spMkLst>
        </pc:spChg>
        <pc:spChg chg="add mod">
          <ac:chgData name="Harley Wijeyaratne" userId="d52f8215faed5781" providerId="Windows Live" clId="Web-{34651769-C97A-4176-BB84-58050D58B1AC}" dt="2023-05-23T03:53:29.567" v="1279" actId="20577"/>
          <ac:spMkLst>
            <pc:docMk/>
            <pc:sldMk cId="2684757179" sldId="1173"/>
            <ac:spMk id="28" creationId="{82F8A9B2-855B-41FD-596D-EF990EAF1AC2}"/>
          </ac:spMkLst>
        </pc:spChg>
        <pc:spChg chg="add del mod">
          <ac:chgData name="Harley Wijeyaratne" userId="d52f8215faed5781" providerId="Windows Live" clId="Web-{34651769-C97A-4176-BB84-58050D58B1AC}" dt="2023-05-23T03:56:52.573" v="1373"/>
          <ac:spMkLst>
            <pc:docMk/>
            <pc:sldMk cId="2684757179" sldId="1173"/>
            <ac:spMk id="31" creationId="{DFC6F5F5-9D35-752D-CDD4-1111C84DC8B1}"/>
          </ac:spMkLst>
        </pc:spChg>
        <pc:spChg chg="del">
          <ac:chgData name="Harley Wijeyaratne" userId="d52f8215faed5781" providerId="Windows Live" clId="Web-{34651769-C97A-4176-BB84-58050D58B1AC}" dt="2023-05-23T03:38:38.491" v="948"/>
          <ac:spMkLst>
            <pc:docMk/>
            <pc:sldMk cId="2684757179" sldId="1173"/>
            <ac:spMk id="32" creationId="{DBC86387-2188-BEF3-FD31-15CE6066628D}"/>
          </ac:spMkLst>
        </pc:spChg>
        <pc:spChg chg="del mod">
          <ac:chgData name="Harley Wijeyaratne" userId="d52f8215faed5781" providerId="Windows Live" clId="Web-{34651769-C97A-4176-BB84-58050D58B1AC}" dt="2023-05-23T03:37:04.207" v="845"/>
          <ac:spMkLst>
            <pc:docMk/>
            <pc:sldMk cId="2684757179" sldId="1173"/>
            <ac:spMk id="33" creationId="{9FF72442-72D3-EB24-E42C-C3FDFD2B5847}"/>
          </ac:spMkLst>
        </pc:spChg>
        <pc:spChg chg="add del mod">
          <ac:chgData name="Harley Wijeyaratne" userId="d52f8215faed5781" providerId="Windows Live" clId="Web-{34651769-C97A-4176-BB84-58050D58B1AC}" dt="2023-05-23T03:55:16.039" v="1325"/>
          <ac:spMkLst>
            <pc:docMk/>
            <pc:sldMk cId="2684757179" sldId="1173"/>
            <ac:spMk id="34" creationId="{2B3ABBBA-97E9-F062-EFC1-B9D3F295E7C2}"/>
          </ac:spMkLst>
        </pc:spChg>
        <pc:spChg chg="del mod">
          <ac:chgData name="Harley Wijeyaratne" userId="d52f8215faed5781" providerId="Windows Live" clId="Web-{34651769-C97A-4176-BB84-58050D58B1AC}" dt="2023-05-23T03:57:15.011" v="1380"/>
          <ac:spMkLst>
            <pc:docMk/>
            <pc:sldMk cId="2684757179" sldId="1173"/>
            <ac:spMk id="38" creationId="{74097ED6-9D86-0737-AB9C-B069AC858062}"/>
          </ac:spMkLst>
        </pc:spChg>
        <pc:spChg chg="del">
          <ac:chgData name="Harley Wijeyaratne" userId="d52f8215faed5781" providerId="Windows Live" clId="Web-{34651769-C97A-4176-BB84-58050D58B1AC}" dt="2023-05-23T03:57:00.589" v="1375"/>
          <ac:spMkLst>
            <pc:docMk/>
            <pc:sldMk cId="2684757179" sldId="1173"/>
            <ac:spMk id="39" creationId="{5C566090-45E9-6BA8-FBE5-E8C83B88FAEC}"/>
          </ac:spMkLst>
        </pc:spChg>
        <pc:spChg chg="del">
          <ac:chgData name="Harley Wijeyaratne" userId="d52f8215faed5781" providerId="Windows Live" clId="Web-{34651769-C97A-4176-BB84-58050D58B1AC}" dt="2023-05-23T03:56:55.151" v="1374"/>
          <ac:spMkLst>
            <pc:docMk/>
            <pc:sldMk cId="2684757179" sldId="1173"/>
            <ac:spMk id="40" creationId="{9866C6B1-0621-3FC6-BAC9-2B9A714F3410}"/>
          </ac:spMkLst>
        </pc:spChg>
        <pc:spChg chg="del">
          <ac:chgData name="Harley Wijeyaratne" userId="d52f8215faed5781" providerId="Windows Live" clId="Web-{34651769-C97A-4176-BB84-58050D58B1AC}" dt="2023-05-23T03:57:06.433" v="1376"/>
          <ac:spMkLst>
            <pc:docMk/>
            <pc:sldMk cId="2684757179" sldId="1173"/>
            <ac:spMk id="41" creationId="{A061DB7C-59C9-6522-8A93-616842687647}"/>
          </ac:spMkLst>
        </pc:spChg>
        <pc:spChg chg="del mod">
          <ac:chgData name="Harley Wijeyaratne" userId="d52f8215faed5781" providerId="Windows Live" clId="Web-{34651769-C97A-4176-BB84-58050D58B1AC}" dt="2023-05-23T03:53:04.394" v="1276"/>
          <ac:spMkLst>
            <pc:docMk/>
            <pc:sldMk cId="2684757179" sldId="1173"/>
            <ac:spMk id="42" creationId="{014FB04B-4496-06E5-389D-25A0E3C9126E}"/>
          </ac:spMkLst>
        </pc:spChg>
        <pc:spChg chg="mod">
          <ac:chgData name="Harley Wijeyaratne" userId="d52f8215faed5781" providerId="Windows Live" clId="Web-{34651769-C97A-4176-BB84-58050D58B1AC}" dt="2023-05-23T03:52:36.768" v="1242" actId="14100"/>
          <ac:spMkLst>
            <pc:docMk/>
            <pc:sldMk cId="2684757179" sldId="1173"/>
            <ac:spMk id="43" creationId="{0F75D1E2-59C5-9A5A-825F-810D62D2850A}"/>
          </ac:spMkLst>
        </pc:spChg>
        <pc:spChg chg="del mod">
          <ac:chgData name="Harley Wijeyaratne" userId="d52f8215faed5781" providerId="Windows Live" clId="Web-{34651769-C97A-4176-BB84-58050D58B1AC}" dt="2023-05-23T03:40:27.619" v="1034"/>
          <ac:spMkLst>
            <pc:docMk/>
            <pc:sldMk cId="2684757179" sldId="1173"/>
            <ac:spMk id="48" creationId="{6E408CBF-306D-3702-C052-3D87C1561D8F}"/>
          </ac:spMkLst>
        </pc:spChg>
        <pc:spChg chg="del">
          <ac:chgData name="Harley Wijeyaratne" userId="d52f8215faed5781" providerId="Windows Live" clId="Web-{34651769-C97A-4176-BB84-58050D58B1AC}" dt="2023-05-23T03:57:08.542" v="1377"/>
          <ac:spMkLst>
            <pc:docMk/>
            <pc:sldMk cId="2684757179" sldId="1173"/>
            <ac:spMk id="52" creationId="{EB0C14E2-CB9F-F149-8760-E527BC40D3A5}"/>
          </ac:spMkLst>
        </pc:spChg>
        <pc:spChg chg="mod">
          <ac:chgData name="Harley Wijeyaratne" userId="d52f8215faed5781" providerId="Windows Live" clId="Web-{34651769-C97A-4176-BB84-58050D58B1AC}" dt="2023-05-23T03:56:31.010" v="1366" actId="1076"/>
          <ac:spMkLst>
            <pc:docMk/>
            <pc:sldMk cId="2684757179" sldId="1173"/>
            <ac:spMk id="64" creationId="{CB9ED261-A5BD-793F-201D-AFB15F0E42F6}"/>
          </ac:spMkLst>
        </pc:spChg>
        <pc:spChg chg="mod">
          <ac:chgData name="Harley Wijeyaratne" userId="d52f8215faed5781" providerId="Windows Live" clId="Web-{34651769-C97A-4176-BB84-58050D58B1AC}" dt="2023-05-23T03:56:46.542" v="1372" actId="1076"/>
          <ac:spMkLst>
            <pc:docMk/>
            <pc:sldMk cId="2684757179" sldId="1173"/>
            <ac:spMk id="65" creationId="{3CC34D2E-2DED-CB65-7403-9EF096A3C9F9}"/>
          </ac:spMkLst>
        </pc:spChg>
      </pc:sldChg>
    </pc:docChg>
  </pc:docChgLst>
  <pc:docChgLst>
    <pc:chgData name="Joseph Ross" userId="f02a7e79df86ceb8" providerId="Windows Live" clId="Web-{B74E8E68-87FC-4240-85A9-2A31555EA78F}"/>
    <pc:docChg chg="addSld delSld modSld sldOrd">
      <pc:chgData name="Joseph Ross" userId="f02a7e79df86ceb8" providerId="Windows Live" clId="Web-{B74E8E68-87FC-4240-85A9-2A31555EA78F}" dt="2023-05-23T14:20:03.675" v="3398"/>
      <pc:docMkLst>
        <pc:docMk/>
      </pc:docMkLst>
      <pc:sldChg chg="ord">
        <pc:chgData name="Joseph Ross" userId="f02a7e79df86ceb8" providerId="Windows Live" clId="Web-{B74E8E68-87FC-4240-85A9-2A31555EA78F}" dt="2023-05-23T14:03:07.487" v="1513"/>
        <pc:sldMkLst>
          <pc:docMk/>
          <pc:sldMk cId="410719719" sldId="1147"/>
        </pc:sldMkLst>
      </pc:sldChg>
      <pc:sldChg chg="ord">
        <pc:chgData name="Joseph Ross" userId="f02a7e79df86ceb8" providerId="Windows Live" clId="Web-{B74E8E68-87FC-4240-85A9-2A31555EA78F}" dt="2023-05-23T13:29:51.004" v="8"/>
        <pc:sldMkLst>
          <pc:docMk/>
          <pc:sldMk cId="1781347348" sldId="1161"/>
        </pc:sldMkLst>
      </pc:sldChg>
      <pc:sldChg chg="ord">
        <pc:chgData name="Joseph Ross" userId="f02a7e79df86ceb8" providerId="Windows Live" clId="Web-{B74E8E68-87FC-4240-85A9-2A31555EA78F}" dt="2023-05-23T14:02:56.424" v="1512"/>
        <pc:sldMkLst>
          <pc:docMk/>
          <pc:sldMk cId="3973152249" sldId="1170"/>
        </pc:sldMkLst>
      </pc:sldChg>
      <pc:sldChg chg="ord">
        <pc:chgData name="Joseph Ross" userId="f02a7e79df86ceb8" providerId="Windows Live" clId="Web-{B74E8E68-87FC-4240-85A9-2A31555EA78F}" dt="2023-05-23T14:03:13.800" v="1514"/>
        <pc:sldMkLst>
          <pc:docMk/>
          <pc:sldMk cId="604582989" sldId="1182"/>
        </pc:sldMkLst>
      </pc:sldChg>
      <pc:sldChg chg="ord">
        <pc:chgData name="Joseph Ross" userId="f02a7e79df86ceb8" providerId="Windows Live" clId="Web-{B74E8E68-87FC-4240-85A9-2A31555EA78F}" dt="2023-05-23T13:30:02.410" v="9"/>
        <pc:sldMkLst>
          <pc:docMk/>
          <pc:sldMk cId="2075183904" sldId="1190"/>
        </pc:sldMkLst>
      </pc:sldChg>
      <pc:sldChg chg="ord">
        <pc:chgData name="Joseph Ross" userId="f02a7e79df86ceb8" providerId="Windows Live" clId="Web-{B74E8E68-87FC-4240-85A9-2A31555EA78F}" dt="2023-05-23T14:03:21.253" v="1515"/>
        <pc:sldMkLst>
          <pc:docMk/>
          <pc:sldMk cId="217566027" sldId="1193"/>
        </pc:sldMkLst>
      </pc:sldChg>
      <pc:sldChg chg="ord">
        <pc:chgData name="Joseph Ross" userId="f02a7e79df86ceb8" providerId="Windows Live" clId="Web-{B74E8E68-87FC-4240-85A9-2A31555EA78F}" dt="2023-05-23T14:03:25.378" v="1516"/>
        <pc:sldMkLst>
          <pc:docMk/>
          <pc:sldMk cId="2468828793" sldId="1194"/>
        </pc:sldMkLst>
      </pc:sldChg>
      <pc:sldChg chg="modSp ord">
        <pc:chgData name="Joseph Ross" userId="f02a7e79df86ceb8" providerId="Windows Live" clId="Web-{B74E8E68-87FC-4240-85A9-2A31555EA78F}" dt="2023-05-23T14:19:49.144" v="3395" actId="1076"/>
        <pc:sldMkLst>
          <pc:docMk/>
          <pc:sldMk cId="397033882" sldId="1196"/>
        </pc:sldMkLst>
        <pc:graphicFrameChg chg="mod modGraphic">
          <ac:chgData name="Joseph Ross" userId="f02a7e79df86ceb8" providerId="Windows Live" clId="Web-{B74E8E68-87FC-4240-85A9-2A31555EA78F}" dt="2023-05-23T14:19:49.144" v="3395" actId="1076"/>
          <ac:graphicFrameMkLst>
            <pc:docMk/>
            <pc:sldMk cId="397033882" sldId="1196"/>
            <ac:graphicFrameMk id="6" creationId="{40A552B1-4326-B4C1-0E8A-44451C90BDDE}"/>
          </ac:graphicFrameMkLst>
        </pc:graphicFrameChg>
      </pc:sldChg>
      <pc:sldChg chg="delSp modSp ord">
        <pc:chgData name="Joseph Ross" userId="f02a7e79df86ceb8" providerId="Windows Live" clId="Web-{B74E8E68-87FC-4240-85A9-2A31555EA78F}" dt="2023-05-23T14:02:47.627" v="1511"/>
        <pc:sldMkLst>
          <pc:docMk/>
          <pc:sldMk cId="1159548344" sldId="1197"/>
        </pc:sldMkLst>
        <pc:spChg chg="mod">
          <ac:chgData name="Joseph Ross" userId="f02a7e79df86ceb8" providerId="Windows Live" clId="Web-{B74E8E68-87FC-4240-85A9-2A31555EA78F}" dt="2023-05-23T14:00:03.450" v="1366" actId="20577"/>
          <ac:spMkLst>
            <pc:docMk/>
            <pc:sldMk cId="1159548344" sldId="1197"/>
            <ac:spMk id="5" creationId="{AC84F134-41B0-E093-900D-9EC4900E34B5}"/>
          </ac:spMkLst>
        </pc:spChg>
        <pc:spChg chg="mod">
          <ac:chgData name="Joseph Ross" userId="f02a7e79df86ceb8" providerId="Windows Live" clId="Web-{B74E8E68-87FC-4240-85A9-2A31555EA78F}" dt="2023-05-23T14:02:06.704" v="1510" actId="20577"/>
          <ac:spMkLst>
            <pc:docMk/>
            <pc:sldMk cId="1159548344" sldId="1197"/>
            <ac:spMk id="7" creationId="{42F0B3DC-26D7-C8D7-2095-150058C60ECD}"/>
          </ac:spMkLst>
        </pc:spChg>
        <pc:spChg chg="mod">
          <ac:chgData name="Joseph Ross" userId="f02a7e79df86ceb8" providerId="Windows Live" clId="Web-{B74E8E68-87FC-4240-85A9-2A31555EA78F}" dt="2023-05-23T13:59:43.809" v="1356" actId="20577"/>
          <ac:spMkLst>
            <pc:docMk/>
            <pc:sldMk cId="1159548344" sldId="1197"/>
            <ac:spMk id="10" creationId="{1F93AE4B-1AD3-DF49-A82D-15D970233F59}"/>
          </ac:spMkLst>
        </pc:spChg>
        <pc:spChg chg="del">
          <ac:chgData name="Joseph Ross" userId="f02a7e79df86ceb8" providerId="Windows Live" clId="Web-{B74E8E68-87FC-4240-85A9-2A31555EA78F}" dt="2023-05-23T14:01:44.282" v="1494"/>
          <ac:spMkLst>
            <pc:docMk/>
            <pc:sldMk cId="1159548344" sldId="1197"/>
            <ac:spMk id="27" creationId="{467BE263-3BA2-FC16-5098-074BFA8F6990}"/>
          </ac:spMkLst>
        </pc:spChg>
        <pc:graphicFrameChg chg="mod modGraphic">
          <ac:chgData name="Joseph Ross" userId="f02a7e79df86ceb8" providerId="Windows Live" clId="Web-{B74E8E68-87FC-4240-85A9-2A31555EA78F}" dt="2023-05-23T14:01:53.844" v="1502"/>
          <ac:graphicFrameMkLst>
            <pc:docMk/>
            <pc:sldMk cId="1159548344" sldId="1197"/>
            <ac:graphicFrameMk id="2" creationId="{5D8E7BA7-38A8-934A-FF9B-4B044BE585E0}"/>
          </ac:graphicFrameMkLst>
        </pc:graphicFrameChg>
      </pc:sldChg>
      <pc:sldChg chg="modSp ord">
        <pc:chgData name="Joseph Ross" userId="f02a7e79df86ceb8" providerId="Windows Live" clId="Web-{B74E8E68-87FC-4240-85A9-2A31555EA78F}" dt="2023-05-23T14:19:17.627" v="3393" actId="1076"/>
        <pc:sldMkLst>
          <pc:docMk/>
          <pc:sldMk cId="1866498466" sldId="1198"/>
        </pc:sldMkLst>
        <pc:spChg chg="mod">
          <ac:chgData name="Joseph Ross" userId="f02a7e79df86ceb8" providerId="Windows Live" clId="Web-{B74E8E68-87FC-4240-85A9-2A31555EA78F}" dt="2023-05-23T13:41:31.494" v="426" actId="20577"/>
          <ac:spMkLst>
            <pc:docMk/>
            <pc:sldMk cId="1866498466" sldId="1198"/>
            <ac:spMk id="5" creationId="{AC84F134-41B0-E093-900D-9EC4900E34B5}"/>
          </ac:spMkLst>
        </pc:spChg>
        <pc:spChg chg="mod">
          <ac:chgData name="Joseph Ross" userId="f02a7e79df86ceb8" providerId="Windows Live" clId="Web-{B74E8E68-87FC-4240-85A9-2A31555EA78F}" dt="2023-05-23T13:44:13.531" v="670" actId="20577"/>
          <ac:spMkLst>
            <pc:docMk/>
            <pc:sldMk cId="1866498466" sldId="1198"/>
            <ac:spMk id="7" creationId="{42F0B3DC-26D7-C8D7-2095-150058C60ECD}"/>
          </ac:spMkLst>
        </pc:spChg>
        <pc:spChg chg="mod">
          <ac:chgData name="Joseph Ross" userId="f02a7e79df86ceb8" providerId="Windows Live" clId="Web-{B74E8E68-87FC-4240-85A9-2A31555EA78F}" dt="2023-05-23T13:57:14.070" v="1283" actId="20577"/>
          <ac:spMkLst>
            <pc:docMk/>
            <pc:sldMk cId="1866498466" sldId="1198"/>
            <ac:spMk id="10" creationId="{1F93AE4B-1AD3-DF49-A82D-15D970233F59}"/>
          </ac:spMkLst>
        </pc:spChg>
        <pc:graphicFrameChg chg="mod modGraphic">
          <ac:chgData name="Joseph Ross" userId="f02a7e79df86ceb8" providerId="Windows Live" clId="Web-{B74E8E68-87FC-4240-85A9-2A31555EA78F}" dt="2023-05-23T14:19:17.627" v="3393" actId="1076"/>
          <ac:graphicFrameMkLst>
            <pc:docMk/>
            <pc:sldMk cId="1866498466" sldId="1198"/>
            <ac:graphicFrameMk id="2" creationId="{5D8E7BA7-38A8-934A-FF9B-4B044BE585E0}"/>
          </ac:graphicFrameMkLst>
        </pc:graphicFrameChg>
      </pc:sldChg>
      <pc:sldChg chg="modSp ord">
        <pc:chgData name="Joseph Ross" userId="f02a7e79df86ceb8" providerId="Windows Live" clId="Web-{B74E8E68-87FC-4240-85A9-2A31555EA78F}" dt="2023-05-23T14:18:58.642" v="3391" actId="20577"/>
        <pc:sldMkLst>
          <pc:docMk/>
          <pc:sldMk cId="3940420149" sldId="1199"/>
        </pc:sldMkLst>
        <pc:spChg chg="mod">
          <ac:chgData name="Joseph Ross" userId="f02a7e79df86ceb8" providerId="Windows Live" clId="Web-{B74E8E68-87FC-4240-85A9-2A31555EA78F}" dt="2023-05-23T13:33:40.480" v="223" actId="20577"/>
          <ac:spMkLst>
            <pc:docMk/>
            <pc:sldMk cId="3940420149" sldId="1199"/>
            <ac:spMk id="5" creationId="{AC84F134-41B0-E093-900D-9EC4900E34B5}"/>
          </ac:spMkLst>
        </pc:spChg>
        <pc:spChg chg="mod">
          <ac:chgData name="Joseph Ross" userId="f02a7e79df86ceb8" providerId="Windows Live" clId="Web-{B74E8E68-87FC-4240-85A9-2A31555EA78F}" dt="2023-05-23T13:34:14.684" v="239" actId="20577"/>
          <ac:spMkLst>
            <pc:docMk/>
            <pc:sldMk cId="3940420149" sldId="1199"/>
            <ac:spMk id="7" creationId="{42F0B3DC-26D7-C8D7-2095-150058C60ECD}"/>
          </ac:spMkLst>
        </pc:spChg>
        <pc:spChg chg="mod">
          <ac:chgData name="Joseph Ross" userId="f02a7e79df86ceb8" providerId="Windows Live" clId="Web-{B74E8E68-87FC-4240-85A9-2A31555EA78F}" dt="2023-05-23T14:18:58.642" v="3391" actId="20577"/>
          <ac:spMkLst>
            <pc:docMk/>
            <pc:sldMk cId="3940420149" sldId="1199"/>
            <ac:spMk id="10" creationId="{1F93AE4B-1AD3-DF49-A82D-15D970233F59}"/>
          </ac:spMkLst>
        </pc:spChg>
        <pc:graphicFrameChg chg="mod modGraphic">
          <ac:chgData name="Joseph Ross" userId="f02a7e79df86ceb8" providerId="Windows Live" clId="Web-{B74E8E68-87FC-4240-85A9-2A31555EA78F}" dt="2023-05-23T14:18:51.048" v="3375" actId="1076"/>
          <ac:graphicFrameMkLst>
            <pc:docMk/>
            <pc:sldMk cId="3940420149" sldId="1199"/>
            <ac:graphicFrameMk id="2" creationId="{5D8E7BA7-38A8-934A-FF9B-4B044BE585E0}"/>
          </ac:graphicFrameMkLst>
        </pc:graphicFrameChg>
      </pc:sldChg>
      <pc:sldChg chg="add replId">
        <pc:chgData name="Joseph Ross" userId="f02a7e79df86ceb8" providerId="Windows Live" clId="Web-{B74E8E68-87FC-4240-85A9-2A31555EA78F}" dt="2023-05-23T14:20:03.675" v="3398"/>
        <pc:sldMkLst>
          <pc:docMk/>
          <pc:sldMk cId="737729143" sldId="1200"/>
        </pc:sldMkLst>
      </pc:sldChg>
      <pc:sldChg chg="del">
        <pc:chgData name="Joseph Ross" userId="f02a7e79df86ceb8" providerId="Windows Live" clId="Web-{B74E8E68-87FC-4240-85A9-2A31555EA78F}" dt="2023-05-23T13:28:45.518" v="0"/>
        <pc:sldMkLst>
          <pc:docMk/>
          <pc:sldMk cId="2552567441" sldId="1200"/>
        </pc:sldMkLst>
      </pc:sldChg>
      <pc:sldChg chg="add del replId">
        <pc:chgData name="Joseph Ross" userId="f02a7e79df86ceb8" providerId="Windows Live" clId="Web-{B74E8E68-87FC-4240-85A9-2A31555EA78F}" dt="2023-05-23T14:19:53.941" v="3397"/>
        <pc:sldMkLst>
          <pc:docMk/>
          <pc:sldMk cId="2921626522" sldId="1200"/>
        </pc:sldMkLst>
      </pc:sldChg>
      <pc:sldChg chg="new del">
        <pc:chgData name="Joseph Ross" userId="f02a7e79df86ceb8" providerId="Windows Live" clId="Web-{B74E8E68-87FC-4240-85A9-2A31555EA78F}" dt="2023-05-23T13:40:44.664" v="405"/>
        <pc:sldMkLst>
          <pc:docMk/>
          <pc:sldMk cId="3040632684" sldId="1200"/>
        </pc:sldMkLst>
      </pc:sldChg>
      <pc:sldChg chg="del">
        <pc:chgData name="Joseph Ross" userId="f02a7e79df86ceb8" providerId="Windows Live" clId="Web-{B74E8E68-87FC-4240-85A9-2A31555EA78F}" dt="2023-05-23T13:28:45.518" v="1"/>
        <pc:sldMkLst>
          <pc:docMk/>
          <pc:sldMk cId="2134814287" sldId="1201"/>
        </pc:sldMkLst>
      </pc:sldChg>
      <pc:sldChg chg="del">
        <pc:chgData name="Joseph Ross" userId="f02a7e79df86ceb8" providerId="Windows Live" clId="Web-{B74E8E68-87FC-4240-85A9-2A31555EA78F}" dt="2023-05-23T13:28:45.518" v="2"/>
        <pc:sldMkLst>
          <pc:docMk/>
          <pc:sldMk cId="3483518947" sldId="1202"/>
        </pc:sldMkLst>
      </pc:sldChg>
      <pc:sldChg chg="del">
        <pc:chgData name="Joseph Ross" userId="f02a7e79df86ceb8" providerId="Windows Live" clId="Web-{B74E8E68-87FC-4240-85A9-2A31555EA78F}" dt="2023-05-23T13:28:45.518" v="3"/>
        <pc:sldMkLst>
          <pc:docMk/>
          <pc:sldMk cId="2769551187" sldId="1203"/>
        </pc:sldMkLst>
      </pc:sldChg>
    </pc:docChg>
  </pc:docChgLst>
  <pc:docChgLst>
    <pc:chgData name="Harley Wijeyaratne" userId="d52f8215faed5781" providerId="Windows Live" clId="Web-{3007B9B2-0BA3-4F5C-B881-D5496B67EAF8}"/>
    <pc:docChg chg="modSld">
      <pc:chgData name="Harley Wijeyaratne" userId="d52f8215faed5781" providerId="Windows Live" clId="Web-{3007B9B2-0BA3-4F5C-B881-D5496B67EAF8}" dt="2023-05-23T11:48:29.211" v="0" actId="1076"/>
      <pc:docMkLst>
        <pc:docMk/>
      </pc:docMkLst>
      <pc:sldChg chg="modSp">
        <pc:chgData name="Harley Wijeyaratne" userId="d52f8215faed5781" providerId="Windows Live" clId="Web-{3007B9B2-0BA3-4F5C-B881-D5496B67EAF8}" dt="2023-05-23T11:48:29.211" v="0" actId="1076"/>
        <pc:sldMkLst>
          <pc:docMk/>
          <pc:sldMk cId="2684757179" sldId="1173"/>
        </pc:sldMkLst>
        <pc:cxnChg chg="mod">
          <ac:chgData name="Harley Wijeyaratne" userId="d52f8215faed5781" providerId="Windows Live" clId="Web-{3007B9B2-0BA3-4F5C-B881-D5496B67EAF8}" dt="2023-05-23T11:48:29.211" v="0" actId="1076"/>
          <ac:cxnSpMkLst>
            <pc:docMk/>
            <pc:sldMk cId="2684757179" sldId="1173"/>
            <ac:cxnSpMk id="19" creationId="{7F201026-F33F-08B4-1D77-2FEBE7A23739}"/>
          </ac:cxnSpMkLst>
        </pc:cxnChg>
      </pc:sldChg>
    </pc:docChg>
  </pc:docChgLst>
  <pc:docChgLst>
    <pc:chgData name="Guest User" providerId="Windows Live" clId="Web-{56A4E35C-4D95-4085-BF42-DAF2581017CD}"/>
    <pc:docChg chg="modSld">
      <pc:chgData name="Guest User" userId="" providerId="Windows Live" clId="Web-{56A4E35C-4D95-4085-BF42-DAF2581017CD}" dt="2023-05-22T15:49:53.502" v="17" actId="14100"/>
      <pc:docMkLst>
        <pc:docMk/>
      </pc:docMkLst>
      <pc:sldChg chg="modSp">
        <pc:chgData name="Guest User" userId="" providerId="Windows Live" clId="Web-{56A4E35C-4D95-4085-BF42-DAF2581017CD}" dt="2023-05-22T15:49:53.502" v="17" actId="14100"/>
        <pc:sldMkLst>
          <pc:docMk/>
          <pc:sldMk cId="2074895071" sldId="1180"/>
        </pc:sldMkLst>
        <pc:spChg chg="mod">
          <ac:chgData name="Guest User" userId="" providerId="Windows Live" clId="Web-{56A4E35C-4D95-4085-BF42-DAF2581017CD}" dt="2023-05-22T15:49:53.408" v="12" actId="14100"/>
          <ac:spMkLst>
            <pc:docMk/>
            <pc:sldMk cId="2074895071" sldId="1180"/>
            <ac:spMk id="15" creationId="{11A9A428-E0B1-9C63-62C8-028F31FA5078}"/>
          </ac:spMkLst>
        </pc:spChg>
        <pc:spChg chg="mod">
          <ac:chgData name="Guest User" userId="" providerId="Windows Live" clId="Web-{56A4E35C-4D95-4085-BF42-DAF2581017CD}" dt="2023-05-22T15:49:53.424" v="13" actId="14100"/>
          <ac:spMkLst>
            <pc:docMk/>
            <pc:sldMk cId="2074895071" sldId="1180"/>
            <ac:spMk id="16" creationId="{81F7EBF0-E102-9488-3589-80A5C55C72CA}"/>
          </ac:spMkLst>
        </pc:spChg>
        <pc:spChg chg="mod">
          <ac:chgData name="Guest User" userId="" providerId="Windows Live" clId="Web-{56A4E35C-4D95-4085-BF42-DAF2581017CD}" dt="2023-05-22T15:49:53.455" v="14" actId="14100"/>
          <ac:spMkLst>
            <pc:docMk/>
            <pc:sldMk cId="2074895071" sldId="1180"/>
            <ac:spMk id="17" creationId="{1D8BD5E1-46FB-29B3-F9FD-591CA73E805A}"/>
          </ac:spMkLst>
        </pc:spChg>
        <pc:spChg chg="mod">
          <ac:chgData name="Guest User" userId="" providerId="Windows Live" clId="Web-{56A4E35C-4D95-4085-BF42-DAF2581017CD}" dt="2023-05-22T15:49:53.470" v="15" actId="14100"/>
          <ac:spMkLst>
            <pc:docMk/>
            <pc:sldMk cId="2074895071" sldId="1180"/>
            <ac:spMk id="18" creationId="{FD0B1230-5135-9B64-1516-F19CBBD57769}"/>
          </ac:spMkLst>
        </pc:spChg>
        <pc:spChg chg="mod">
          <ac:chgData name="Guest User" userId="" providerId="Windows Live" clId="Web-{56A4E35C-4D95-4085-BF42-DAF2581017CD}" dt="2023-05-22T15:49:53.486" v="16" actId="14100"/>
          <ac:spMkLst>
            <pc:docMk/>
            <pc:sldMk cId="2074895071" sldId="1180"/>
            <ac:spMk id="19" creationId="{8A9B5882-5E2E-E76F-CE70-C9E371061596}"/>
          </ac:spMkLst>
        </pc:spChg>
        <pc:spChg chg="mod">
          <ac:chgData name="Guest User" userId="" providerId="Windows Live" clId="Web-{56A4E35C-4D95-4085-BF42-DAF2581017CD}" dt="2023-05-22T15:49:53.502" v="17" actId="14100"/>
          <ac:spMkLst>
            <pc:docMk/>
            <pc:sldMk cId="2074895071" sldId="1180"/>
            <ac:spMk id="20" creationId="{7229FBD9-EEFB-B3B2-59BE-A56AF0D30C81}"/>
          </ac:spMkLst>
        </pc:spChg>
      </pc:sldChg>
    </pc:docChg>
  </pc:docChgLst>
  <pc:docChgLst>
    <pc:chgData name="Jason Abi Chebli" userId="a0f9f5f5563fb1d0" providerId="Windows Live" clId="Web-{4A02169F-F6F4-43ED-8A8E-C76DFB4B7AF9}"/>
    <pc:docChg chg="modSld">
      <pc:chgData name="Jason Abi Chebli" userId="a0f9f5f5563fb1d0" providerId="Windows Live" clId="Web-{4A02169F-F6F4-43ED-8A8E-C76DFB4B7AF9}" dt="2023-05-23T11:00:51.648" v="2" actId="1076"/>
      <pc:docMkLst>
        <pc:docMk/>
      </pc:docMkLst>
      <pc:sldChg chg="addSp modSp">
        <pc:chgData name="Jason Abi Chebli" userId="a0f9f5f5563fb1d0" providerId="Windows Live" clId="Web-{4A02169F-F6F4-43ED-8A8E-C76DFB4B7AF9}" dt="2023-05-23T11:00:51.648" v="2" actId="1076"/>
        <pc:sldMkLst>
          <pc:docMk/>
          <pc:sldMk cId="1010945764" sldId="1118"/>
        </pc:sldMkLst>
        <pc:picChg chg="add mod">
          <ac:chgData name="Jason Abi Chebli" userId="a0f9f5f5563fb1d0" providerId="Windows Live" clId="Web-{4A02169F-F6F4-43ED-8A8E-C76DFB4B7AF9}" dt="2023-05-23T11:00:51.648" v="2" actId="1076"/>
          <ac:picMkLst>
            <pc:docMk/>
            <pc:sldMk cId="1010945764" sldId="1118"/>
            <ac:picMk id="13" creationId="{55A0DBCC-2ECC-4834-AD77-E8F90CB550A7}"/>
          </ac:picMkLst>
        </pc:picChg>
      </pc:sldChg>
    </pc:docChg>
  </pc:docChgLst>
  <pc:docChgLst>
    <pc:chgData name="Jason Abi Chebli" userId="a0f9f5f5563fb1d0" providerId="Windows Live" clId="Web-{56AFC165-566B-4554-84D6-F78D1B35E949}"/>
    <pc:docChg chg="sldOrd">
      <pc:chgData name="Jason Abi Chebli" userId="a0f9f5f5563fb1d0" providerId="Windows Live" clId="Web-{56AFC165-566B-4554-84D6-F78D1B35E949}" dt="2023-05-21T10:34:50.727" v="0"/>
      <pc:docMkLst>
        <pc:docMk/>
      </pc:docMkLst>
      <pc:sldChg chg="ord">
        <pc:chgData name="Jason Abi Chebli" userId="a0f9f5f5563fb1d0" providerId="Windows Live" clId="Web-{56AFC165-566B-4554-84D6-F78D1B35E949}" dt="2023-05-21T10:34:50.727" v="0"/>
        <pc:sldMkLst>
          <pc:docMk/>
          <pc:sldMk cId="2854013643" sldId="1152"/>
        </pc:sldMkLst>
      </pc:sldChg>
    </pc:docChg>
  </pc:docChgLst>
  <pc:docChgLst>
    <pc:chgData name="Jason Abi Chebli" userId="a0f9f5f5563fb1d0" providerId="Windows Live" clId="Web-{9646056B-7FCC-471A-8E36-9DE85A068792}"/>
    <pc:docChg chg="addSld modSld">
      <pc:chgData name="Jason Abi Chebli" userId="a0f9f5f5563fb1d0" providerId="Windows Live" clId="Web-{9646056B-7FCC-471A-8E36-9DE85A068792}" dt="2023-05-23T11:16:42.568" v="67"/>
      <pc:docMkLst>
        <pc:docMk/>
      </pc:docMkLst>
      <pc:sldChg chg="addSp delSp modSp add replId modCm">
        <pc:chgData name="Jason Abi Chebli" userId="a0f9f5f5563fb1d0" providerId="Windows Live" clId="Web-{9646056B-7FCC-471A-8E36-9DE85A068792}" dt="2023-05-23T11:16:42.568" v="67"/>
        <pc:sldMkLst>
          <pc:docMk/>
          <pc:sldMk cId="1306931824" sldId="1195"/>
        </pc:sldMkLst>
        <pc:spChg chg="del">
          <ac:chgData name="Jason Abi Chebli" userId="a0f9f5f5563fb1d0" providerId="Windows Live" clId="Web-{9646056B-7FCC-471A-8E36-9DE85A068792}" dt="2023-05-23T11:12:28.828" v="10"/>
          <ac:spMkLst>
            <pc:docMk/>
            <pc:sldMk cId="1306931824" sldId="1195"/>
            <ac:spMk id="6" creationId="{FD9A2755-46A3-24F8-F228-F39B1BBE51C9}"/>
          </ac:spMkLst>
        </pc:spChg>
        <pc:spChg chg="mod">
          <ac:chgData name="Jason Abi Chebli" userId="a0f9f5f5563fb1d0" providerId="Windows Live" clId="Web-{9646056B-7FCC-471A-8E36-9DE85A068792}" dt="2023-05-23T11:12:53.063" v="12" actId="20577"/>
          <ac:spMkLst>
            <pc:docMk/>
            <pc:sldMk cId="1306931824" sldId="1195"/>
            <ac:spMk id="16" creationId="{ABEDE7A0-BBDF-FFF7-5C76-3D7840FF9E22}"/>
          </ac:spMkLst>
        </pc:spChg>
        <pc:graphicFrameChg chg="del">
          <ac:chgData name="Jason Abi Chebli" userId="a0f9f5f5563fb1d0" providerId="Windows Live" clId="Web-{9646056B-7FCC-471A-8E36-9DE85A068792}" dt="2023-05-23T11:12:01.218" v="1"/>
          <ac:graphicFrameMkLst>
            <pc:docMk/>
            <pc:sldMk cId="1306931824" sldId="1195"/>
            <ac:graphicFrameMk id="13" creationId="{05D3B3A4-485A-661D-CB80-C4B601B7F6F0}"/>
          </ac:graphicFrameMkLst>
        </pc:graphicFrameChg>
        <pc:graphicFrameChg chg="del">
          <ac:chgData name="Jason Abi Chebli" userId="a0f9f5f5563fb1d0" providerId="Windows Live" clId="Web-{9646056B-7FCC-471A-8E36-9DE85A068792}" dt="2023-05-23T11:12:04.312" v="2"/>
          <ac:graphicFrameMkLst>
            <pc:docMk/>
            <pc:sldMk cId="1306931824" sldId="1195"/>
            <ac:graphicFrameMk id="15" creationId="{05D3B3A4-485A-661D-CB80-C4B601B7F6F0}"/>
          </ac:graphicFrameMkLst>
        </pc:graphicFrameChg>
        <pc:graphicFrameChg chg="mod modGraphic">
          <ac:chgData name="Jason Abi Chebli" userId="a0f9f5f5563fb1d0" providerId="Windows Live" clId="Web-{9646056B-7FCC-471A-8E36-9DE85A068792}" dt="2023-05-23T11:16:42.568" v="67"/>
          <ac:graphicFrameMkLst>
            <pc:docMk/>
            <pc:sldMk cId="1306931824" sldId="1195"/>
            <ac:graphicFrameMk id="26" creationId="{006024AA-6A43-D14B-A938-388A9F8ECE85}"/>
          </ac:graphicFrameMkLst>
        </pc:graphicFrameChg>
        <pc:cxnChg chg="add mod">
          <ac:chgData name="Jason Abi Chebli" userId="a0f9f5f5563fb1d0" providerId="Windows Live" clId="Web-{9646056B-7FCC-471A-8E36-9DE85A068792}" dt="2023-05-23T11:16:04.551" v="53" actId="14100"/>
          <ac:cxnSpMkLst>
            <pc:docMk/>
            <pc:sldMk cId="1306931824" sldId="1195"/>
            <ac:cxnSpMk id="5" creationId="{1D692B0B-30DF-D67E-066E-F76E99880590}"/>
          </ac:cxnSpMkLst>
        </pc:cxnChg>
        <pc:cxnChg chg="del mod">
          <ac:chgData name="Jason Abi Chebli" userId="a0f9f5f5563fb1d0" providerId="Windows Live" clId="Web-{9646056B-7FCC-471A-8E36-9DE85A068792}" dt="2023-05-23T11:15:34.894" v="46"/>
          <ac:cxnSpMkLst>
            <pc:docMk/>
            <pc:sldMk cId="1306931824" sldId="1195"/>
            <ac:cxnSpMk id="34" creationId="{265FD89C-069D-2B11-076B-8B6985132FED}"/>
          </ac:cxnSpMkLst>
        </pc:cxnChg>
        <pc:extLst>
          <p:ext xmlns:p="http://schemas.openxmlformats.org/presentationml/2006/main" uri="{D6D511B9-2390-475A-947B-AFAB55BFBCF1}">
            <pc226:cmChg xmlns:pc226="http://schemas.microsoft.com/office/powerpoint/2022/06/main/command" chg="mod">
              <pc226:chgData name="Jason Abi Chebli" userId="a0f9f5f5563fb1d0" providerId="Windows Live" clId="Web-{9646056B-7FCC-471A-8E36-9DE85A068792}" dt="2023-05-23T11:16:42.568" v="66"/>
              <pc2:cmMkLst xmlns:pc2="http://schemas.microsoft.com/office/powerpoint/2019/9/main/command">
                <pc:docMk/>
                <pc:sldMk cId="1306931824" sldId="1195"/>
                <pc2:cmMk id="{3E43DE4C-E4DA-46F1-B614-F373E5C5C242}"/>
              </pc2:cmMkLst>
            </pc226:cmChg>
            <pc226:cmChg xmlns:pc226="http://schemas.microsoft.com/office/powerpoint/2022/06/main/command" chg="mod">
              <pc226:chgData name="Jason Abi Chebli" userId="a0f9f5f5563fb1d0" providerId="Windows Live" clId="Web-{9646056B-7FCC-471A-8E36-9DE85A068792}" dt="2023-05-23T11:16:42.568" v="66"/>
              <pc2:cmMkLst xmlns:pc2="http://schemas.microsoft.com/office/powerpoint/2019/9/main/command">
                <pc:docMk/>
                <pc:sldMk cId="1306931824" sldId="1195"/>
                <pc2:cmMk id="{4E5DD37E-5587-4F10-93B8-89028E699BD8}"/>
              </pc2:cmMkLst>
            </pc226:cmChg>
            <pc226:cmChg xmlns:pc226="http://schemas.microsoft.com/office/powerpoint/2022/06/main/command" chg="mod">
              <pc226:chgData name="Jason Abi Chebli" userId="a0f9f5f5563fb1d0" providerId="Windows Live" clId="Web-{9646056B-7FCC-471A-8E36-9DE85A068792}" dt="2023-05-23T11:15:25.691" v="41"/>
              <pc2:cmMkLst xmlns:pc2="http://schemas.microsoft.com/office/powerpoint/2019/9/main/command">
                <pc:docMk/>
                <pc:sldMk cId="1306931824" sldId="1195"/>
                <pc2:cmMk id="{B2C277B2-DC84-4585-9BCA-A06D4899408B}"/>
              </pc2:cmMkLst>
            </pc226:cmChg>
          </p:ext>
        </pc:extLst>
      </pc:sldChg>
    </pc:docChg>
  </pc:docChgLst>
  <pc:docChgLst>
    <pc:chgData name="Jason Abi Chebli" userId="a0f9f5f5563fb1d0" providerId="Windows Live" clId="Web-{1A08D1A4-62F1-44BB-B4E0-951C12464614}"/>
    <pc:docChg chg="addSld delSld modSld">
      <pc:chgData name="Jason Abi Chebli" userId="a0f9f5f5563fb1d0" providerId="Windows Live" clId="Web-{1A08D1A4-62F1-44BB-B4E0-951C12464614}" dt="2023-05-23T12:38:40.992" v="5" actId="20577"/>
      <pc:docMkLst>
        <pc:docMk/>
      </pc:docMkLst>
      <pc:sldChg chg="add del mod modShow">
        <pc:chgData name="Jason Abi Chebli" userId="a0f9f5f5563fb1d0" providerId="Windows Live" clId="Web-{1A08D1A4-62F1-44BB-B4E0-951C12464614}" dt="2023-05-23T12:34:59.111" v="2"/>
        <pc:sldMkLst>
          <pc:docMk/>
          <pc:sldMk cId="1901006668" sldId="1174"/>
        </pc:sldMkLst>
      </pc:sldChg>
      <pc:sldChg chg="modSp">
        <pc:chgData name="Jason Abi Chebli" userId="a0f9f5f5563fb1d0" providerId="Windows Live" clId="Web-{1A08D1A4-62F1-44BB-B4E0-951C12464614}" dt="2023-05-23T12:38:40.992" v="5" actId="20577"/>
        <pc:sldMkLst>
          <pc:docMk/>
          <pc:sldMk cId="4090889681" sldId="1184"/>
        </pc:sldMkLst>
        <pc:spChg chg="mod">
          <ac:chgData name="Jason Abi Chebli" userId="a0f9f5f5563fb1d0" providerId="Windows Live" clId="Web-{1A08D1A4-62F1-44BB-B4E0-951C12464614}" dt="2023-05-23T12:38:40.992" v="5" actId="20577"/>
          <ac:spMkLst>
            <pc:docMk/>
            <pc:sldMk cId="4090889681" sldId="1184"/>
            <ac:spMk id="17" creationId="{B2C54276-F9FB-108A-DF8E-BFFAA41844FA}"/>
          </ac:spMkLst>
        </pc:spChg>
      </pc:sldChg>
    </pc:docChg>
  </pc:docChgLst>
  <pc:docChgLst>
    <pc:chgData name="Harley Wijeyaratne" userId="d52f8215faed5781" providerId="Windows Live" clId="Web-{DB8AE6BF-728A-473A-A772-6270B06BCBE4}"/>
    <pc:docChg chg="addSld delSld modSld">
      <pc:chgData name="Harley Wijeyaratne" userId="d52f8215faed5781" providerId="Windows Live" clId="Web-{DB8AE6BF-728A-473A-A772-6270B06BCBE4}" dt="2023-05-23T03:16:42.434" v="456" actId="1076"/>
      <pc:docMkLst>
        <pc:docMk/>
      </pc:docMkLst>
      <pc:sldChg chg="addSp delSp modSp">
        <pc:chgData name="Harley Wijeyaratne" userId="d52f8215faed5781" providerId="Windows Live" clId="Web-{DB8AE6BF-728A-473A-A772-6270B06BCBE4}" dt="2023-05-23T03:16:42.434" v="456" actId="1076"/>
        <pc:sldMkLst>
          <pc:docMk/>
          <pc:sldMk cId="2684757179" sldId="1173"/>
        </pc:sldMkLst>
        <pc:spChg chg="add mod">
          <ac:chgData name="Harley Wijeyaratne" userId="d52f8215faed5781" providerId="Windows Live" clId="Web-{DB8AE6BF-728A-473A-A772-6270B06BCBE4}" dt="2023-05-23T02:59:32.681" v="70" actId="1076"/>
          <ac:spMkLst>
            <pc:docMk/>
            <pc:sldMk cId="2684757179" sldId="1173"/>
            <ac:spMk id="3" creationId="{53C1EE3F-5C78-971C-FA92-D98A187CB41F}"/>
          </ac:spMkLst>
        </pc:spChg>
        <pc:spChg chg="mod">
          <ac:chgData name="Harley Wijeyaratne" userId="d52f8215faed5781" providerId="Windows Live" clId="Web-{DB8AE6BF-728A-473A-A772-6270B06BCBE4}" dt="2023-05-23T02:30:40.371" v="54" actId="20577"/>
          <ac:spMkLst>
            <pc:docMk/>
            <pc:sldMk cId="2684757179" sldId="1173"/>
            <ac:spMk id="4" creationId="{DE6FA5E7-64E4-EA64-F561-2CAA07B56D1C}"/>
          </ac:spMkLst>
        </pc:spChg>
        <pc:spChg chg="add del mod">
          <ac:chgData name="Harley Wijeyaratne" userId="d52f8215faed5781" providerId="Windows Live" clId="Web-{DB8AE6BF-728A-473A-A772-6270B06BCBE4}" dt="2023-05-23T03:00:17.604" v="77"/>
          <ac:spMkLst>
            <pc:docMk/>
            <pc:sldMk cId="2684757179" sldId="1173"/>
            <ac:spMk id="14" creationId="{90EFC6A9-7832-4B08-0FB4-C73438338CC9}"/>
          </ac:spMkLst>
        </pc:spChg>
        <pc:spChg chg="add mod">
          <ac:chgData name="Harley Wijeyaratne" userId="d52f8215faed5781" providerId="Windows Live" clId="Web-{DB8AE6BF-728A-473A-A772-6270B06BCBE4}" dt="2023-05-23T03:16:35.824" v="455" actId="1076"/>
          <ac:spMkLst>
            <pc:docMk/>
            <pc:sldMk cId="2684757179" sldId="1173"/>
            <ac:spMk id="20" creationId="{74F5A526-0DA4-3D0D-FF2E-62BE25C1F914}"/>
          </ac:spMkLst>
        </pc:spChg>
        <pc:spChg chg="add mod">
          <ac:chgData name="Harley Wijeyaratne" userId="d52f8215faed5781" providerId="Windows Live" clId="Web-{DB8AE6BF-728A-473A-A772-6270B06BCBE4}" dt="2023-05-23T03:04:56.629" v="168" actId="1076"/>
          <ac:spMkLst>
            <pc:docMk/>
            <pc:sldMk cId="2684757179" sldId="1173"/>
            <ac:spMk id="21" creationId="{41EF1B78-E3FE-940B-B517-CB767D7738DF}"/>
          </ac:spMkLst>
        </pc:spChg>
        <pc:spChg chg="add del mod">
          <ac:chgData name="Harley Wijeyaratne" userId="d52f8215faed5781" providerId="Windows Live" clId="Web-{DB8AE6BF-728A-473A-A772-6270B06BCBE4}" dt="2023-05-23T03:14:57.321" v="440" actId="1076"/>
          <ac:spMkLst>
            <pc:docMk/>
            <pc:sldMk cId="2684757179" sldId="1173"/>
            <ac:spMk id="22" creationId="{23DA208E-25DF-93DB-2B7F-7A0D3B02CE84}"/>
          </ac:spMkLst>
        </pc:spChg>
        <pc:spChg chg="add del mod">
          <ac:chgData name="Harley Wijeyaratne" userId="d52f8215faed5781" providerId="Windows Live" clId="Web-{DB8AE6BF-728A-473A-A772-6270B06BCBE4}" dt="2023-05-23T03:14:59.993" v="441" actId="1076"/>
          <ac:spMkLst>
            <pc:docMk/>
            <pc:sldMk cId="2684757179" sldId="1173"/>
            <ac:spMk id="23" creationId="{B31BE8BC-E8A2-FBC4-4B15-E38853CA5807}"/>
          </ac:spMkLst>
        </pc:spChg>
        <pc:spChg chg="add mod">
          <ac:chgData name="Harley Wijeyaratne" userId="d52f8215faed5781" providerId="Windows Live" clId="Web-{DB8AE6BF-728A-473A-A772-6270B06BCBE4}" dt="2023-05-23T03:07:35.697" v="205" actId="1076"/>
          <ac:spMkLst>
            <pc:docMk/>
            <pc:sldMk cId="2684757179" sldId="1173"/>
            <ac:spMk id="24" creationId="{5174C567-6E79-81AE-545B-A9E886AC6C0C}"/>
          </ac:spMkLst>
        </pc:spChg>
        <pc:spChg chg="add mod">
          <ac:chgData name="Harley Wijeyaratne" userId="d52f8215faed5781" providerId="Windows Live" clId="Web-{DB8AE6BF-728A-473A-A772-6270B06BCBE4}" dt="2023-05-23T03:15:17.009" v="446" actId="1076"/>
          <ac:spMkLst>
            <pc:docMk/>
            <pc:sldMk cId="2684757179" sldId="1173"/>
            <ac:spMk id="25" creationId="{D2FE7E54-022B-E9C4-2774-9B32A34EEFFC}"/>
          </ac:spMkLst>
        </pc:spChg>
        <pc:spChg chg="add del mod">
          <ac:chgData name="Harley Wijeyaratne" userId="d52f8215faed5781" providerId="Windows Live" clId="Web-{DB8AE6BF-728A-473A-A772-6270B06BCBE4}" dt="2023-05-23T03:04:14.612" v="148"/>
          <ac:spMkLst>
            <pc:docMk/>
            <pc:sldMk cId="2684757179" sldId="1173"/>
            <ac:spMk id="26" creationId="{9AF615E4-26FE-B3E1-B8F2-73C38653B334}"/>
          </ac:spMkLst>
        </pc:spChg>
        <pc:spChg chg="add del mod">
          <ac:chgData name="Harley Wijeyaratne" userId="d52f8215faed5781" providerId="Windows Live" clId="Web-{DB8AE6BF-728A-473A-A772-6270B06BCBE4}" dt="2023-05-23T03:14:04.397" v="425" actId="1076"/>
          <ac:spMkLst>
            <pc:docMk/>
            <pc:sldMk cId="2684757179" sldId="1173"/>
            <ac:spMk id="27" creationId="{B0A20DFD-EA3F-FFE8-D0B2-7C7315A3820C}"/>
          </ac:spMkLst>
        </pc:spChg>
        <pc:spChg chg="add del mod">
          <ac:chgData name="Harley Wijeyaratne" userId="d52f8215faed5781" providerId="Windows Live" clId="Web-{DB8AE6BF-728A-473A-A772-6270B06BCBE4}" dt="2023-05-23T03:06:43.961" v="195"/>
          <ac:spMkLst>
            <pc:docMk/>
            <pc:sldMk cId="2684757179" sldId="1173"/>
            <ac:spMk id="28" creationId="{96646C4F-04F0-E6AB-CCE0-D04570257873}"/>
          </ac:spMkLst>
        </pc:spChg>
        <pc:spChg chg="add mod">
          <ac:chgData name="Harley Wijeyaratne" userId="d52f8215faed5781" providerId="Windows Live" clId="Web-{DB8AE6BF-728A-473A-A772-6270B06BCBE4}" dt="2023-05-23T03:15:28.525" v="449" actId="1076"/>
          <ac:spMkLst>
            <pc:docMk/>
            <pc:sldMk cId="2684757179" sldId="1173"/>
            <ac:spMk id="29" creationId="{FDB8673A-579A-74E3-03E0-AD722A8A207B}"/>
          </ac:spMkLst>
        </pc:spChg>
        <pc:spChg chg="mod">
          <ac:chgData name="Harley Wijeyaratne" userId="d52f8215faed5781" providerId="Windows Live" clId="Web-{DB8AE6BF-728A-473A-A772-6270B06BCBE4}" dt="2023-05-23T03:16:26.230" v="453" actId="1076"/>
          <ac:spMkLst>
            <pc:docMk/>
            <pc:sldMk cId="2684757179" sldId="1173"/>
            <ac:spMk id="30" creationId="{0CE58955-429F-C1D9-091D-A5356CCA302F}"/>
          </ac:spMkLst>
        </pc:spChg>
        <pc:spChg chg="add del mod">
          <ac:chgData name="Harley Wijeyaratne" userId="d52f8215faed5781" providerId="Windows Live" clId="Web-{DB8AE6BF-728A-473A-A772-6270B06BCBE4}" dt="2023-05-23T03:04:35.019" v="160"/>
          <ac:spMkLst>
            <pc:docMk/>
            <pc:sldMk cId="2684757179" sldId="1173"/>
            <ac:spMk id="31" creationId="{D7C8162C-DEF8-BF45-3835-CB2F1AE2B6F1}"/>
          </ac:spMkLst>
        </pc:spChg>
        <pc:spChg chg="add mod">
          <ac:chgData name="Harley Wijeyaratne" userId="d52f8215faed5781" providerId="Windows Live" clId="Web-{DB8AE6BF-728A-473A-A772-6270B06BCBE4}" dt="2023-05-23T03:14:25.648" v="434" actId="1076"/>
          <ac:spMkLst>
            <pc:docMk/>
            <pc:sldMk cId="2684757179" sldId="1173"/>
            <ac:spMk id="32" creationId="{DBC86387-2188-BEF3-FD31-15CE6066628D}"/>
          </ac:spMkLst>
        </pc:spChg>
        <pc:spChg chg="add mod">
          <ac:chgData name="Harley Wijeyaratne" userId="d52f8215faed5781" providerId="Windows Live" clId="Web-{DB8AE6BF-728A-473A-A772-6270B06BCBE4}" dt="2023-05-23T03:07:41.650" v="208" actId="1076"/>
          <ac:spMkLst>
            <pc:docMk/>
            <pc:sldMk cId="2684757179" sldId="1173"/>
            <ac:spMk id="33" creationId="{9FF72442-72D3-EB24-E42C-C3FDFD2B5847}"/>
          </ac:spMkLst>
        </pc:spChg>
        <pc:spChg chg="add del mod">
          <ac:chgData name="Harley Wijeyaratne" userId="d52f8215faed5781" providerId="Windows Live" clId="Web-{DB8AE6BF-728A-473A-A772-6270B06BCBE4}" dt="2023-05-23T03:05:06.051" v="172"/>
          <ac:spMkLst>
            <pc:docMk/>
            <pc:sldMk cId="2684757179" sldId="1173"/>
            <ac:spMk id="34" creationId="{0289B8D3-C8F0-8331-8BF6-0FE68C8038F0}"/>
          </ac:spMkLst>
        </pc:spChg>
        <pc:spChg chg="del">
          <ac:chgData name="Harley Wijeyaratne" userId="d52f8215faed5781" providerId="Windows Live" clId="Web-{DB8AE6BF-728A-473A-A772-6270B06BCBE4}" dt="2023-05-23T02:06:59.293" v="0"/>
          <ac:spMkLst>
            <pc:docMk/>
            <pc:sldMk cId="2684757179" sldId="1173"/>
            <ac:spMk id="36" creationId="{F28AF60F-CA38-43AD-11E4-6A8D6E4FCFE0}"/>
          </ac:spMkLst>
        </pc:spChg>
        <pc:spChg chg="mod">
          <ac:chgData name="Harley Wijeyaratne" userId="d52f8215faed5781" providerId="Windows Live" clId="Web-{DB8AE6BF-728A-473A-A772-6270B06BCBE4}" dt="2023-05-23T03:03:27.251" v="123" actId="1076"/>
          <ac:spMkLst>
            <pc:docMk/>
            <pc:sldMk cId="2684757179" sldId="1173"/>
            <ac:spMk id="38" creationId="{74097ED6-9D86-0737-AB9C-B069AC858062}"/>
          </ac:spMkLst>
        </pc:spChg>
        <pc:spChg chg="mod">
          <ac:chgData name="Harley Wijeyaratne" userId="d52f8215faed5781" providerId="Windows Live" clId="Web-{DB8AE6BF-728A-473A-A772-6270B06BCBE4}" dt="2023-05-23T03:03:28.595" v="124" actId="1076"/>
          <ac:spMkLst>
            <pc:docMk/>
            <pc:sldMk cId="2684757179" sldId="1173"/>
            <ac:spMk id="39" creationId="{5C566090-45E9-6BA8-FBE5-E8C83B88FAEC}"/>
          </ac:spMkLst>
        </pc:spChg>
        <pc:spChg chg="mod">
          <ac:chgData name="Harley Wijeyaratne" userId="d52f8215faed5781" providerId="Windows Live" clId="Web-{DB8AE6BF-728A-473A-A772-6270B06BCBE4}" dt="2023-05-23T02:59:34.462" v="71" actId="1076"/>
          <ac:spMkLst>
            <pc:docMk/>
            <pc:sldMk cId="2684757179" sldId="1173"/>
            <ac:spMk id="40" creationId="{9866C6B1-0621-3FC6-BAC9-2B9A714F3410}"/>
          </ac:spMkLst>
        </pc:spChg>
        <pc:spChg chg="mod">
          <ac:chgData name="Harley Wijeyaratne" userId="d52f8215faed5781" providerId="Windows Live" clId="Web-{DB8AE6BF-728A-473A-A772-6270B06BCBE4}" dt="2023-05-23T03:03:30.142" v="125" actId="1076"/>
          <ac:spMkLst>
            <pc:docMk/>
            <pc:sldMk cId="2684757179" sldId="1173"/>
            <ac:spMk id="41" creationId="{A061DB7C-59C9-6522-8A93-616842687647}"/>
          </ac:spMkLst>
        </pc:spChg>
        <pc:spChg chg="add mod">
          <ac:chgData name="Harley Wijeyaratne" userId="d52f8215faed5781" providerId="Windows Live" clId="Web-{DB8AE6BF-728A-473A-A772-6270B06BCBE4}" dt="2023-05-23T03:16:42.434" v="456" actId="1076"/>
          <ac:spMkLst>
            <pc:docMk/>
            <pc:sldMk cId="2684757179" sldId="1173"/>
            <ac:spMk id="42" creationId="{014FB04B-4496-06E5-389D-25A0E3C9126E}"/>
          </ac:spMkLst>
        </pc:spChg>
        <pc:spChg chg="add mod">
          <ac:chgData name="Harley Wijeyaratne" userId="d52f8215faed5781" providerId="Windows Live" clId="Web-{DB8AE6BF-728A-473A-A772-6270B06BCBE4}" dt="2023-05-23T03:16:20.730" v="452" actId="14100"/>
          <ac:spMkLst>
            <pc:docMk/>
            <pc:sldMk cId="2684757179" sldId="1173"/>
            <ac:spMk id="43" creationId="{0F75D1E2-59C5-9A5A-825F-810D62D2850A}"/>
          </ac:spMkLst>
        </pc:spChg>
        <pc:spChg chg="add del mod">
          <ac:chgData name="Harley Wijeyaratne" userId="d52f8215faed5781" providerId="Windows Live" clId="Web-{DB8AE6BF-728A-473A-A772-6270B06BCBE4}" dt="2023-05-23T03:13:47.897" v="421"/>
          <ac:spMkLst>
            <pc:docMk/>
            <pc:sldMk cId="2684757179" sldId="1173"/>
            <ac:spMk id="44" creationId="{4A834B6A-9460-6687-D643-711C6A4924A9}"/>
          </ac:spMkLst>
        </pc:spChg>
        <pc:spChg chg="add del mod">
          <ac:chgData name="Harley Wijeyaratne" userId="d52f8215faed5781" providerId="Windows Live" clId="Web-{DB8AE6BF-728A-473A-A772-6270B06BCBE4}" dt="2023-05-23T03:15:03.712" v="443"/>
          <ac:spMkLst>
            <pc:docMk/>
            <pc:sldMk cId="2684757179" sldId="1173"/>
            <ac:spMk id="45" creationId="{805999EF-5A86-6E0E-355D-C3CEBE2A8FBB}"/>
          </ac:spMkLst>
        </pc:spChg>
        <pc:spChg chg="add del mod">
          <ac:chgData name="Harley Wijeyaratne" userId="d52f8215faed5781" providerId="Windows Live" clId="Web-{DB8AE6BF-728A-473A-A772-6270B06BCBE4}" dt="2023-05-23T03:14:08.694" v="428"/>
          <ac:spMkLst>
            <pc:docMk/>
            <pc:sldMk cId="2684757179" sldId="1173"/>
            <ac:spMk id="46" creationId="{C7BCFE63-3321-2F4B-5026-16192806491A}"/>
          </ac:spMkLst>
        </pc:spChg>
        <pc:spChg chg="add del mod">
          <ac:chgData name="Harley Wijeyaratne" userId="d52f8215faed5781" providerId="Windows Live" clId="Web-{DB8AE6BF-728A-473A-A772-6270B06BCBE4}" dt="2023-05-23T03:14:15.132" v="431"/>
          <ac:spMkLst>
            <pc:docMk/>
            <pc:sldMk cId="2684757179" sldId="1173"/>
            <ac:spMk id="47" creationId="{07791526-4527-F679-EBCE-4712E1BDA6E7}"/>
          </ac:spMkLst>
        </pc:spChg>
        <pc:spChg chg="add mod">
          <ac:chgData name="Harley Wijeyaratne" userId="d52f8215faed5781" providerId="Windows Live" clId="Web-{DB8AE6BF-728A-473A-A772-6270B06BCBE4}" dt="2023-05-23T03:14:24.710" v="433" actId="1076"/>
          <ac:spMkLst>
            <pc:docMk/>
            <pc:sldMk cId="2684757179" sldId="1173"/>
            <ac:spMk id="48" creationId="{6E408CBF-306D-3702-C052-3D87C1561D8F}"/>
          </ac:spMkLst>
        </pc:spChg>
        <pc:spChg chg="del">
          <ac:chgData name="Harley Wijeyaratne" userId="d52f8215faed5781" providerId="Windows Live" clId="Web-{DB8AE6BF-728A-473A-A772-6270B06BCBE4}" dt="2023-05-23T02:30:14.824" v="24"/>
          <ac:spMkLst>
            <pc:docMk/>
            <pc:sldMk cId="2684757179" sldId="1173"/>
            <ac:spMk id="51" creationId="{5DB43FAC-AB74-E981-7575-8F8070801C85}"/>
          </ac:spMkLst>
        </pc:spChg>
        <pc:spChg chg="mod">
          <ac:chgData name="Harley Wijeyaratne" userId="d52f8215faed5781" providerId="Windows Live" clId="Web-{DB8AE6BF-728A-473A-A772-6270B06BCBE4}" dt="2023-05-23T03:03:31.439" v="126" actId="1076"/>
          <ac:spMkLst>
            <pc:docMk/>
            <pc:sldMk cId="2684757179" sldId="1173"/>
            <ac:spMk id="52" creationId="{EB0C14E2-CB9F-F149-8760-E527BC40D3A5}"/>
          </ac:spMkLst>
        </pc:spChg>
        <pc:spChg chg="del">
          <ac:chgData name="Harley Wijeyaratne" userId="d52f8215faed5781" providerId="Windows Live" clId="Web-{DB8AE6BF-728A-473A-A772-6270B06BCBE4}" dt="2023-05-23T02:43:02.677" v="56"/>
          <ac:spMkLst>
            <pc:docMk/>
            <pc:sldMk cId="2684757179" sldId="1173"/>
            <ac:spMk id="53" creationId="{228AD206-8391-8641-402D-203D3A7BD429}"/>
          </ac:spMkLst>
        </pc:spChg>
        <pc:spChg chg="del">
          <ac:chgData name="Harley Wijeyaratne" userId="d52f8215faed5781" providerId="Windows Live" clId="Web-{DB8AE6BF-728A-473A-A772-6270B06BCBE4}" dt="2023-05-23T02:43:01.052" v="55"/>
          <ac:spMkLst>
            <pc:docMk/>
            <pc:sldMk cId="2684757179" sldId="1173"/>
            <ac:spMk id="54" creationId="{30D48C76-8CF1-3B6C-CFF6-0D1ECADD3FD9}"/>
          </ac:spMkLst>
        </pc:spChg>
        <pc:spChg chg="del">
          <ac:chgData name="Harley Wijeyaratne" userId="d52f8215faed5781" providerId="Windows Live" clId="Web-{DB8AE6BF-728A-473A-A772-6270B06BCBE4}" dt="2023-05-23T02:30:02.604" v="15"/>
          <ac:spMkLst>
            <pc:docMk/>
            <pc:sldMk cId="2684757179" sldId="1173"/>
            <ac:spMk id="55" creationId="{B7E11542-1B01-9589-341A-AEE970D6C593}"/>
          </ac:spMkLst>
        </pc:spChg>
        <pc:spChg chg="del">
          <ac:chgData name="Harley Wijeyaratne" userId="d52f8215faed5781" providerId="Windows Live" clId="Web-{DB8AE6BF-728A-473A-A772-6270B06BCBE4}" dt="2023-05-23T02:30:12.308" v="21"/>
          <ac:spMkLst>
            <pc:docMk/>
            <pc:sldMk cId="2684757179" sldId="1173"/>
            <ac:spMk id="56" creationId="{C225BF06-79A5-AB45-A248-C520292D24A2}"/>
          </ac:spMkLst>
        </pc:spChg>
        <pc:spChg chg="del">
          <ac:chgData name="Harley Wijeyaratne" userId="d52f8215faed5781" providerId="Windows Live" clId="Web-{DB8AE6BF-728A-473A-A772-6270B06BCBE4}" dt="2023-05-23T02:30:09.495" v="20"/>
          <ac:spMkLst>
            <pc:docMk/>
            <pc:sldMk cId="2684757179" sldId="1173"/>
            <ac:spMk id="57" creationId="{2CA29A2B-6ADB-0796-6C8D-B682CBE378AD}"/>
          </ac:spMkLst>
        </pc:spChg>
        <pc:spChg chg="del">
          <ac:chgData name="Harley Wijeyaratne" userId="d52f8215faed5781" providerId="Windows Live" clId="Web-{DB8AE6BF-728A-473A-A772-6270B06BCBE4}" dt="2023-05-23T02:30:12.855" v="22"/>
          <ac:spMkLst>
            <pc:docMk/>
            <pc:sldMk cId="2684757179" sldId="1173"/>
            <ac:spMk id="58" creationId="{9B5B4603-34CC-08B6-F8CE-C85C86985679}"/>
          </ac:spMkLst>
        </pc:spChg>
        <pc:spChg chg="del">
          <ac:chgData name="Harley Wijeyaratne" userId="d52f8215faed5781" providerId="Windows Live" clId="Web-{DB8AE6BF-728A-473A-A772-6270B06BCBE4}" dt="2023-05-23T02:30:13.761" v="23"/>
          <ac:spMkLst>
            <pc:docMk/>
            <pc:sldMk cId="2684757179" sldId="1173"/>
            <ac:spMk id="59" creationId="{666AEA5D-11B6-8F0E-0176-6F03F61745A8}"/>
          </ac:spMkLst>
        </pc:spChg>
        <pc:spChg chg="del">
          <ac:chgData name="Harley Wijeyaratne" userId="d52f8215faed5781" providerId="Windows Live" clId="Web-{DB8AE6BF-728A-473A-A772-6270B06BCBE4}" dt="2023-05-23T02:30:07.698" v="19"/>
          <ac:spMkLst>
            <pc:docMk/>
            <pc:sldMk cId="2684757179" sldId="1173"/>
            <ac:spMk id="60" creationId="{4E7EDC4D-DD1F-B5A8-BF5B-B7915384EBD3}"/>
          </ac:spMkLst>
        </pc:spChg>
        <pc:spChg chg="del">
          <ac:chgData name="Harley Wijeyaratne" userId="d52f8215faed5781" providerId="Windows Live" clId="Web-{DB8AE6BF-728A-473A-A772-6270B06BCBE4}" dt="2023-05-23T02:30:06.605" v="17"/>
          <ac:spMkLst>
            <pc:docMk/>
            <pc:sldMk cId="2684757179" sldId="1173"/>
            <ac:spMk id="61" creationId="{3B9AD64C-7A46-E6A9-3702-BA5C02F45FCF}"/>
          </ac:spMkLst>
        </pc:spChg>
        <pc:spChg chg="del">
          <ac:chgData name="Harley Wijeyaratne" userId="d52f8215faed5781" providerId="Windows Live" clId="Web-{DB8AE6BF-728A-473A-A772-6270B06BCBE4}" dt="2023-05-23T02:30:06.948" v="18"/>
          <ac:spMkLst>
            <pc:docMk/>
            <pc:sldMk cId="2684757179" sldId="1173"/>
            <ac:spMk id="62" creationId="{77BF2900-278F-97DA-2820-C4D2F950ED07}"/>
          </ac:spMkLst>
        </pc:spChg>
        <pc:spChg chg="del">
          <ac:chgData name="Harley Wijeyaratne" userId="d52f8215faed5781" providerId="Windows Live" clId="Web-{DB8AE6BF-728A-473A-A772-6270B06BCBE4}" dt="2023-05-23T02:30:05.917" v="16"/>
          <ac:spMkLst>
            <pc:docMk/>
            <pc:sldMk cId="2684757179" sldId="1173"/>
            <ac:spMk id="63" creationId="{AC8D4B66-2B26-58D9-FAA6-90D79700A111}"/>
          </ac:spMkLst>
        </pc:spChg>
        <pc:spChg chg="add mod">
          <ac:chgData name="Harley Wijeyaratne" userId="d52f8215faed5781" providerId="Windows Live" clId="Web-{DB8AE6BF-728A-473A-A772-6270B06BCBE4}" dt="2023-05-23T03:15:11.821" v="445" actId="1076"/>
          <ac:spMkLst>
            <pc:docMk/>
            <pc:sldMk cId="2684757179" sldId="1173"/>
            <ac:spMk id="64" creationId="{CB9ED261-A5BD-793F-201D-AFB15F0E42F6}"/>
          </ac:spMkLst>
        </pc:spChg>
        <pc:spChg chg="add mod">
          <ac:chgData name="Harley Wijeyaratne" userId="d52f8215faed5781" providerId="Windows Live" clId="Web-{DB8AE6BF-728A-473A-A772-6270B06BCBE4}" dt="2023-05-23T03:15:25.400" v="448" actId="1076"/>
          <ac:spMkLst>
            <pc:docMk/>
            <pc:sldMk cId="2684757179" sldId="1173"/>
            <ac:spMk id="65" creationId="{3CC34D2E-2DED-CB65-7403-9EF096A3C9F9}"/>
          </ac:spMkLst>
        </pc:spChg>
        <pc:picChg chg="add del">
          <ac:chgData name="Harley Wijeyaratne" userId="d52f8215faed5781" providerId="Windows Live" clId="Web-{DB8AE6BF-728A-473A-A772-6270B06BCBE4}" dt="2023-05-23T02:22:29.027" v="4"/>
          <ac:picMkLst>
            <pc:docMk/>
            <pc:sldMk cId="2684757179" sldId="1173"/>
            <ac:picMk id="35" creationId="{F97AB1F6-F76F-638A-FFBB-B4B21B18DD5D}"/>
          </ac:picMkLst>
        </pc:picChg>
        <pc:cxnChg chg="add del">
          <ac:chgData name="Harley Wijeyaratne" userId="d52f8215faed5781" providerId="Windows Live" clId="Web-{DB8AE6BF-728A-473A-A772-6270B06BCBE4}" dt="2023-05-23T02:43:08.334" v="58"/>
          <ac:cxnSpMkLst>
            <pc:docMk/>
            <pc:sldMk cId="2684757179" sldId="1173"/>
            <ac:cxnSpMk id="19" creationId="{7F201026-F33F-08B4-1D77-2FEBE7A23739}"/>
          </ac:cxnSpMkLst>
        </pc:cxnChg>
      </pc:sldChg>
      <pc:sldChg chg="new del">
        <pc:chgData name="Harley Wijeyaratne" userId="d52f8215faed5781" providerId="Windows Live" clId="Web-{DB8AE6BF-728A-473A-A772-6270B06BCBE4}" dt="2023-05-23T02:47:31.936" v="60"/>
        <pc:sldMkLst>
          <pc:docMk/>
          <pc:sldMk cId="2283900749" sldId="1193"/>
        </pc:sldMkLst>
      </pc:sldChg>
    </pc:docChg>
  </pc:docChgLst>
  <pc:docChgLst>
    <pc:chgData name="Jason Abi Chebli" userId="a0f9f5f5563fb1d0" providerId="LiveId" clId="{AAB82D15-A16D-4ECA-AA7D-9F0FF4766497}"/>
    <pc:docChg chg="undo redo custSel addSld delSld modSld sldOrd">
      <pc:chgData name="Jason Abi Chebli" userId="a0f9f5f5563fb1d0" providerId="LiveId" clId="{AAB82D15-A16D-4ECA-AA7D-9F0FF4766497}" dt="2023-05-23T12:16:14.031" v="25119"/>
      <pc:docMkLst>
        <pc:docMk/>
      </pc:docMkLst>
      <pc:sldChg chg="del">
        <pc:chgData name="Jason Abi Chebli" userId="a0f9f5f5563fb1d0" providerId="LiveId" clId="{AAB82D15-A16D-4ECA-AA7D-9F0FF4766497}" dt="2023-05-22T01:23:26.401" v="8389" actId="47"/>
        <pc:sldMkLst>
          <pc:docMk/>
          <pc:sldMk cId="255985640" sldId="1111"/>
        </pc:sldMkLst>
      </pc:sldChg>
      <pc:sldChg chg="del">
        <pc:chgData name="Jason Abi Chebli" userId="a0f9f5f5563fb1d0" providerId="LiveId" clId="{AAB82D15-A16D-4ECA-AA7D-9F0FF4766497}" dt="2023-05-22T01:23:25.952" v="8388" actId="47"/>
        <pc:sldMkLst>
          <pc:docMk/>
          <pc:sldMk cId="1630552755" sldId="1112"/>
        </pc:sldMkLst>
      </pc:sldChg>
      <pc:sldChg chg="del">
        <pc:chgData name="Jason Abi Chebli" userId="a0f9f5f5563fb1d0" providerId="LiveId" clId="{AAB82D15-A16D-4ECA-AA7D-9F0FF4766497}" dt="2023-05-22T01:23:25.549" v="8387" actId="47"/>
        <pc:sldMkLst>
          <pc:docMk/>
          <pc:sldMk cId="2016640805" sldId="1114"/>
        </pc:sldMkLst>
      </pc:sldChg>
      <pc:sldChg chg="del">
        <pc:chgData name="Jason Abi Chebli" userId="a0f9f5f5563fb1d0" providerId="LiveId" clId="{AAB82D15-A16D-4ECA-AA7D-9F0FF4766497}" dt="2023-05-22T01:23:25.167" v="8386" actId="47"/>
        <pc:sldMkLst>
          <pc:docMk/>
          <pc:sldMk cId="3096864418" sldId="1115"/>
        </pc:sldMkLst>
      </pc:sldChg>
      <pc:sldChg chg="del">
        <pc:chgData name="Jason Abi Chebli" userId="a0f9f5f5563fb1d0" providerId="LiveId" clId="{AAB82D15-A16D-4ECA-AA7D-9F0FF4766497}" dt="2023-05-22T01:23:24.702" v="8385" actId="47"/>
        <pc:sldMkLst>
          <pc:docMk/>
          <pc:sldMk cId="935956474" sldId="1116"/>
        </pc:sldMkLst>
      </pc:sldChg>
      <pc:sldChg chg="del">
        <pc:chgData name="Jason Abi Chebli" userId="a0f9f5f5563fb1d0" providerId="LiveId" clId="{AAB82D15-A16D-4ECA-AA7D-9F0FF4766497}" dt="2023-05-22T01:23:24.255" v="8384" actId="47"/>
        <pc:sldMkLst>
          <pc:docMk/>
          <pc:sldMk cId="306124372" sldId="1117"/>
        </pc:sldMkLst>
      </pc:sldChg>
      <pc:sldChg chg="del">
        <pc:chgData name="Jason Abi Chebli" userId="a0f9f5f5563fb1d0" providerId="LiveId" clId="{AAB82D15-A16D-4ECA-AA7D-9F0FF4766497}" dt="2023-05-22T01:23:23.663" v="8383" actId="47"/>
        <pc:sldMkLst>
          <pc:docMk/>
          <pc:sldMk cId="1728209997" sldId="1120"/>
        </pc:sldMkLst>
      </pc:sldChg>
      <pc:sldChg chg="del">
        <pc:chgData name="Jason Abi Chebli" userId="a0f9f5f5563fb1d0" providerId="LiveId" clId="{AAB82D15-A16D-4ECA-AA7D-9F0FF4766497}" dt="2023-05-22T01:23:27.001" v="8390" actId="47"/>
        <pc:sldMkLst>
          <pc:docMk/>
          <pc:sldMk cId="774971295" sldId="1122"/>
        </pc:sldMkLst>
      </pc:sldChg>
      <pc:sldChg chg="addSp delSp modSp add del mod">
        <pc:chgData name="Jason Abi Chebli" userId="a0f9f5f5563fb1d0" providerId="LiveId" clId="{AAB82D15-A16D-4ECA-AA7D-9F0FF4766497}" dt="2023-05-22T01:06:18.658" v="8119" actId="47"/>
        <pc:sldMkLst>
          <pc:docMk/>
          <pc:sldMk cId="3203961724" sldId="1134"/>
        </pc:sldMkLst>
        <pc:spChg chg="del mod">
          <ac:chgData name="Jason Abi Chebli" userId="a0f9f5f5563fb1d0" providerId="LiveId" clId="{AAB82D15-A16D-4ECA-AA7D-9F0FF4766497}" dt="2023-05-21T07:45:11.200" v="10" actId="478"/>
          <ac:spMkLst>
            <pc:docMk/>
            <pc:sldMk cId="3203961724" sldId="1134"/>
            <ac:spMk id="2" creationId="{E1939E94-C7F3-8D64-8EF5-5F8C1F2F9FCE}"/>
          </ac:spMkLst>
        </pc:spChg>
        <pc:spChg chg="add mod">
          <ac:chgData name="Jason Abi Chebli" userId="a0f9f5f5563fb1d0" providerId="LiveId" clId="{AAB82D15-A16D-4ECA-AA7D-9F0FF4766497}" dt="2023-05-21T08:02:38.901" v="377" actId="1076"/>
          <ac:spMkLst>
            <pc:docMk/>
            <pc:sldMk cId="3203961724" sldId="1134"/>
            <ac:spMk id="3" creationId="{E3D1C892-8150-5183-29B3-8B6C69FC99AD}"/>
          </ac:spMkLst>
        </pc:spChg>
        <pc:spChg chg="mod">
          <ac:chgData name="Jason Abi Chebli" userId="a0f9f5f5563fb1d0" providerId="LiveId" clId="{AAB82D15-A16D-4ECA-AA7D-9F0FF4766497}" dt="2023-05-21T08:02:04.938" v="372" actId="1076"/>
          <ac:spMkLst>
            <pc:docMk/>
            <pc:sldMk cId="3203961724" sldId="1134"/>
            <ac:spMk id="7" creationId="{42F0B3DC-26D7-C8D7-2095-150058C60ECD}"/>
          </ac:spMkLst>
        </pc:spChg>
        <pc:spChg chg="add mod">
          <ac:chgData name="Jason Abi Chebli" userId="a0f9f5f5563fb1d0" providerId="LiveId" clId="{AAB82D15-A16D-4ECA-AA7D-9F0FF4766497}" dt="2023-05-21T08:03:12.191" v="385" actId="1076"/>
          <ac:spMkLst>
            <pc:docMk/>
            <pc:sldMk cId="3203961724" sldId="1134"/>
            <ac:spMk id="13" creationId="{58D7AFD5-2D7D-3528-8174-0F2F6FA4E623}"/>
          </ac:spMkLst>
        </pc:spChg>
        <pc:spChg chg="add mod">
          <ac:chgData name="Jason Abi Chebli" userId="a0f9f5f5563fb1d0" providerId="LiveId" clId="{AAB82D15-A16D-4ECA-AA7D-9F0FF4766497}" dt="2023-05-21T08:02:33.471" v="376" actId="1076"/>
          <ac:spMkLst>
            <pc:docMk/>
            <pc:sldMk cId="3203961724" sldId="1134"/>
            <ac:spMk id="14" creationId="{75A5532C-15ED-105B-71A8-9944E0DEB0A2}"/>
          </ac:spMkLst>
        </pc:spChg>
        <pc:spChg chg="add mod">
          <ac:chgData name="Jason Abi Chebli" userId="a0f9f5f5563fb1d0" providerId="LiveId" clId="{AAB82D15-A16D-4ECA-AA7D-9F0FF4766497}" dt="2023-05-21T08:08:03.171" v="567" actId="1076"/>
          <ac:spMkLst>
            <pc:docMk/>
            <pc:sldMk cId="3203961724" sldId="1134"/>
            <ac:spMk id="15" creationId="{97A105EF-DEC6-E979-1A5F-1DA6186652AB}"/>
          </ac:spMkLst>
        </pc:spChg>
        <pc:spChg chg="add del">
          <ac:chgData name="Jason Abi Chebli" userId="a0f9f5f5563fb1d0" providerId="LiveId" clId="{AAB82D15-A16D-4ECA-AA7D-9F0FF4766497}" dt="2023-05-21T07:48:08.240" v="87" actId="22"/>
          <ac:spMkLst>
            <pc:docMk/>
            <pc:sldMk cId="3203961724" sldId="1134"/>
            <ac:spMk id="17" creationId="{379561F9-69B0-2536-3BE9-217525C0B793}"/>
          </ac:spMkLst>
        </pc:spChg>
        <pc:spChg chg="add del">
          <ac:chgData name="Jason Abi Chebli" userId="a0f9f5f5563fb1d0" providerId="LiveId" clId="{AAB82D15-A16D-4ECA-AA7D-9F0FF4766497}" dt="2023-05-21T07:48:21.655" v="92" actId="478"/>
          <ac:spMkLst>
            <pc:docMk/>
            <pc:sldMk cId="3203961724" sldId="1134"/>
            <ac:spMk id="19" creationId="{8AB9BB18-EF17-00AB-EA02-774B6EE4627F}"/>
          </ac:spMkLst>
        </pc:spChg>
        <pc:spChg chg="add mod">
          <ac:chgData name="Jason Abi Chebli" userId="a0f9f5f5563fb1d0" providerId="LiveId" clId="{AAB82D15-A16D-4ECA-AA7D-9F0FF4766497}" dt="2023-05-21T08:08:07.006" v="568" actId="1076"/>
          <ac:spMkLst>
            <pc:docMk/>
            <pc:sldMk cId="3203961724" sldId="1134"/>
            <ac:spMk id="20" creationId="{2EB20285-5F11-4AF2-F14E-3E08A2FE4111}"/>
          </ac:spMkLst>
        </pc:spChg>
        <pc:spChg chg="add mod">
          <ac:chgData name="Jason Abi Chebli" userId="a0f9f5f5563fb1d0" providerId="LiveId" clId="{AAB82D15-A16D-4ECA-AA7D-9F0FF4766497}" dt="2023-05-21T08:10:18.409" v="631" actId="1076"/>
          <ac:spMkLst>
            <pc:docMk/>
            <pc:sldMk cId="3203961724" sldId="1134"/>
            <ac:spMk id="21" creationId="{1963832D-0EDA-A205-D3D0-8B0F9A21BEB0}"/>
          </ac:spMkLst>
        </pc:spChg>
        <pc:spChg chg="add mod">
          <ac:chgData name="Jason Abi Chebli" userId="a0f9f5f5563fb1d0" providerId="LiveId" clId="{AAB82D15-A16D-4ECA-AA7D-9F0FF4766497}" dt="2023-05-21T08:08:17.440" v="569" actId="1076"/>
          <ac:spMkLst>
            <pc:docMk/>
            <pc:sldMk cId="3203961724" sldId="1134"/>
            <ac:spMk id="22" creationId="{190139E0-3194-57A2-1A7C-29CCBD82FF01}"/>
          </ac:spMkLst>
        </pc:spChg>
        <pc:spChg chg="add mod">
          <ac:chgData name="Jason Abi Chebli" userId="a0f9f5f5563fb1d0" providerId="LiveId" clId="{AAB82D15-A16D-4ECA-AA7D-9F0FF4766497}" dt="2023-05-21T08:04:06.378" v="389" actId="1076"/>
          <ac:spMkLst>
            <pc:docMk/>
            <pc:sldMk cId="3203961724" sldId="1134"/>
            <ac:spMk id="23" creationId="{BB6D52AB-5116-7383-C5D9-A34EEACD1878}"/>
          </ac:spMkLst>
        </pc:spChg>
        <pc:spChg chg="add mod">
          <ac:chgData name="Jason Abi Chebli" userId="a0f9f5f5563fb1d0" providerId="LiveId" clId="{AAB82D15-A16D-4ECA-AA7D-9F0FF4766497}" dt="2023-05-21T08:05:13.407" v="416" actId="1076"/>
          <ac:spMkLst>
            <pc:docMk/>
            <pc:sldMk cId="3203961724" sldId="1134"/>
            <ac:spMk id="24" creationId="{86460875-6045-F7A3-B838-8D069A77EFE7}"/>
          </ac:spMkLst>
        </pc:spChg>
        <pc:spChg chg="add mod">
          <ac:chgData name="Jason Abi Chebli" userId="a0f9f5f5563fb1d0" providerId="LiveId" clId="{AAB82D15-A16D-4ECA-AA7D-9F0FF4766497}" dt="2023-05-21T08:05:55.509" v="425" actId="1076"/>
          <ac:spMkLst>
            <pc:docMk/>
            <pc:sldMk cId="3203961724" sldId="1134"/>
            <ac:spMk id="25" creationId="{F797A987-4C2F-99DF-BE96-E26D8340CCD1}"/>
          </ac:spMkLst>
        </pc:spChg>
        <pc:spChg chg="add mod">
          <ac:chgData name="Jason Abi Chebli" userId="a0f9f5f5563fb1d0" providerId="LiveId" clId="{AAB82D15-A16D-4ECA-AA7D-9F0FF4766497}" dt="2023-05-21T08:05:40.008" v="419" actId="1076"/>
          <ac:spMkLst>
            <pc:docMk/>
            <pc:sldMk cId="3203961724" sldId="1134"/>
            <ac:spMk id="26" creationId="{6AF7FC21-F99E-E848-AEFD-6D482058D1CD}"/>
          </ac:spMkLst>
        </pc:spChg>
        <pc:spChg chg="add mod">
          <ac:chgData name="Jason Abi Chebli" userId="a0f9f5f5563fb1d0" providerId="LiveId" clId="{AAB82D15-A16D-4ECA-AA7D-9F0FF4766497}" dt="2023-05-21T08:05:53.463" v="423" actId="1076"/>
          <ac:spMkLst>
            <pc:docMk/>
            <pc:sldMk cId="3203961724" sldId="1134"/>
            <ac:spMk id="27" creationId="{409E02E9-D1A2-BE60-7E49-542061AC6971}"/>
          </ac:spMkLst>
        </pc:spChg>
        <pc:spChg chg="add mod">
          <ac:chgData name="Jason Abi Chebli" userId="a0f9f5f5563fb1d0" providerId="LiveId" clId="{AAB82D15-A16D-4ECA-AA7D-9F0FF4766497}" dt="2023-05-21T08:06:46.680" v="466" actId="20577"/>
          <ac:spMkLst>
            <pc:docMk/>
            <pc:sldMk cId="3203961724" sldId="1134"/>
            <ac:spMk id="28" creationId="{DE1B1ABB-C90D-9A95-6D0A-33425B80AA9E}"/>
          </ac:spMkLst>
        </pc:spChg>
        <pc:spChg chg="add mod">
          <ac:chgData name="Jason Abi Chebli" userId="a0f9f5f5563fb1d0" providerId="LiveId" clId="{AAB82D15-A16D-4ECA-AA7D-9F0FF4766497}" dt="2023-05-21T08:07:56.705" v="566" actId="20577"/>
          <ac:spMkLst>
            <pc:docMk/>
            <pc:sldMk cId="3203961724" sldId="1134"/>
            <ac:spMk id="29" creationId="{9BA178A7-440D-F155-5F76-6CBF19AEF16C}"/>
          </ac:spMkLst>
        </pc:spChg>
        <pc:spChg chg="add mod">
          <ac:chgData name="Jason Abi Chebli" userId="a0f9f5f5563fb1d0" providerId="LiveId" clId="{AAB82D15-A16D-4ECA-AA7D-9F0FF4766497}" dt="2023-05-21T08:09:10.833" v="583" actId="1076"/>
          <ac:spMkLst>
            <pc:docMk/>
            <pc:sldMk cId="3203961724" sldId="1134"/>
            <ac:spMk id="30" creationId="{0CE58955-429F-C1D9-091D-A5356CCA302F}"/>
          </ac:spMkLst>
        </pc:spChg>
        <pc:spChg chg="add mod">
          <ac:chgData name="Jason Abi Chebli" userId="a0f9f5f5563fb1d0" providerId="LiveId" clId="{AAB82D15-A16D-4ECA-AA7D-9F0FF4766497}" dt="2023-05-21T08:17:50.438" v="887" actId="1076"/>
          <ac:spMkLst>
            <pc:docMk/>
            <pc:sldMk cId="3203961724" sldId="1134"/>
            <ac:spMk id="34" creationId="{CC90CD64-A8DC-2517-853B-E0A39D2EA1CD}"/>
          </ac:spMkLst>
        </pc:spChg>
        <pc:spChg chg="add mod">
          <ac:chgData name="Jason Abi Chebli" userId="a0f9f5f5563fb1d0" providerId="LiveId" clId="{AAB82D15-A16D-4ECA-AA7D-9F0FF4766497}" dt="2023-05-21T08:23:04.402" v="1322" actId="14100"/>
          <ac:spMkLst>
            <pc:docMk/>
            <pc:sldMk cId="3203961724" sldId="1134"/>
            <ac:spMk id="36" creationId="{F28AF60F-CA38-43AD-11E4-6A8D6E4FCFE0}"/>
          </ac:spMkLst>
        </pc:spChg>
        <pc:spChg chg="add mod">
          <ac:chgData name="Jason Abi Chebli" userId="a0f9f5f5563fb1d0" providerId="LiveId" clId="{AAB82D15-A16D-4ECA-AA7D-9F0FF4766497}" dt="2023-05-21T08:25:12.671" v="1528" actId="20577"/>
          <ac:spMkLst>
            <pc:docMk/>
            <pc:sldMk cId="3203961724" sldId="1134"/>
            <ac:spMk id="37" creationId="{C3140E9F-96FA-3266-4C60-567B05D9C42C}"/>
          </ac:spMkLst>
        </pc:spChg>
        <pc:spChg chg="add mod">
          <ac:chgData name="Jason Abi Chebli" userId="a0f9f5f5563fb1d0" providerId="LiveId" clId="{AAB82D15-A16D-4ECA-AA7D-9F0FF4766497}" dt="2023-05-21T08:25:14.878" v="1530" actId="20577"/>
          <ac:spMkLst>
            <pc:docMk/>
            <pc:sldMk cId="3203961724" sldId="1134"/>
            <ac:spMk id="38" creationId="{74097ED6-9D86-0737-AB9C-B069AC858062}"/>
          </ac:spMkLst>
        </pc:spChg>
        <pc:spChg chg="add mod">
          <ac:chgData name="Jason Abi Chebli" userId="a0f9f5f5563fb1d0" providerId="LiveId" clId="{AAB82D15-A16D-4ECA-AA7D-9F0FF4766497}" dt="2023-05-21T08:25:17.479" v="1535" actId="20577"/>
          <ac:spMkLst>
            <pc:docMk/>
            <pc:sldMk cId="3203961724" sldId="1134"/>
            <ac:spMk id="39" creationId="{5C566090-45E9-6BA8-FBE5-E8C83B88FAEC}"/>
          </ac:spMkLst>
        </pc:spChg>
        <pc:spChg chg="add mod">
          <ac:chgData name="Jason Abi Chebli" userId="a0f9f5f5563fb1d0" providerId="LiveId" clId="{AAB82D15-A16D-4ECA-AA7D-9F0FF4766497}" dt="2023-05-21T08:26:41.400" v="1634" actId="20577"/>
          <ac:spMkLst>
            <pc:docMk/>
            <pc:sldMk cId="3203961724" sldId="1134"/>
            <ac:spMk id="40" creationId="{9866C6B1-0621-3FC6-BAC9-2B9A714F3410}"/>
          </ac:spMkLst>
        </pc:spChg>
        <pc:spChg chg="add mod">
          <ac:chgData name="Jason Abi Chebli" userId="a0f9f5f5563fb1d0" providerId="LiveId" clId="{AAB82D15-A16D-4ECA-AA7D-9F0FF4766497}" dt="2023-05-21T08:28:00.383" v="1812" actId="21"/>
          <ac:spMkLst>
            <pc:docMk/>
            <pc:sldMk cId="3203961724" sldId="1134"/>
            <ac:spMk id="41" creationId="{A061DB7C-59C9-6522-8A93-616842687647}"/>
          </ac:spMkLst>
        </pc:spChg>
        <pc:spChg chg="add mod">
          <ac:chgData name="Jason Abi Chebli" userId="a0f9f5f5563fb1d0" providerId="LiveId" clId="{AAB82D15-A16D-4ECA-AA7D-9F0FF4766497}" dt="2023-05-21T08:28:54.120" v="1901" actId="20577"/>
          <ac:spMkLst>
            <pc:docMk/>
            <pc:sldMk cId="3203961724" sldId="1134"/>
            <ac:spMk id="44" creationId="{3955005B-D72A-1EE0-E402-B5E1534FF20A}"/>
          </ac:spMkLst>
        </pc:spChg>
        <pc:picChg chg="mod">
          <ac:chgData name="Jason Abi Chebli" userId="a0f9f5f5563fb1d0" providerId="LiveId" clId="{AAB82D15-A16D-4ECA-AA7D-9F0FF4766497}" dt="2023-05-21T08:12:49.621" v="673" actId="1076"/>
          <ac:picMkLst>
            <pc:docMk/>
            <pc:sldMk cId="3203961724" sldId="1134"/>
            <ac:picMk id="4" creationId="{E0DB8353-7DB5-F729-8A18-98912B70F41D}"/>
          </ac:picMkLst>
        </pc:picChg>
        <pc:picChg chg="add del">
          <ac:chgData name="Jason Abi Chebli" userId="a0f9f5f5563fb1d0" providerId="LiveId" clId="{AAB82D15-A16D-4ECA-AA7D-9F0FF4766497}" dt="2023-05-21T08:27:04.397" v="1708" actId="22"/>
          <ac:picMkLst>
            <pc:docMk/>
            <pc:sldMk cId="3203961724" sldId="1134"/>
            <ac:picMk id="43" creationId="{49D79FF3-70F2-E347-172A-D43B459E621A}"/>
          </ac:picMkLst>
        </pc:picChg>
        <pc:cxnChg chg="add mod">
          <ac:chgData name="Jason Abi Chebli" userId="a0f9f5f5563fb1d0" providerId="LiveId" clId="{AAB82D15-A16D-4ECA-AA7D-9F0FF4766497}" dt="2023-05-21T08:11:24.982" v="637" actId="1582"/>
          <ac:cxnSpMkLst>
            <pc:docMk/>
            <pc:sldMk cId="3203961724" sldId="1134"/>
            <ac:cxnSpMk id="32" creationId="{57E6AD3C-514F-785F-FC51-016A61BA0FF1}"/>
          </ac:cxnSpMkLst>
        </pc:cxnChg>
        <pc:cxnChg chg="add mod">
          <ac:chgData name="Jason Abi Chebli" userId="a0f9f5f5563fb1d0" providerId="LiveId" clId="{AAB82D15-A16D-4ECA-AA7D-9F0FF4766497}" dt="2023-05-21T08:17:46.880" v="886" actId="1076"/>
          <ac:cxnSpMkLst>
            <pc:docMk/>
            <pc:sldMk cId="3203961724" sldId="1134"/>
            <ac:cxnSpMk id="33" creationId="{3E7FB33C-5BCC-F64E-D2CF-B7A2CF40A28F}"/>
          </ac:cxnSpMkLst>
        </pc:cxnChg>
      </pc:sldChg>
      <pc:sldChg chg="modSp mod">
        <pc:chgData name="Jason Abi Chebli" userId="a0f9f5f5563fb1d0" providerId="LiveId" clId="{AAB82D15-A16D-4ECA-AA7D-9F0FF4766497}" dt="2023-05-21T10:43:30.477" v="3033" actId="113"/>
        <pc:sldMkLst>
          <pc:docMk/>
          <pc:sldMk cId="4199843140" sldId="1145"/>
        </pc:sldMkLst>
        <pc:spChg chg="mod">
          <ac:chgData name="Jason Abi Chebli" userId="a0f9f5f5563fb1d0" providerId="LiveId" clId="{AAB82D15-A16D-4ECA-AA7D-9F0FF4766497}" dt="2023-05-21T10:43:30.477" v="3033" actId="113"/>
          <ac:spMkLst>
            <pc:docMk/>
            <pc:sldMk cId="4199843140" sldId="1145"/>
            <ac:spMk id="5" creationId="{AC84F134-41B0-E093-900D-9EC4900E34B5}"/>
          </ac:spMkLst>
        </pc:spChg>
      </pc:sldChg>
      <pc:sldChg chg="modSp mod ord">
        <pc:chgData name="Jason Abi Chebli" userId="a0f9f5f5563fb1d0" providerId="LiveId" clId="{AAB82D15-A16D-4ECA-AA7D-9F0FF4766497}" dt="2023-05-22T14:31:36.817" v="21646" actId="20577"/>
        <pc:sldMkLst>
          <pc:docMk/>
          <pc:sldMk cId="410719719" sldId="1147"/>
        </pc:sldMkLst>
        <pc:spChg chg="mod">
          <ac:chgData name="Jason Abi Chebli" userId="a0f9f5f5563fb1d0" providerId="LiveId" clId="{AAB82D15-A16D-4ECA-AA7D-9F0FF4766497}" dt="2023-05-22T12:59:29.360" v="20467" actId="20577"/>
          <ac:spMkLst>
            <pc:docMk/>
            <pc:sldMk cId="410719719" sldId="1147"/>
            <ac:spMk id="2" creationId="{75678105-487D-61CC-DC4D-EA15FAD25658}"/>
          </ac:spMkLst>
        </pc:spChg>
        <pc:spChg chg="mod">
          <ac:chgData name="Jason Abi Chebli" userId="a0f9f5f5563fb1d0" providerId="LiveId" clId="{AAB82D15-A16D-4ECA-AA7D-9F0FF4766497}" dt="2023-05-22T14:31:36.817" v="21646" actId="20577"/>
          <ac:spMkLst>
            <pc:docMk/>
            <pc:sldMk cId="410719719" sldId="1147"/>
            <ac:spMk id="10" creationId="{1F93AE4B-1AD3-DF49-A82D-15D970233F59}"/>
          </ac:spMkLst>
        </pc:spChg>
        <pc:spChg chg="mod">
          <ac:chgData name="Jason Abi Chebli" userId="a0f9f5f5563fb1d0" providerId="LiveId" clId="{AAB82D15-A16D-4ECA-AA7D-9F0FF4766497}" dt="2023-05-22T13:42:09.121" v="20963" actId="207"/>
          <ac:spMkLst>
            <pc:docMk/>
            <pc:sldMk cId="410719719" sldId="1147"/>
            <ac:spMk id="16" creationId="{BC5B5304-3519-9AF0-AE03-B308F156E070}"/>
          </ac:spMkLst>
        </pc:spChg>
        <pc:spChg chg="mod">
          <ac:chgData name="Jason Abi Chebli" userId="a0f9f5f5563fb1d0" providerId="LiveId" clId="{AAB82D15-A16D-4ECA-AA7D-9F0FF4766497}" dt="2023-05-22T13:42:11.188" v="20964" actId="207"/>
          <ac:spMkLst>
            <pc:docMk/>
            <pc:sldMk cId="410719719" sldId="1147"/>
            <ac:spMk id="19" creationId="{1BC1CC3C-D4E7-F331-286B-00BD41D78401}"/>
          </ac:spMkLst>
        </pc:spChg>
        <pc:spChg chg="mod">
          <ac:chgData name="Jason Abi Chebli" userId="a0f9f5f5563fb1d0" providerId="LiveId" clId="{AAB82D15-A16D-4ECA-AA7D-9F0FF4766497}" dt="2023-05-22T13:03:58.233" v="20509" actId="20577"/>
          <ac:spMkLst>
            <pc:docMk/>
            <pc:sldMk cId="410719719" sldId="1147"/>
            <ac:spMk id="20" creationId="{4E5791CF-A2C6-0F49-0820-FF8F13F18476}"/>
          </ac:spMkLst>
        </pc:spChg>
      </pc:sldChg>
      <pc:sldChg chg="modSp del mod">
        <pc:chgData name="Jason Abi Chebli" userId="a0f9f5f5563fb1d0" providerId="LiveId" clId="{AAB82D15-A16D-4ECA-AA7D-9F0FF4766497}" dt="2023-05-22T02:25:46.735" v="9004" actId="47"/>
        <pc:sldMkLst>
          <pc:docMk/>
          <pc:sldMk cId="1824387735" sldId="1150"/>
        </pc:sldMkLst>
        <pc:graphicFrameChg chg="mod modGraphic">
          <ac:chgData name="Jason Abi Chebli" userId="a0f9f5f5563fb1d0" providerId="LiveId" clId="{AAB82D15-A16D-4ECA-AA7D-9F0FF4766497}" dt="2023-05-21T08:38:09.660" v="2169" actId="21"/>
          <ac:graphicFrameMkLst>
            <pc:docMk/>
            <pc:sldMk cId="1824387735" sldId="1150"/>
            <ac:graphicFrameMk id="26" creationId="{006024AA-6A43-D14B-A938-388A9F8ECE85}"/>
          </ac:graphicFrameMkLst>
        </pc:graphicFrameChg>
      </pc:sldChg>
      <pc:sldChg chg="del">
        <pc:chgData name="Jason Abi Chebli" userId="a0f9f5f5563fb1d0" providerId="LiveId" clId="{AAB82D15-A16D-4ECA-AA7D-9F0FF4766497}" dt="2023-05-22T08:16:03.251" v="12963" actId="47"/>
        <pc:sldMkLst>
          <pc:docMk/>
          <pc:sldMk cId="3978285339" sldId="1151"/>
        </pc:sldMkLst>
      </pc:sldChg>
      <pc:sldChg chg="modSp del mod ord addCm">
        <pc:chgData name="Jason Abi Chebli" userId="a0f9f5f5563fb1d0" providerId="LiveId" clId="{AAB82D15-A16D-4ECA-AA7D-9F0FF4766497}" dt="2023-05-22T13:30:02.927" v="20789" actId="2696"/>
        <pc:sldMkLst>
          <pc:docMk/>
          <pc:sldMk cId="2854013643" sldId="1152"/>
        </pc:sldMkLst>
        <pc:graphicFrameChg chg="mod modGraphic">
          <ac:chgData name="Jason Abi Chebli" userId="a0f9f5f5563fb1d0" providerId="LiveId" clId="{AAB82D15-A16D-4ECA-AA7D-9F0FF4766497}" dt="2023-05-22T02:40:05.654" v="9060" actId="20577"/>
          <ac:graphicFrameMkLst>
            <pc:docMk/>
            <pc:sldMk cId="2854013643" sldId="1152"/>
            <ac:graphicFrameMk id="26" creationId="{006024AA-6A43-D14B-A938-388A9F8ECE85}"/>
          </ac:graphicFrameMkLst>
        </pc:graphicFrameChg>
        <pc:cxnChg chg="mod">
          <ac:chgData name="Jason Abi Chebli" userId="a0f9f5f5563fb1d0" providerId="LiveId" clId="{AAB82D15-A16D-4ECA-AA7D-9F0FF4766497}" dt="2023-05-21T09:10:00.818" v="2919" actId="1076"/>
          <ac:cxnSpMkLst>
            <pc:docMk/>
            <pc:sldMk cId="2854013643" sldId="1152"/>
            <ac:cxnSpMk id="6" creationId="{C5B8DB1B-6396-42E4-9133-229F939AFFFA}"/>
          </ac:cxnSpMkLst>
        </pc:cxnChg>
        <pc:cxnChg chg="mod">
          <ac:chgData name="Jason Abi Chebli" userId="a0f9f5f5563fb1d0" providerId="LiveId" clId="{AAB82D15-A16D-4ECA-AA7D-9F0FF4766497}" dt="2023-05-21T09:09:52.544" v="2897" actId="1076"/>
          <ac:cxnSpMkLst>
            <pc:docMk/>
            <pc:sldMk cId="2854013643" sldId="1152"/>
            <ac:cxnSpMk id="29" creationId="{8F8A7ED6-7B09-459A-7AE1-B44949E8D2E8}"/>
          </ac:cxnSpMkLst>
        </pc:cxnChg>
        <pc:cxnChg chg="mod">
          <ac:chgData name="Jason Abi Chebli" userId="a0f9f5f5563fb1d0" providerId="LiveId" clId="{AAB82D15-A16D-4ECA-AA7D-9F0FF4766497}" dt="2023-05-21T08:49:10.567" v="2619" actId="1076"/>
          <ac:cxnSpMkLst>
            <pc:docMk/>
            <pc:sldMk cId="2854013643" sldId="1152"/>
            <ac:cxnSpMk id="33" creationId="{4393518A-65D0-7713-1E0D-5ED697EB3361}"/>
          </ac:cxnSpMkLst>
        </pc:cxnChg>
        <pc:cxnChg chg="mod">
          <ac:chgData name="Jason Abi Chebli" userId="a0f9f5f5563fb1d0" providerId="LiveId" clId="{AAB82D15-A16D-4ECA-AA7D-9F0FF4766497}" dt="2023-05-21T08:49:02.812" v="2618" actId="1076"/>
          <ac:cxnSpMkLst>
            <pc:docMk/>
            <pc:sldMk cId="2854013643" sldId="1152"/>
            <ac:cxnSpMk id="34" creationId="{265FD89C-069D-2B11-076B-8B6985132FED}"/>
          </ac:cxnSpMkLst>
        </pc:cxnChg>
        <pc:extLst>
          <p:ext xmlns:p="http://schemas.openxmlformats.org/presentationml/2006/main" uri="{D6D511B9-2390-475A-947B-AFAB55BFBCF1}">
            <pc226:cmChg xmlns:pc226="http://schemas.microsoft.com/office/powerpoint/2022/06/main/command" chg="add">
              <pc226:chgData name="Jason Abi Chebli" userId="a0f9f5f5563fb1d0" providerId="LiveId" clId="{AAB82D15-A16D-4ECA-AA7D-9F0FF4766497}" dt="2023-05-21T09:10:10.330" v="2920"/>
              <pc2:cmMkLst xmlns:pc2="http://schemas.microsoft.com/office/powerpoint/2019/9/main/command">
                <pc:docMk/>
                <pc:sldMk cId="2854013643" sldId="1152"/>
                <pc2:cmMk id="{4BD58A46-223A-46C2-AEEB-8E0DC8881386}"/>
              </pc2:cmMkLst>
            </pc226:cmChg>
            <pc226:cmChg xmlns:pc226="http://schemas.microsoft.com/office/powerpoint/2022/06/main/command" chg="add">
              <pc226:chgData name="Jason Abi Chebli" userId="a0f9f5f5563fb1d0" providerId="LiveId" clId="{AAB82D15-A16D-4ECA-AA7D-9F0FF4766497}" dt="2023-05-21T09:10:16.598" v="2921"/>
              <pc2:cmMkLst xmlns:pc2="http://schemas.microsoft.com/office/powerpoint/2019/9/main/command">
                <pc:docMk/>
                <pc:sldMk cId="2854013643" sldId="1152"/>
                <pc2:cmMk id="{DF3B88E0-D8B2-48A1-935C-26C92D895F2F}"/>
              </pc2:cmMkLst>
            </pc226:cmChg>
          </p:ext>
        </pc:extLst>
      </pc:sldChg>
      <pc:sldChg chg="del">
        <pc:chgData name="Jason Abi Chebli" userId="a0f9f5f5563fb1d0" providerId="LiveId" clId="{AAB82D15-A16D-4ECA-AA7D-9F0FF4766497}" dt="2023-05-22T01:23:34.443" v="8393" actId="47"/>
        <pc:sldMkLst>
          <pc:docMk/>
          <pc:sldMk cId="3418847993" sldId="1153"/>
        </pc:sldMkLst>
      </pc:sldChg>
      <pc:sldChg chg="del">
        <pc:chgData name="Jason Abi Chebli" userId="a0f9f5f5563fb1d0" providerId="LiveId" clId="{AAB82D15-A16D-4ECA-AA7D-9F0FF4766497}" dt="2023-05-22T01:23:33.077" v="8392" actId="47"/>
        <pc:sldMkLst>
          <pc:docMk/>
          <pc:sldMk cId="2201112965" sldId="1154"/>
        </pc:sldMkLst>
      </pc:sldChg>
      <pc:sldChg chg="del">
        <pc:chgData name="Jason Abi Chebli" userId="a0f9f5f5563fb1d0" providerId="LiveId" clId="{AAB82D15-A16D-4ECA-AA7D-9F0FF4766497}" dt="2023-05-22T01:23:32.541" v="8391" actId="47"/>
        <pc:sldMkLst>
          <pc:docMk/>
          <pc:sldMk cId="888139312" sldId="1155"/>
        </pc:sldMkLst>
      </pc:sldChg>
      <pc:sldChg chg="modSp mod">
        <pc:chgData name="Jason Abi Chebli" userId="a0f9f5f5563fb1d0" providerId="LiveId" clId="{AAB82D15-A16D-4ECA-AA7D-9F0FF4766497}" dt="2023-05-22T08:16:24.629" v="12978" actId="20577"/>
        <pc:sldMkLst>
          <pc:docMk/>
          <pc:sldMk cId="2794812888" sldId="1158"/>
        </pc:sldMkLst>
        <pc:spChg chg="mod">
          <ac:chgData name="Jason Abi Chebli" userId="a0f9f5f5563fb1d0" providerId="LiveId" clId="{AAB82D15-A16D-4ECA-AA7D-9F0FF4766497}" dt="2023-05-22T08:16:24.629" v="12978" actId="20577"/>
          <ac:spMkLst>
            <pc:docMk/>
            <pc:sldMk cId="2794812888" sldId="1158"/>
            <ac:spMk id="5" creationId="{AC84F134-41B0-E093-900D-9EC4900E34B5}"/>
          </ac:spMkLst>
        </pc:spChg>
        <pc:spChg chg="mod">
          <ac:chgData name="Jason Abi Chebli" userId="a0f9f5f5563fb1d0" providerId="LiveId" clId="{AAB82D15-A16D-4ECA-AA7D-9F0FF4766497}" dt="2023-05-22T08:16:21.647" v="12971" actId="20577"/>
          <ac:spMkLst>
            <pc:docMk/>
            <pc:sldMk cId="2794812888" sldId="1158"/>
            <ac:spMk id="7" creationId="{42F0B3DC-26D7-C8D7-2095-150058C60ECD}"/>
          </ac:spMkLst>
        </pc:spChg>
      </pc:sldChg>
      <pc:sldChg chg="modSp add mod">
        <pc:chgData name="Jason Abi Chebli" userId="a0f9f5f5563fb1d0" providerId="LiveId" clId="{AAB82D15-A16D-4ECA-AA7D-9F0FF4766497}" dt="2023-05-21T10:40:56.278" v="2925"/>
        <pc:sldMkLst>
          <pc:docMk/>
          <pc:sldMk cId="3412354017" sldId="1159"/>
        </pc:sldMkLst>
        <pc:spChg chg="mod">
          <ac:chgData name="Jason Abi Chebli" userId="a0f9f5f5563fb1d0" providerId="LiveId" clId="{AAB82D15-A16D-4ECA-AA7D-9F0FF4766497}" dt="2023-05-21T10:40:56.278" v="2925"/>
          <ac:spMkLst>
            <pc:docMk/>
            <pc:sldMk cId="3412354017" sldId="1159"/>
            <ac:spMk id="5" creationId="{AC84F134-41B0-E093-900D-9EC4900E34B5}"/>
          </ac:spMkLst>
        </pc:spChg>
      </pc:sldChg>
      <pc:sldChg chg="addSp delSp modSp add mod">
        <pc:chgData name="Jason Abi Chebli" userId="a0f9f5f5563fb1d0" providerId="LiveId" clId="{AAB82D15-A16D-4ECA-AA7D-9F0FF4766497}" dt="2023-05-22T08:55:24.961" v="13862" actId="1076"/>
        <pc:sldMkLst>
          <pc:docMk/>
          <pc:sldMk cId="217808446" sldId="1160"/>
        </pc:sldMkLst>
        <pc:spChg chg="add del mod">
          <ac:chgData name="Jason Abi Chebli" userId="a0f9f5f5563fb1d0" providerId="LiveId" clId="{AAB82D15-A16D-4ECA-AA7D-9F0FF4766497}" dt="2023-05-22T08:44:49.513" v="13651" actId="478"/>
          <ac:spMkLst>
            <pc:docMk/>
            <pc:sldMk cId="217808446" sldId="1160"/>
            <ac:spMk id="2" creationId="{F3AC264A-BED3-CDD4-1AEF-B3723B0EFD6C}"/>
          </ac:spMkLst>
        </pc:spChg>
        <pc:spChg chg="add del mod">
          <ac:chgData name="Jason Abi Chebli" userId="a0f9f5f5563fb1d0" providerId="LiveId" clId="{AAB82D15-A16D-4ECA-AA7D-9F0FF4766497}" dt="2023-05-22T08:44:50.674" v="13652" actId="478"/>
          <ac:spMkLst>
            <pc:docMk/>
            <pc:sldMk cId="217808446" sldId="1160"/>
            <ac:spMk id="3" creationId="{093E352E-03AA-931E-9EF2-48364EB20218}"/>
          </ac:spMkLst>
        </pc:spChg>
        <pc:spChg chg="add del mod">
          <ac:chgData name="Jason Abi Chebli" userId="a0f9f5f5563fb1d0" providerId="LiveId" clId="{AAB82D15-A16D-4ECA-AA7D-9F0FF4766497}" dt="2023-05-22T08:44:48.582" v="13650" actId="478"/>
          <ac:spMkLst>
            <pc:docMk/>
            <pc:sldMk cId="217808446" sldId="1160"/>
            <ac:spMk id="4" creationId="{8104B996-33C9-9D57-A9BD-B9F79F6999E9}"/>
          </ac:spMkLst>
        </pc:spChg>
        <pc:spChg chg="mod">
          <ac:chgData name="Jason Abi Chebli" userId="a0f9f5f5563fb1d0" providerId="LiveId" clId="{AAB82D15-A16D-4ECA-AA7D-9F0FF4766497}" dt="2023-05-21T10:41:39.206" v="2956" actId="20577"/>
          <ac:spMkLst>
            <pc:docMk/>
            <pc:sldMk cId="217808446" sldId="1160"/>
            <ac:spMk id="5" creationId="{AC84F134-41B0-E093-900D-9EC4900E34B5}"/>
          </ac:spMkLst>
        </pc:spChg>
        <pc:spChg chg="add del mod">
          <ac:chgData name="Jason Abi Chebli" userId="a0f9f5f5563fb1d0" providerId="LiveId" clId="{AAB82D15-A16D-4ECA-AA7D-9F0FF4766497}" dt="2023-05-22T08:44:48.582" v="13650" actId="478"/>
          <ac:spMkLst>
            <pc:docMk/>
            <pc:sldMk cId="217808446" sldId="1160"/>
            <ac:spMk id="8" creationId="{5F91AF85-5645-13BA-CB28-0A65B3B7C424}"/>
          </ac:spMkLst>
        </pc:spChg>
        <pc:spChg chg="add del mod">
          <ac:chgData name="Jason Abi Chebli" userId="a0f9f5f5563fb1d0" providerId="LiveId" clId="{AAB82D15-A16D-4ECA-AA7D-9F0FF4766497}" dt="2023-05-22T08:44:48.582" v="13650" actId="478"/>
          <ac:spMkLst>
            <pc:docMk/>
            <pc:sldMk cId="217808446" sldId="1160"/>
            <ac:spMk id="13" creationId="{01EDCB68-7E2D-3F88-2E98-DB3EACE5A4A8}"/>
          </ac:spMkLst>
        </pc:spChg>
        <pc:spChg chg="mod">
          <ac:chgData name="Jason Abi Chebli" userId="a0f9f5f5563fb1d0" providerId="LiveId" clId="{AAB82D15-A16D-4ECA-AA7D-9F0FF4766497}" dt="2023-05-22T08:51:22.986" v="13769" actId="20577"/>
          <ac:spMkLst>
            <pc:docMk/>
            <pc:sldMk cId="217808446" sldId="1160"/>
            <ac:spMk id="14" creationId="{7AC79565-6F0F-7C1D-D815-BC78529FCA1A}"/>
          </ac:spMkLst>
        </pc:spChg>
        <pc:spChg chg="add mod">
          <ac:chgData name="Jason Abi Chebli" userId="a0f9f5f5563fb1d0" providerId="LiveId" clId="{AAB82D15-A16D-4ECA-AA7D-9F0FF4766497}" dt="2023-05-22T08:54:51.153" v="13854" actId="14100"/>
          <ac:spMkLst>
            <pc:docMk/>
            <pc:sldMk cId="217808446" sldId="1160"/>
            <ac:spMk id="17" creationId="{7F3A65F5-6C32-3194-C28A-C8FF3EDE87E8}"/>
          </ac:spMkLst>
        </pc:spChg>
        <pc:graphicFrameChg chg="add mod modGraphic">
          <ac:chgData name="Jason Abi Chebli" userId="a0f9f5f5563fb1d0" providerId="LiveId" clId="{AAB82D15-A16D-4ECA-AA7D-9F0FF4766497}" dt="2023-05-22T08:54:20.602" v="13851" actId="1076"/>
          <ac:graphicFrameMkLst>
            <pc:docMk/>
            <pc:sldMk cId="217808446" sldId="1160"/>
            <ac:graphicFrameMk id="15" creationId="{AC45D15E-196D-4BA6-9BAF-A55D920EC8BD}"/>
          </ac:graphicFrameMkLst>
        </pc:graphicFrameChg>
        <pc:cxnChg chg="add mod">
          <ac:chgData name="Jason Abi Chebli" userId="a0f9f5f5563fb1d0" providerId="LiveId" clId="{AAB82D15-A16D-4ECA-AA7D-9F0FF4766497}" dt="2023-05-22T08:54:59.520" v="13856" actId="1076"/>
          <ac:cxnSpMkLst>
            <pc:docMk/>
            <pc:sldMk cId="217808446" sldId="1160"/>
            <ac:cxnSpMk id="19" creationId="{43998DF2-8A44-3CE1-322F-1F28C63C76F4}"/>
          </ac:cxnSpMkLst>
        </pc:cxnChg>
        <pc:cxnChg chg="add mod">
          <ac:chgData name="Jason Abi Chebli" userId="a0f9f5f5563fb1d0" providerId="LiveId" clId="{AAB82D15-A16D-4ECA-AA7D-9F0FF4766497}" dt="2023-05-22T08:55:07.993" v="13858" actId="1076"/>
          <ac:cxnSpMkLst>
            <pc:docMk/>
            <pc:sldMk cId="217808446" sldId="1160"/>
            <ac:cxnSpMk id="20" creationId="{1B77E9A5-DA74-FC18-B238-D6904C4C9BFF}"/>
          </ac:cxnSpMkLst>
        </pc:cxnChg>
        <pc:cxnChg chg="add mod">
          <ac:chgData name="Jason Abi Chebli" userId="a0f9f5f5563fb1d0" providerId="LiveId" clId="{AAB82D15-A16D-4ECA-AA7D-9F0FF4766497}" dt="2023-05-22T08:55:15.410" v="13860" actId="1076"/>
          <ac:cxnSpMkLst>
            <pc:docMk/>
            <pc:sldMk cId="217808446" sldId="1160"/>
            <ac:cxnSpMk id="21" creationId="{D4BBAFDD-6780-EDE0-DCD8-EF82E44C8038}"/>
          </ac:cxnSpMkLst>
        </pc:cxnChg>
        <pc:cxnChg chg="add mod">
          <ac:chgData name="Jason Abi Chebli" userId="a0f9f5f5563fb1d0" providerId="LiveId" clId="{AAB82D15-A16D-4ECA-AA7D-9F0FF4766497}" dt="2023-05-22T08:55:24.961" v="13862" actId="1076"/>
          <ac:cxnSpMkLst>
            <pc:docMk/>
            <pc:sldMk cId="217808446" sldId="1160"/>
            <ac:cxnSpMk id="22" creationId="{25E0ABFA-F28D-F82C-1326-4F55349E99C5}"/>
          </ac:cxnSpMkLst>
        </pc:cxnChg>
      </pc:sldChg>
      <pc:sldChg chg="addSp delSp modSp add mod ord">
        <pc:chgData name="Jason Abi Chebli" userId="a0f9f5f5563fb1d0" providerId="LiveId" clId="{AAB82D15-A16D-4ECA-AA7D-9F0FF4766497}" dt="2023-05-22T13:45:12.891" v="21039" actId="478"/>
        <pc:sldMkLst>
          <pc:docMk/>
          <pc:sldMk cId="1781347348" sldId="1161"/>
        </pc:sldMkLst>
        <pc:spChg chg="add del mod">
          <ac:chgData name="Jason Abi Chebli" userId="a0f9f5f5563fb1d0" providerId="LiveId" clId="{AAB82D15-A16D-4ECA-AA7D-9F0FF4766497}" dt="2023-05-22T13:43:57.957" v="21013" actId="478"/>
          <ac:spMkLst>
            <pc:docMk/>
            <pc:sldMk cId="1781347348" sldId="1161"/>
            <ac:spMk id="2" creationId="{467F6632-FFE6-7358-167E-C17D40145FF2}"/>
          </ac:spMkLst>
        </pc:spChg>
        <pc:spChg chg="add del mod">
          <ac:chgData name="Jason Abi Chebli" userId="a0f9f5f5563fb1d0" providerId="LiveId" clId="{AAB82D15-A16D-4ECA-AA7D-9F0FF4766497}" dt="2023-05-22T13:45:07.435" v="21031" actId="478"/>
          <ac:spMkLst>
            <pc:docMk/>
            <pc:sldMk cId="1781347348" sldId="1161"/>
            <ac:spMk id="3" creationId="{0B1294F7-3A7D-F3B2-8318-9F2DFEC33C84}"/>
          </ac:spMkLst>
        </pc:spChg>
        <pc:spChg chg="add del mod">
          <ac:chgData name="Jason Abi Chebli" userId="a0f9f5f5563fb1d0" providerId="LiveId" clId="{AAB82D15-A16D-4ECA-AA7D-9F0FF4766497}" dt="2023-05-22T13:45:09.713" v="21035" actId="478"/>
          <ac:spMkLst>
            <pc:docMk/>
            <pc:sldMk cId="1781347348" sldId="1161"/>
            <ac:spMk id="4" creationId="{6E6F78F2-34D2-F8CE-DB89-6E75389BBABF}"/>
          </ac:spMkLst>
        </pc:spChg>
        <pc:spChg chg="mod">
          <ac:chgData name="Jason Abi Chebli" userId="a0f9f5f5563fb1d0" providerId="LiveId" clId="{AAB82D15-A16D-4ECA-AA7D-9F0FF4766497}" dt="2023-05-21T10:55:00.664" v="3063" actId="313"/>
          <ac:spMkLst>
            <pc:docMk/>
            <pc:sldMk cId="1781347348" sldId="1161"/>
            <ac:spMk id="5" creationId="{AC84F134-41B0-E093-900D-9EC4900E34B5}"/>
          </ac:spMkLst>
        </pc:spChg>
        <pc:spChg chg="mod">
          <ac:chgData name="Jason Abi Chebli" userId="a0f9f5f5563fb1d0" providerId="LiveId" clId="{AAB82D15-A16D-4ECA-AA7D-9F0FF4766497}" dt="2023-05-22T08:51:29.235" v="13772"/>
          <ac:spMkLst>
            <pc:docMk/>
            <pc:sldMk cId="1781347348" sldId="1161"/>
            <ac:spMk id="8" creationId="{8780F0AB-8ACA-7EED-A411-FA546A03EDC0}"/>
          </ac:spMkLst>
        </pc:spChg>
        <pc:spChg chg="add del mod">
          <ac:chgData name="Jason Abi Chebli" userId="a0f9f5f5563fb1d0" providerId="LiveId" clId="{AAB82D15-A16D-4ECA-AA7D-9F0FF4766497}" dt="2023-05-22T13:45:11.347" v="21037" actId="478"/>
          <ac:spMkLst>
            <pc:docMk/>
            <pc:sldMk cId="1781347348" sldId="1161"/>
            <ac:spMk id="13" creationId="{DF527B39-DD7F-8A09-5133-01EF75462C65}"/>
          </ac:spMkLst>
        </pc:spChg>
        <pc:spChg chg="add del mod">
          <ac:chgData name="Jason Abi Chebli" userId="a0f9f5f5563fb1d0" providerId="LiveId" clId="{AAB82D15-A16D-4ECA-AA7D-9F0FF4766497}" dt="2023-05-22T13:45:12.891" v="21039" actId="478"/>
          <ac:spMkLst>
            <pc:docMk/>
            <pc:sldMk cId="1781347348" sldId="1161"/>
            <ac:spMk id="15" creationId="{09AE810C-BAA6-EDB9-1C26-E34149D70575}"/>
          </ac:spMkLst>
        </pc:spChg>
        <pc:spChg chg="add del mod">
          <ac:chgData name="Jason Abi Chebli" userId="a0f9f5f5563fb1d0" providerId="LiveId" clId="{AAB82D15-A16D-4ECA-AA7D-9F0FF4766497}" dt="2023-05-22T08:47:54.636" v="13706"/>
          <ac:spMkLst>
            <pc:docMk/>
            <pc:sldMk cId="1781347348" sldId="1161"/>
            <ac:spMk id="17" creationId="{B00C84BC-45F4-A2B7-3A24-6162E2DDA100}"/>
          </ac:spMkLst>
        </pc:spChg>
        <pc:spChg chg="add mod">
          <ac:chgData name="Jason Abi Chebli" userId="a0f9f5f5563fb1d0" providerId="LiveId" clId="{AAB82D15-A16D-4ECA-AA7D-9F0FF4766497}" dt="2023-05-22T08:49:16.608" v="13732" actId="20577"/>
          <ac:spMkLst>
            <pc:docMk/>
            <pc:sldMk cId="1781347348" sldId="1161"/>
            <ac:spMk id="18" creationId="{4811A1D8-B6B6-E889-E8BF-EBEA3AE3E659}"/>
          </ac:spMkLst>
        </pc:spChg>
        <pc:spChg chg="add mod">
          <ac:chgData name="Jason Abi Chebli" userId="a0f9f5f5563fb1d0" providerId="LiveId" clId="{AAB82D15-A16D-4ECA-AA7D-9F0FF4766497}" dt="2023-05-22T08:49:59.531" v="13741" actId="1076"/>
          <ac:spMkLst>
            <pc:docMk/>
            <pc:sldMk cId="1781347348" sldId="1161"/>
            <ac:spMk id="19" creationId="{609D17F3-2605-B6D5-D40C-5CE53C7EF955}"/>
          </ac:spMkLst>
        </pc:spChg>
        <pc:spChg chg="add mod">
          <ac:chgData name="Jason Abi Chebli" userId="a0f9f5f5563fb1d0" providerId="LiveId" clId="{AAB82D15-A16D-4ECA-AA7D-9F0FF4766497}" dt="2023-05-22T08:49:18.889" v="13734" actId="20577"/>
          <ac:spMkLst>
            <pc:docMk/>
            <pc:sldMk cId="1781347348" sldId="1161"/>
            <ac:spMk id="20" creationId="{B2AAEA4B-65B1-8313-BAFC-68F3D89AFB8A}"/>
          </ac:spMkLst>
        </pc:spChg>
        <pc:spChg chg="add mod">
          <ac:chgData name="Jason Abi Chebli" userId="a0f9f5f5563fb1d0" providerId="LiveId" clId="{AAB82D15-A16D-4ECA-AA7D-9F0FF4766497}" dt="2023-05-22T08:49:21.393" v="13736" actId="20577"/>
          <ac:spMkLst>
            <pc:docMk/>
            <pc:sldMk cId="1781347348" sldId="1161"/>
            <ac:spMk id="21" creationId="{2266FB13-FE27-A3B8-B685-692A5269AC36}"/>
          </ac:spMkLst>
        </pc:spChg>
        <pc:spChg chg="add mod">
          <ac:chgData name="Jason Abi Chebli" userId="a0f9f5f5563fb1d0" providerId="LiveId" clId="{AAB82D15-A16D-4ECA-AA7D-9F0FF4766497}" dt="2023-05-22T08:49:27.472" v="13738" actId="20577"/>
          <ac:spMkLst>
            <pc:docMk/>
            <pc:sldMk cId="1781347348" sldId="1161"/>
            <ac:spMk id="22" creationId="{AC8AD56D-D3A4-F1FA-CD6F-BCFCF32C484D}"/>
          </ac:spMkLst>
        </pc:spChg>
        <pc:spChg chg="add mod">
          <ac:chgData name="Jason Abi Chebli" userId="a0f9f5f5563fb1d0" providerId="LiveId" clId="{AAB82D15-A16D-4ECA-AA7D-9F0FF4766497}" dt="2023-05-22T08:50:09.983" v="13743" actId="207"/>
          <ac:spMkLst>
            <pc:docMk/>
            <pc:sldMk cId="1781347348" sldId="1161"/>
            <ac:spMk id="23" creationId="{B28E5ED6-4485-DE26-9CFA-A2B2D764E0F0}"/>
          </ac:spMkLst>
        </pc:spChg>
        <pc:spChg chg="add mod">
          <ac:chgData name="Jason Abi Chebli" userId="a0f9f5f5563fb1d0" providerId="LiveId" clId="{AAB82D15-A16D-4ECA-AA7D-9F0FF4766497}" dt="2023-05-22T08:50:43.082" v="13753" actId="20577"/>
          <ac:spMkLst>
            <pc:docMk/>
            <pc:sldMk cId="1781347348" sldId="1161"/>
            <ac:spMk id="24" creationId="{4B460717-8ED5-2F06-6E84-7DA548696B87}"/>
          </ac:spMkLst>
        </pc:spChg>
        <pc:spChg chg="add mod">
          <ac:chgData name="Jason Abi Chebli" userId="a0f9f5f5563fb1d0" providerId="LiveId" clId="{AAB82D15-A16D-4ECA-AA7D-9F0FF4766497}" dt="2023-05-22T08:50:45.194" v="13755" actId="20577"/>
          <ac:spMkLst>
            <pc:docMk/>
            <pc:sldMk cId="1781347348" sldId="1161"/>
            <ac:spMk id="25" creationId="{2CA272B1-6E50-8BBD-C21B-C57D10002E96}"/>
          </ac:spMkLst>
        </pc:spChg>
        <pc:spChg chg="add mod">
          <ac:chgData name="Jason Abi Chebli" userId="a0f9f5f5563fb1d0" providerId="LiveId" clId="{AAB82D15-A16D-4ECA-AA7D-9F0FF4766497}" dt="2023-05-22T08:50:47.614" v="13757" actId="20577"/>
          <ac:spMkLst>
            <pc:docMk/>
            <pc:sldMk cId="1781347348" sldId="1161"/>
            <ac:spMk id="26" creationId="{52E5BDCD-AC46-1707-7479-76A69EDFF1CA}"/>
          </ac:spMkLst>
        </pc:spChg>
        <pc:spChg chg="add mod">
          <ac:chgData name="Jason Abi Chebli" userId="a0f9f5f5563fb1d0" providerId="LiveId" clId="{AAB82D15-A16D-4ECA-AA7D-9F0FF4766497}" dt="2023-05-22T08:50:49.953" v="13759" actId="20577"/>
          <ac:spMkLst>
            <pc:docMk/>
            <pc:sldMk cId="1781347348" sldId="1161"/>
            <ac:spMk id="27" creationId="{DAFB5193-1C0D-EAA9-DC2D-D11F144076B6}"/>
          </ac:spMkLst>
        </pc:spChg>
        <pc:spChg chg="add del">
          <ac:chgData name="Jason Abi Chebli" userId="a0f9f5f5563fb1d0" providerId="LiveId" clId="{AAB82D15-A16D-4ECA-AA7D-9F0FF4766497}" dt="2023-05-22T08:51:26.078" v="13771" actId="22"/>
          <ac:spMkLst>
            <pc:docMk/>
            <pc:sldMk cId="1781347348" sldId="1161"/>
            <ac:spMk id="29" creationId="{EFC025DB-C6B2-18F8-E139-8221187BECEA}"/>
          </ac:spMkLst>
        </pc:spChg>
        <pc:spChg chg="add del mod ord">
          <ac:chgData name="Jason Abi Chebli" userId="a0f9f5f5563fb1d0" providerId="LiveId" clId="{AAB82D15-A16D-4ECA-AA7D-9F0FF4766497}" dt="2023-05-22T13:43:56.835" v="21012" actId="167"/>
          <ac:spMkLst>
            <pc:docMk/>
            <pc:sldMk cId="1781347348" sldId="1161"/>
            <ac:spMk id="30" creationId="{F2302105-CDEE-1117-A3B0-95247EC41E36}"/>
          </ac:spMkLst>
        </pc:spChg>
        <pc:spChg chg="add mod ord">
          <ac:chgData name="Jason Abi Chebli" userId="a0f9f5f5563fb1d0" providerId="LiveId" clId="{AAB82D15-A16D-4ECA-AA7D-9F0FF4766497}" dt="2023-05-22T13:44:50.587" v="21023" actId="167"/>
          <ac:spMkLst>
            <pc:docMk/>
            <pc:sldMk cId="1781347348" sldId="1161"/>
            <ac:spMk id="31" creationId="{AE122126-418C-DFEB-94D5-DB502D44FEFD}"/>
          </ac:spMkLst>
        </pc:spChg>
        <pc:spChg chg="add mod ord">
          <ac:chgData name="Jason Abi Chebli" userId="a0f9f5f5563fb1d0" providerId="LiveId" clId="{AAB82D15-A16D-4ECA-AA7D-9F0FF4766497}" dt="2023-05-22T13:44:50.587" v="21023" actId="167"/>
          <ac:spMkLst>
            <pc:docMk/>
            <pc:sldMk cId="1781347348" sldId="1161"/>
            <ac:spMk id="32" creationId="{52D0F825-34B2-1204-EC93-10A44E4F8A69}"/>
          </ac:spMkLst>
        </pc:spChg>
        <pc:spChg chg="add mod ord">
          <ac:chgData name="Jason Abi Chebli" userId="a0f9f5f5563fb1d0" providerId="LiveId" clId="{AAB82D15-A16D-4ECA-AA7D-9F0FF4766497}" dt="2023-05-22T13:44:50.587" v="21023" actId="167"/>
          <ac:spMkLst>
            <pc:docMk/>
            <pc:sldMk cId="1781347348" sldId="1161"/>
            <ac:spMk id="33" creationId="{9F4FD054-A604-15AB-73F6-6ECEB5CF59D4}"/>
          </ac:spMkLst>
        </pc:spChg>
        <pc:spChg chg="add mod ord">
          <ac:chgData name="Jason Abi Chebli" userId="a0f9f5f5563fb1d0" providerId="LiveId" clId="{AAB82D15-A16D-4ECA-AA7D-9F0FF4766497}" dt="2023-05-22T13:44:50.587" v="21023" actId="167"/>
          <ac:spMkLst>
            <pc:docMk/>
            <pc:sldMk cId="1781347348" sldId="1161"/>
            <ac:spMk id="34" creationId="{8B37B209-23B8-A2A5-3F44-D4C9EBCCA5E6}"/>
          </ac:spMkLst>
        </pc:spChg>
        <pc:spChg chg="add del mod">
          <ac:chgData name="Jason Abi Chebli" userId="a0f9f5f5563fb1d0" providerId="LiveId" clId="{AAB82D15-A16D-4ECA-AA7D-9F0FF4766497}" dt="2023-05-22T13:45:08.066" v="21032" actId="478"/>
          <ac:spMkLst>
            <pc:docMk/>
            <pc:sldMk cId="1781347348" sldId="1161"/>
            <ac:spMk id="35" creationId="{6BA32906-AEAD-BB2A-79B1-A9C5ACCCC370}"/>
          </ac:spMkLst>
        </pc:spChg>
        <pc:spChg chg="add del mod">
          <ac:chgData name="Jason Abi Chebli" userId="a0f9f5f5563fb1d0" providerId="LiveId" clId="{AAB82D15-A16D-4ECA-AA7D-9F0FF4766497}" dt="2023-05-22T13:45:09.123" v="21034" actId="478"/>
          <ac:spMkLst>
            <pc:docMk/>
            <pc:sldMk cId="1781347348" sldId="1161"/>
            <ac:spMk id="36" creationId="{7998D311-E6EE-9A14-9325-6104083FA893}"/>
          </ac:spMkLst>
        </pc:spChg>
        <pc:spChg chg="add del mod">
          <ac:chgData name="Jason Abi Chebli" userId="a0f9f5f5563fb1d0" providerId="LiveId" clId="{AAB82D15-A16D-4ECA-AA7D-9F0FF4766497}" dt="2023-05-22T13:45:10.539" v="21036" actId="478"/>
          <ac:spMkLst>
            <pc:docMk/>
            <pc:sldMk cId="1781347348" sldId="1161"/>
            <ac:spMk id="37" creationId="{DAA26D39-C563-8D59-402D-D91BFBA1BCF0}"/>
          </ac:spMkLst>
        </pc:spChg>
        <pc:spChg chg="add del mod">
          <ac:chgData name="Jason Abi Chebli" userId="a0f9f5f5563fb1d0" providerId="LiveId" clId="{AAB82D15-A16D-4ECA-AA7D-9F0FF4766497}" dt="2023-05-22T13:45:12.275" v="21038" actId="478"/>
          <ac:spMkLst>
            <pc:docMk/>
            <pc:sldMk cId="1781347348" sldId="1161"/>
            <ac:spMk id="38" creationId="{8715CB2B-5DFD-FFCD-F80E-7FE787160E74}"/>
          </ac:spMkLst>
        </pc:spChg>
        <pc:picChg chg="mod">
          <ac:chgData name="Jason Abi Chebli" userId="a0f9f5f5563fb1d0" providerId="LiveId" clId="{AAB82D15-A16D-4ECA-AA7D-9F0FF4766497}" dt="2023-05-21T10:58:14.167" v="3197" actId="1036"/>
          <ac:picMkLst>
            <pc:docMk/>
            <pc:sldMk cId="1781347348" sldId="1161"/>
            <ac:picMk id="9" creationId="{F3B7F211-F64C-BB04-69B2-FD86AB31CAB3}"/>
          </ac:picMkLst>
        </pc:picChg>
      </pc:sldChg>
      <pc:sldChg chg="modSp new del mod">
        <pc:chgData name="Jason Abi Chebli" userId="a0f9f5f5563fb1d0" providerId="LiveId" clId="{AAB82D15-A16D-4ECA-AA7D-9F0FF4766497}" dt="2023-05-21T10:56:11.652" v="3078" actId="47"/>
        <pc:sldMkLst>
          <pc:docMk/>
          <pc:sldMk cId="651521424" sldId="1162"/>
        </pc:sldMkLst>
        <pc:spChg chg="mod">
          <ac:chgData name="Jason Abi Chebli" userId="a0f9f5f5563fb1d0" providerId="LiveId" clId="{AAB82D15-A16D-4ECA-AA7D-9F0FF4766497}" dt="2023-05-21T10:55:32.374" v="3077" actId="404"/>
          <ac:spMkLst>
            <pc:docMk/>
            <pc:sldMk cId="651521424" sldId="1162"/>
            <ac:spMk id="2" creationId="{10797EBD-FDCE-1F13-A167-E6D6CF958D15}"/>
          </ac:spMkLst>
        </pc:spChg>
      </pc:sldChg>
      <pc:sldChg chg="modSp add mod">
        <pc:chgData name="Jason Abi Chebli" userId="a0f9f5f5563fb1d0" providerId="LiveId" clId="{AAB82D15-A16D-4ECA-AA7D-9F0FF4766497}" dt="2023-05-21T10:51:14.426" v="3038" actId="20577"/>
        <pc:sldMkLst>
          <pc:docMk/>
          <pc:sldMk cId="3716917777" sldId="1163"/>
        </pc:sldMkLst>
        <pc:spChg chg="mod">
          <ac:chgData name="Jason Abi Chebli" userId="a0f9f5f5563fb1d0" providerId="LiveId" clId="{AAB82D15-A16D-4ECA-AA7D-9F0FF4766497}" dt="2023-05-21T10:51:14.426" v="3038" actId="20577"/>
          <ac:spMkLst>
            <pc:docMk/>
            <pc:sldMk cId="3716917777" sldId="1163"/>
            <ac:spMk id="5" creationId="{AC84F134-41B0-E093-900D-9EC4900E34B5}"/>
          </ac:spMkLst>
        </pc:spChg>
      </pc:sldChg>
      <pc:sldChg chg="addSp delSp modSp add mod">
        <pc:chgData name="Jason Abi Chebli" userId="a0f9f5f5563fb1d0" providerId="LiveId" clId="{AAB82D15-A16D-4ECA-AA7D-9F0FF4766497}" dt="2023-05-22T15:13:27.036" v="22606" actId="1076"/>
        <pc:sldMkLst>
          <pc:docMk/>
          <pc:sldMk cId="1464227764" sldId="1164"/>
        </pc:sldMkLst>
        <pc:spChg chg="add del">
          <ac:chgData name="Jason Abi Chebli" userId="a0f9f5f5563fb1d0" providerId="LiveId" clId="{AAB82D15-A16D-4ECA-AA7D-9F0FF4766497}" dt="2023-05-22T08:43:37.870" v="13639" actId="22"/>
          <ac:spMkLst>
            <pc:docMk/>
            <pc:sldMk cId="1464227764" sldId="1164"/>
            <ac:spMk id="4" creationId="{D8A2FFC0-9B3F-118C-2634-973DCA1B021D}"/>
          </ac:spMkLst>
        </pc:spChg>
        <pc:spChg chg="mod">
          <ac:chgData name="Jason Abi Chebli" userId="a0f9f5f5563fb1d0" providerId="LiveId" clId="{AAB82D15-A16D-4ECA-AA7D-9F0FF4766497}" dt="2023-05-21T10:51:40.962" v="3062" actId="20577"/>
          <ac:spMkLst>
            <pc:docMk/>
            <pc:sldMk cId="1464227764" sldId="1164"/>
            <ac:spMk id="5" creationId="{AC84F134-41B0-E093-900D-9EC4900E34B5}"/>
          </ac:spMkLst>
        </pc:spChg>
        <pc:spChg chg="add del mod">
          <ac:chgData name="Jason Abi Chebli" userId="a0f9f5f5563fb1d0" providerId="LiveId" clId="{AAB82D15-A16D-4ECA-AA7D-9F0FF4766497}" dt="2023-05-22T13:58:10.461" v="21077" actId="478"/>
          <ac:spMkLst>
            <pc:docMk/>
            <pc:sldMk cId="1464227764" sldId="1164"/>
            <ac:spMk id="8" creationId="{7D80808B-7260-D5E3-774B-35F9012E80A4}"/>
          </ac:spMkLst>
        </pc:spChg>
        <pc:spChg chg="mod">
          <ac:chgData name="Jason Abi Chebli" userId="a0f9f5f5563fb1d0" providerId="LiveId" clId="{AAB82D15-A16D-4ECA-AA7D-9F0FF4766497}" dt="2023-05-22T14:26:40.445" v="21606" actId="20577"/>
          <ac:spMkLst>
            <pc:docMk/>
            <pc:sldMk cId="1464227764" sldId="1164"/>
            <ac:spMk id="10" creationId="{1F93AE4B-1AD3-DF49-A82D-15D970233F59}"/>
          </ac:spMkLst>
        </pc:spChg>
        <pc:spChg chg="add mod">
          <ac:chgData name="Jason Abi Chebli" userId="a0f9f5f5563fb1d0" providerId="LiveId" clId="{AAB82D15-A16D-4ECA-AA7D-9F0FF4766497}" dt="2023-05-22T15:13:27.036" v="22606" actId="1076"/>
          <ac:spMkLst>
            <pc:docMk/>
            <pc:sldMk cId="1464227764" sldId="1164"/>
            <ac:spMk id="13" creationId="{A81A0C82-447B-9197-AB9E-813E33554E51}"/>
          </ac:spMkLst>
        </pc:spChg>
        <pc:spChg chg="mod">
          <ac:chgData name="Jason Abi Chebli" userId="a0f9f5f5563fb1d0" providerId="LiveId" clId="{AAB82D15-A16D-4ECA-AA7D-9F0FF4766497}" dt="2023-05-22T13:56:48.440" v="21050" actId="20577"/>
          <ac:spMkLst>
            <pc:docMk/>
            <pc:sldMk cId="1464227764" sldId="1164"/>
            <ac:spMk id="14" creationId="{8EEA0733-A80D-2B83-EE1B-891C936300BF}"/>
          </ac:spMkLst>
        </pc:spChg>
        <pc:spChg chg="add del mod">
          <ac:chgData name="Jason Abi Chebli" userId="a0f9f5f5563fb1d0" providerId="LiveId" clId="{AAB82D15-A16D-4ECA-AA7D-9F0FF4766497}" dt="2023-05-22T13:58:11.384" v="21082" actId="478"/>
          <ac:spMkLst>
            <pc:docMk/>
            <pc:sldMk cId="1464227764" sldId="1164"/>
            <ac:spMk id="15" creationId="{CCF83186-A916-9EE7-31F4-A43072C98C8E}"/>
          </ac:spMkLst>
        </pc:spChg>
        <pc:spChg chg="mod">
          <ac:chgData name="Jason Abi Chebli" userId="a0f9f5f5563fb1d0" providerId="LiveId" clId="{AAB82D15-A16D-4ECA-AA7D-9F0FF4766497}" dt="2023-05-22T15:12:50.829" v="22603" actId="20577"/>
          <ac:spMkLst>
            <pc:docMk/>
            <pc:sldMk cId="1464227764" sldId="1164"/>
            <ac:spMk id="16" creationId="{D4DEAB26-5CD2-5711-D6DC-5E5FBA71478E}"/>
          </ac:spMkLst>
        </pc:spChg>
        <pc:spChg chg="add del mod">
          <ac:chgData name="Jason Abi Chebli" userId="a0f9f5f5563fb1d0" providerId="LiveId" clId="{AAB82D15-A16D-4ECA-AA7D-9F0FF4766497}" dt="2023-05-22T13:58:12.241" v="21083" actId="478"/>
          <ac:spMkLst>
            <pc:docMk/>
            <pc:sldMk cId="1464227764" sldId="1164"/>
            <ac:spMk id="17" creationId="{F03E18D5-5A63-4895-82C4-8AE17592E41E}"/>
          </ac:spMkLst>
        </pc:spChg>
        <pc:spChg chg="add del mod">
          <ac:chgData name="Jason Abi Chebli" userId="a0f9f5f5563fb1d0" providerId="LiveId" clId="{AAB82D15-A16D-4ECA-AA7D-9F0FF4766497}" dt="2023-05-22T13:58:13.039" v="21084" actId="478"/>
          <ac:spMkLst>
            <pc:docMk/>
            <pc:sldMk cId="1464227764" sldId="1164"/>
            <ac:spMk id="18" creationId="{D7F2FFF6-A927-67D8-FE72-965A27301300}"/>
          </ac:spMkLst>
        </pc:spChg>
        <pc:spChg chg="add del mod">
          <ac:chgData name="Jason Abi Chebli" userId="a0f9f5f5563fb1d0" providerId="LiveId" clId="{AAB82D15-A16D-4ECA-AA7D-9F0FF4766497}" dt="2023-05-22T13:58:10.463" v="21079"/>
          <ac:spMkLst>
            <pc:docMk/>
            <pc:sldMk cId="1464227764" sldId="1164"/>
            <ac:spMk id="19" creationId="{1FADB173-BA23-4299-6F87-B1531BDB4A55}"/>
          </ac:spMkLst>
        </pc:spChg>
        <pc:spChg chg="add del mod">
          <ac:chgData name="Jason Abi Chebli" userId="a0f9f5f5563fb1d0" providerId="LiveId" clId="{AAB82D15-A16D-4ECA-AA7D-9F0FF4766497}" dt="2023-05-22T13:57:49.369" v="21069"/>
          <ac:spMkLst>
            <pc:docMk/>
            <pc:sldMk cId="1464227764" sldId="1164"/>
            <ac:spMk id="20" creationId="{E7D4B796-829A-AE9D-6AA1-12005DCCB78C}"/>
          </ac:spMkLst>
        </pc:spChg>
        <pc:spChg chg="add del mod">
          <ac:chgData name="Jason Abi Chebli" userId="a0f9f5f5563fb1d0" providerId="LiveId" clId="{AAB82D15-A16D-4ECA-AA7D-9F0FF4766497}" dt="2023-05-22T09:08:08.844" v="13931"/>
          <ac:spMkLst>
            <pc:docMk/>
            <pc:sldMk cId="1464227764" sldId="1164"/>
            <ac:spMk id="21" creationId="{7C54E005-1C46-F694-7207-DA8C9652A378}"/>
          </ac:spMkLst>
        </pc:spChg>
        <pc:spChg chg="add del mod">
          <ac:chgData name="Jason Abi Chebli" userId="a0f9f5f5563fb1d0" providerId="LiveId" clId="{AAB82D15-A16D-4ECA-AA7D-9F0FF4766497}" dt="2023-05-22T13:58:10.464" v="21081"/>
          <ac:spMkLst>
            <pc:docMk/>
            <pc:sldMk cId="1464227764" sldId="1164"/>
            <ac:spMk id="22" creationId="{F01CE482-0DEE-E84D-2213-CF764131AD21}"/>
          </ac:spMkLst>
        </pc:spChg>
        <pc:spChg chg="add del mod">
          <ac:chgData name="Jason Abi Chebli" userId="a0f9f5f5563fb1d0" providerId="LiveId" clId="{AAB82D15-A16D-4ECA-AA7D-9F0FF4766497}" dt="2023-05-22T13:57:49.371" v="21071"/>
          <ac:spMkLst>
            <pc:docMk/>
            <pc:sldMk cId="1464227764" sldId="1164"/>
            <ac:spMk id="23" creationId="{A42B6E2B-92CD-2533-D6F2-85C3FBDD7563}"/>
          </ac:spMkLst>
        </pc:spChg>
        <pc:spChg chg="add del mod">
          <ac:chgData name="Jason Abi Chebli" userId="a0f9f5f5563fb1d0" providerId="LiveId" clId="{AAB82D15-A16D-4ECA-AA7D-9F0FF4766497}" dt="2023-05-22T13:57:05.615" v="21053"/>
          <ac:spMkLst>
            <pc:docMk/>
            <pc:sldMk cId="1464227764" sldId="1164"/>
            <ac:spMk id="24" creationId="{82D10B58-B074-0D14-9F46-3A5F1E93C4C5}"/>
          </ac:spMkLst>
        </pc:spChg>
        <pc:spChg chg="add mod">
          <ac:chgData name="Jason Abi Chebli" userId="a0f9f5f5563fb1d0" providerId="LiveId" clId="{AAB82D15-A16D-4ECA-AA7D-9F0FF4766497}" dt="2023-05-22T15:13:27.036" v="22606" actId="1076"/>
          <ac:spMkLst>
            <pc:docMk/>
            <pc:sldMk cId="1464227764" sldId="1164"/>
            <ac:spMk id="32" creationId="{1AC1C9F4-977C-C809-4A3A-91AE0AFAA599}"/>
          </ac:spMkLst>
        </pc:spChg>
        <pc:spChg chg="add mod">
          <ac:chgData name="Jason Abi Chebli" userId="a0f9f5f5563fb1d0" providerId="LiveId" clId="{AAB82D15-A16D-4ECA-AA7D-9F0FF4766497}" dt="2023-05-22T15:13:27.036" v="22606" actId="1076"/>
          <ac:spMkLst>
            <pc:docMk/>
            <pc:sldMk cId="1464227764" sldId="1164"/>
            <ac:spMk id="33" creationId="{14C82A83-1856-7130-CA4D-BB5CC2FD14D6}"/>
          </ac:spMkLst>
        </pc:spChg>
        <pc:spChg chg="add mod">
          <ac:chgData name="Jason Abi Chebli" userId="a0f9f5f5563fb1d0" providerId="LiveId" clId="{AAB82D15-A16D-4ECA-AA7D-9F0FF4766497}" dt="2023-05-22T15:13:27.036" v="22606" actId="1076"/>
          <ac:spMkLst>
            <pc:docMk/>
            <pc:sldMk cId="1464227764" sldId="1164"/>
            <ac:spMk id="34" creationId="{290A3769-C491-485A-4796-221B2B61E3F2}"/>
          </ac:spMkLst>
        </pc:spChg>
        <pc:spChg chg="add mod">
          <ac:chgData name="Jason Abi Chebli" userId="a0f9f5f5563fb1d0" providerId="LiveId" clId="{AAB82D15-A16D-4ECA-AA7D-9F0FF4766497}" dt="2023-05-22T15:13:27.036" v="22606" actId="1076"/>
          <ac:spMkLst>
            <pc:docMk/>
            <pc:sldMk cId="1464227764" sldId="1164"/>
            <ac:spMk id="35" creationId="{8360A027-C8D1-2F34-5214-85F9ABAC5942}"/>
          </ac:spMkLst>
        </pc:spChg>
        <pc:spChg chg="add mod">
          <ac:chgData name="Jason Abi Chebli" userId="a0f9f5f5563fb1d0" providerId="LiveId" clId="{AAB82D15-A16D-4ECA-AA7D-9F0FF4766497}" dt="2023-05-22T15:13:27.036" v="22606" actId="1076"/>
          <ac:spMkLst>
            <pc:docMk/>
            <pc:sldMk cId="1464227764" sldId="1164"/>
            <ac:spMk id="36" creationId="{E5DCE2D9-5BB1-8288-94AD-D2E535458F02}"/>
          </ac:spMkLst>
        </pc:spChg>
        <pc:spChg chg="add mod">
          <ac:chgData name="Jason Abi Chebli" userId="a0f9f5f5563fb1d0" providerId="LiveId" clId="{AAB82D15-A16D-4ECA-AA7D-9F0FF4766497}" dt="2023-05-22T15:13:27.036" v="22606" actId="1076"/>
          <ac:spMkLst>
            <pc:docMk/>
            <pc:sldMk cId="1464227764" sldId="1164"/>
            <ac:spMk id="37" creationId="{E2D8A58A-4F74-D083-21FB-C0079CE05579}"/>
          </ac:spMkLst>
        </pc:spChg>
        <pc:spChg chg="add mod">
          <ac:chgData name="Jason Abi Chebli" userId="a0f9f5f5563fb1d0" providerId="LiveId" clId="{AAB82D15-A16D-4ECA-AA7D-9F0FF4766497}" dt="2023-05-22T15:13:27.036" v="22606" actId="1076"/>
          <ac:spMkLst>
            <pc:docMk/>
            <pc:sldMk cId="1464227764" sldId="1164"/>
            <ac:spMk id="38" creationId="{0E4A4374-47C3-D747-0A63-7DAFAC49EAE7}"/>
          </ac:spMkLst>
        </pc:spChg>
        <pc:spChg chg="add mod">
          <ac:chgData name="Jason Abi Chebli" userId="a0f9f5f5563fb1d0" providerId="LiveId" clId="{AAB82D15-A16D-4ECA-AA7D-9F0FF4766497}" dt="2023-05-22T15:13:27.036" v="22606" actId="1076"/>
          <ac:spMkLst>
            <pc:docMk/>
            <pc:sldMk cId="1464227764" sldId="1164"/>
            <ac:spMk id="39" creationId="{E8058515-1BA2-EF92-7967-5ABCFE3204CE}"/>
          </ac:spMkLst>
        </pc:spChg>
        <pc:spChg chg="add mod">
          <ac:chgData name="Jason Abi Chebli" userId="a0f9f5f5563fb1d0" providerId="LiveId" clId="{AAB82D15-A16D-4ECA-AA7D-9F0FF4766497}" dt="2023-05-22T15:13:27.036" v="22606" actId="1076"/>
          <ac:spMkLst>
            <pc:docMk/>
            <pc:sldMk cId="1464227764" sldId="1164"/>
            <ac:spMk id="40" creationId="{F9D1DAC8-CD39-E804-44B6-22D76F3F6A0C}"/>
          </ac:spMkLst>
        </pc:spChg>
        <pc:spChg chg="add mod">
          <ac:chgData name="Jason Abi Chebli" userId="a0f9f5f5563fb1d0" providerId="LiveId" clId="{AAB82D15-A16D-4ECA-AA7D-9F0FF4766497}" dt="2023-05-22T15:13:27.036" v="22606" actId="1076"/>
          <ac:spMkLst>
            <pc:docMk/>
            <pc:sldMk cId="1464227764" sldId="1164"/>
            <ac:spMk id="41" creationId="{DC0E5622-781A-F164-806D-CECE76306C04}"/>
          </ac:spMkLst>
        </pc:spChg>
        <pc:spChg chg="add mod">
          <ac:chgData name="Jason Abi Chebli" userId="a0f9f5f5563fb1d0" providerId="LiveId" clId="{AAB82D15-A16D-4ECA-AA7D-9F0FF4766497}" dt="2023-05-22T15:13:27.036" v="22606" actId="1076"/>
          <ac:spMkLst>
            <pc:docMk/>
            <pc:sldMk cId="1464227764" sldId="1164"/>
            <ac:spMk id="42" creationId="{59A7E668-6A9D-7AEB-6EEC-DFF78153FEAE}"/>
          </ac:spMkLst>
        </pc:spChg>
        <pc:spChg chg="add mod">
          <ac:chgData name="Jason Abi Chebli" userId="a0f9f5f5563fb1d0" providerId="LiveId" clId="{AAB82D15-A16D-4ECA-AA7D-9F0FF4766497}" dt="2023-05-22T15:13:27.036" v="22606" actId="1076"/>
          <ac:spMkLst>
            <pc:docMk/>
            <pc:sldMk cId="1464227764" sldId="1164"/>
            <ac:spMk id="43" creationId="{1025D982-29D1-F18F-95BE-5E6F550DA78C}"/>
          </ac:spMkLst>
        </pc:spChg>
        <pc:spChg chg="add mod">
          <ac:chgData name="Jason Abi Chebli" userId="a0f9f5f5563fb1d0" providerId="LiveId" clId="{AAB82D15-A16D-4ECA-AA7D-9F0FF4766497}" dt="2023-05-22T15:13:27.036" v="22606" actId="1076"/>
          <ac:spMkLst>
            <pc:docMk/>
            <pc:sldMk cId="1464227764" sldId="1164"/>
            <ac:spMk id="46" creationId="{5A9FC66B-A269-D420-80A5-5B3D05C20134}"/>
          </ac:spMkLst>
        </pc:spChg>
        <pc:spChg chg="add mod">
          <ac:chgData name="Jason Abi Chebli" userId="a0f9f5f5563fb1d0" providerId="LiveId" clId="{AAB82D15-A16D-4ECA-AA7D-9F0FF4766497}" dt="2023-05-22T15:13:27.036" v="22606" actId="1076"/>
          <ac:spMkLst>
            <pc:docMk/>
            <pc:sldMk cId="1464227764" sldId="1164"/>
            <ac:spMk id="47" creationId="{F1180EA9-6F43-2CA5-8005-BF35ECDBBBD5}"/>
          </ac:spMkLst>
        </pc:spChg>
        <pc:spChg chg="add mod">
          <ac:chgData name="Jason Abi Chebli" userId="a0f9f5f5563fb1d0" providerId="LiveId" clId="{AAB82D15-A16D-4ECA-AA7D-9F0FF4766497}" dt="2023-05-22T15:13:27.036" v="22606" actId="1076"/>
          <ac:spMkLst>
            <pc:docMk/>
            <pc:sldMk cId="1464227764" sldId="1164"/>
            <ac:spMk id="48" creationId="{103A220E-CD71-4749-91C8-31B32BE96156}"/>
          </ac:spMkLst>
        </pc:spChg>
        <pc:spChg chg="add del mod">
          <ac:chgData name="Jason Abi Chebli" userId="a0f9f5f5563fb1d0" providerId="LiveId" clId="{AAB82D15-A16D-4ECA-AA7D-9F0FF4766497}" dt="2023-05-22T14:22:10.555" v="21541" actId="478"/>
          <ac:spMkLst>
            <pc:docMk/>
            <pc:sldMk cId="1464227764" sldId="1164"/>
            <ac:spMk id="49" creationId="{85F89879-1964-B1CE-E775-52F63D33A0A5}"/>
          </ac:spMkLst>
        </pc:spChg>
        <pc:spChg chg="add del mod">
          <ac:chgData name="Jason Abi Chebli" userId="a0f9f5f5563fb1d0" providerId="LiveId" clId="{AAB82D15-A16D-4ECA-AA7D-9F0FF4766497}" dt="2023-05-22T14:22:09.739" v="21540" actId="478"/>
          <ac:spMkLst>
            <pc:docMk/>
            <pc:sldMk cId="1464227764" sldId="1164"/>
            <ac:spMk id="50" creationId="{8733F784-159C-B0A3-ADAA-8DD2F36DA1D4}"/>
          </ac:spMkLst>
        </pc:spChg>
        <pc:spChg chg="add mod">
          <ac:chgData name="Jason Abi Chebli" userId="a0f9f5f5563fb1d0" providerId="LiveId" clId="{AAB82D15-A16D-4ECA-AA7D-9F0FF4766497}" dt="2023-05-22T15:13:27.036" v="22606" actId="1076"/>
          <ac:spMkLst>
            <pc:docMk/>
            <pc:sldMk cId="1464227764" sldId="1164"/>
            <ac:spMk id="52" creationId="{79C21CE3-7886-67D9-D9EF-A0239E388DEF}"/>
          </ac:spMkLst>
        </pc:spChg>
        <pc:spChg chg="add mod">
          <ac:chgData name="Jason Abi Chebli" userId="a0f9f5f5563fb1d0" providerId="LiveId" clId="{AAB82D15-A16D-4ECA-AA7D-9F0FF4766497}" dt="2023-05-22T15:13:27.036" v="22606" actId="1076"/>
          <ac:spMkLst>
            <pc:docMk/>
            <pc:sldMk cId="1464227764" sldId="1164"/>
            <ac:spMk id="53" creationId="{5EACC0C3-47D0-1262-A4A9-15BD45FB7AE5}"/>
          </ac:spMkLst>
        </pc:spChg>
        <pc:spChg chg="add mod">
          <ac:chgData name="Jason Abi Chebli" userId="a0f9f5f5563fb1d0" providerId="LiveId" clId="{AAB82D15-A16D-4ECA-AA7D-9F0FF4766497}" dt="2023-05-22T15:13:27.036" v="22606" actId="1076"/>
          <ac:spMkLst>
            <pc:docMk/>
            <pc:sldMk cId="1464227764" sldId="1164"/>
            <ac:spMk id="54" creationId="{F31193CF-375B-2FE6-3C63-25F9A3152606}"/>
          </ac:spMkLst>
        </pc:spChg>
        <pc:spChg chg="add del mod">
          <ac:chgData name="Jason Abi Chebli" userId="a0f9f5f5563fb1d0" providerId="LiveId" clId="{AAB82D15-A16D-4ECA-AA7D-9F0FF4766497}" dt="2023-05-22T14:25:04.540" v="21577"/>
          <ac:spMkLst>
            <pc:docMk/>
            <pc:sldMk cId="1464227764" sldId="1164"/>
            <ac:spMk id="55" creationId="{88DEFBE1-CDA5-20F8-0036-E2EDAC1936DB}"/>
          </ac:spMkLst>
        </pc:spChg>
        <pc:spChg chg="add mod">
          <ac:chgData name="Jason Abi Chebli" userId="a0f9f5f5563fb1d0" providerId="LiveId" clId="{AAB82D15-A16D-4ECA-AA7D-9F0FF4766497}" dt="2023-05-22T15:13:27.036" v="22606" actId="1076"/>
          <ac:spMkLst>
            <pc:docMk/>
            <pc:sldMk cId="1464227764" sldId="1164"/>
            <ac:spMk id="56" creationId="{5FC799FF-24ED-179A-86FB-DE58D2E307CE}"/>
          </ac:spMkLst>
        </pc:spChg>
        <pc:spChg chg="add mod">
          <ac:chgData name="Jason Abi Chebli" userId="a0f9f5f5563fb1d0" providerId="LiveId" clId="{AAB82D15-A16D-4ECA-AA7D-9F0FF4766497}" dt="2023-05-22T15:13:27.036" v="22606" actId="1076"/>
          <ac:spMkLst>
            <pc:docMk/>
            <pc:sldMk cId="1464227764" sldId="1164"/>
            <ac:spMk id="57" creationId="{57371B38-76CC-53E3-2281-E0276409914E}"/>
          </ac:spMkLst>
        </pc:spChg>
        <pc:spChg chg="add mod">
          <ac:chgData name="Jason Abi Chebli" userId="a0f9f5f5563fb1d0" providerId="LiveId" clId="{AAB82D15-A16D-4ECA-AA7D-9F0FF4766497}" dt="2023-05-22T15:13:27.036" v="22606" actId="1076"/>
          <ac:spMkLst>
            <pc:docMk/>
            <pc:sldMk cId="1464227764" sldId="1164"/>
            <ac:spMk id="58" creationId="{A93029F5-89B0-1E01-0D94-6B9D67E8BBBB}"/>
          </ac:spMkLst>
        </pc:spChg>
        <pc:spChg chg="add mod">
          <ac:chgData name="Jason Abi Chebli" userId="a0f9f5f5563fb1d0" providerId="LiveId" clId="{AAB82D15-A16D-4ECA-AA7D-9F0FF4766497}" dt="2023-05-22T15:13:27.036" v="22606" actId="1076"/>
          <ac:spMkLst>
            <pc:docMk/>
            <pc:sldMk cId="1464227764" sldId="1164"/>
            <ac:spMk id="59" creationId="{EBA1DA70-449A-8CD8-F616-8BABA1A2E665}"/>
          </ac:spMkLst>
        </pc:spChg>
        <pc:spChg chg="add del mod">
          <ac:chgData name="Jason Abi Chebli" userId="a0f9f5f5563fb1d0" providerId="LiveId" clId="{AAB82D15-A16D-4ECA-AA7D-9F0FF4766497}" dt="2023-05-22T14:34:42.032" v="21680" actId="478"/>
          <ac:spMkLst>
            <pc:docMk/>
            <pc:sldMk cId="1464227764" sldId="1164"/>
            <ac:spMk id="60" creationId="{F9132E98-DFD2-2599-970A-9EAF6F4F60D7}"/>
          </ac:spMkLst>
        </pc:spChg>
        <pc:spChg chg="add mod">
          <ac:chgData name="Jason Abi Chebli" userId="a0f9f5f5563fb1d0" providerId="LiveId" clId="{AAB82D15-A16D-4ECA-AA7D-9F0FF4766497}" dt="2023-05-22T15:13:27.036" v="22606" actId="1076"/>
          <ac:spMkLst>
            <pc:docMk/>
            <pc:sldMk cId="1464227764" sldId="1164"/>
            <ac:spMk id="61" creationId="{6F5ADBD5-016E-997D-748C-178CDC300FB0}"/>
          </ac:spMkLst>
        </pc:spChg>
        <pc:graphicFrameChg chg="add mod modGraphic">
          <ac:chgData name="Jason Abi Chebli" userId="a0f9f5f5563fb1d0" providerId="LiveId" clId="{AAB82D15-A16D-4ECA-AA7D-9F0FF4766497}" dt="2023-05-22T15:13:27.036" v="22606" actId="1076"/>
          <ac:graphicFrameMkLst>
            <pc:docMk/>
            <pc:sldMk cId="1464227764" sldId="1164"/>
            <ac:graphicFrameMk id="25" creationId="{CE10C1A1-F064-FED4-5F36-49EA080A6ACD}"/>
          </ac:graphicFrameMkLst>
        </pc:graphicFrameChg>
        <pc:graphicFrameChg chg="add del mod">
          <ac:chgData name="Jason Abi Chebli" userId="a0f9f5f5563fb1d0" providerId="LiveId" clId="{AAB82D15-A16D-4ECA-AA7D-9F0FF4766497}" dt="2023-05-22T14:00:41.879" v="21149" actId="478"/>
          <ac:graphicFrameMkLst>
            <pc:docMk/>
            <pc:sldMk cId="1464227764" sldId="1164"/>
            <ac:graphicFrameMk id="26" creationId="{B0384960-ECE2-B740-5776-FC83C79E85C9}"/>
          </ac:graphicFrameMkLst>
        </pc:graphicFrameChg>
        <pc:graphicFrameChg chg="add del mod">
          <ac:chgData name="Jason Abi Chebli" userId="a0f9f5f5563fb1d0" providerId="LiveId" clId="{AAB82D15-A16D-4ECA-AA7D-9F0FF4766497}" dt="2023-05-22T14:21:07.289" v="21530" actId="478"/>
          <ac:graphicFrameMkLst>
            <pc:docMk/>
            <pc:sldMk cId="1464227764" sldId="1164"/>
            <ac:graphicFrameMk id="51" creationId="{8C1BF435-E74D-5AF8-1EC2-EC58A62156F0}"/>
          </ac:graphicFrameMkLst>
        </pc:graphicFrameChg>
        <pc:cxnChg chg="add mod">
          <ac:chgData name="Jason Abi Chebli" userId="a0f9f5f5563fb1d0" providerId="LiveId" clId="{AAB82D15-A16D-4ECA-AA7D-9F0FF4766497}" dt="2023-05-22T14:05:48.075" v="21221" actId="1076"/>
          <ac:cxnSpMkLst>
            <pc:docMk/>
            <pc:sldMk cId="1464227764" sldId="1164"/>
            <ac:cxnSpMk id="28" creationId="{9490A8D4-C54A-6D5B-9D4A-984BC7EE2FFD}"/>
          </ac:cxnSpMkLst>
        </pc:cxnChg>
        <pc:cxnChg chg="add mod">
          <ac:chgData name="Jason Abi Chebli" userId="a0f9f5f5563fb1d0" providerId="LiveId" clId="{AAB82D15-A16D-4ECA-AA7D-9F0FF4766497}" dt="2023-05-22T15:13:27.036" v="22606" actId="1076"/>
          <ac:cxnSpMkLst>
            <pc:docMk/>
            <pc:sldMk cId="1464227764" sldId="1164"/>
            <ac:cxnSpMk id="29" creationId="{F44E99E0-8C0A-1057-AAF1-1FBE57A81C21}"/>
          </ac:cxnSpMkLst>
        </pc:cxnChg>
        <pc:cxnChg chg="add mod">
          <ac:chgData name="Jason Abi Chebli" userId="a0f9f5f5563fb1d0" providerId="LiveId" clId="{AAB82D15-A16D-4ECA-AA7D-9F0FF4766497}" dt="2023-05-22T15:13:27.036" v="22606" actId="1076"/>
          <ac:cxnSpMkLst>
            <pc:docMk/>
            <pc:sldMk cId="1464227764" sldId="1164"/>
            <ac:cxnSpMk id="44" creationId="{049A8BB2-CFE4-A0E0-25C0-1102D21588E9}"/>
          </ac:cxnSpMkLst>
        </pc:cxnChg>
      </pc:sldChg>
      <pc:sldChg chg="addSp delSp modSp add del mod">
        <pc:chgData name="Jason Abi Chebli" userId="a0f9f5f5563fb1d0" providerId="LiveId" clId="{AAB82D15-A16D-4ECA-AA7D-9F0FF4766497}" dt="2023-05-21T10:59:28.037" v="3214" actId="47"/>
        <pc:sldMkLst>
          <pc:docMk/>
          <pc:sldMk cId="3632874497" sldId="1165"/>
        </pc:sldMkLst>
        <pc:spChg chg="mod">
          <ac:chgData name="Jason Abi Chebli" userId="a0f9f5f5563fb1d0" providerId="LiveId" clId="{AAB82D15-A16D-4ECA-AA7D-9F0FF4766497}" dt="2023-05-21T10:56:27.278" v="3087" actId="20577"/>
          <ac:spMkLst>
            <pc:docMk/>
            <pc:sldMk cId="3632874497" sldId="1165"/>
            <ac:spMk id="6" creationId="{C844C965-3AFB-466F-F744-87B44F78D1C3}"/>
          </ac:spMkLst>
        </pc:spChg>
        <pc:spChg chg="mod">
          <ac:chgData name="Jason Abi Chebli" userId="a0f9f5f5563fb1d0" providerId="LiveId" clId="{AAB82D15-A16D-4ECA-AA7D-9F0FF4766497}" dt="2023-05-21T10:57:42.981" v="3193" actId="5793"/>
          <ac:spMkLst>
            <pc:docMk/>
            <pc:sldMk cId="3632874497" sldId="1165"/>
            <ac:spMk id="7" creationId="{F26EF504-FCA6-E261-DA22-2D2FEC8C3AEE}"/>
          </ac:spMkLst>
        </pc:spChg>
        <pc:spChg chg="del">
          <ac:chgData name="Jason Abi Chebli" userId="a0f9f5f5563fb1d0" providerId="LiveId" clId="{AAB82D15-A16D-4ECA-AA7D-9F0FF4766497}" dt="2023-05-21T10:57:47.174" v="3194" actId="478"/>
          <ac:spMkLst>
            <pc:docMk/>
            <pc:sldMk cId="3632874497" sldId="1165"/>
            <ac:spMk id="8" creationId="{BD2F41D7-C581-860F-8559-B8B42F48F8FD}"/>
          </ac:spMkLst>
        </pc:spChg>
        <pc:spChg chg="del">
          <ac:chgData name="Jason Abi Chebli" userId="a0f9f5f5563fb1d0" providerId="LiveId" clId="{AAB82D15-A16D-4ECA-AA7D-9F0FF4766497}" dt="2023-05-21T10:58:03.285" v="3195" actId="478"/>
          <ac:spMkLst>
            <pc:docMk/>
            <pc:sldMk cId="3632874497" sldId="1165"/>
            <ac:spMk id="9" creationId="{ED5C332D-7766-C7CF-51D3-79FFF9B958A7}"/>
          </ac:spMkLst>
        </pc:spChg>
        <pc:spChg chg="add mod">
          <ac:chgData name="Jason Abi Chebli" userId="a0f9f5f5563fb1d0" providerId="LiveId" clId="{AAB82D15-A16D-4ECA-AA7D-9F0FF4766497}" dt="2023-05-21T10:58:37.946" v="3201" actId="1076"/>
          <ac:spMkLst>
            <pc:docMk/>
            <pc:sldMk cId="3632874497" sldId="1165"/>
            <ac:spMk id="10" creationId="{A80B3E4F-1D39-27A5-08C8-3B1AE8D2E22D}"/>
          </ac:spMkLst>
        </pc:spChg>
        <pc:picChg chg="add mod">
          <ac:chgData name="Jason Abi Chebli" userId="a0f9f5f5563fb1d0" providerId="LiveId" clId="{AAB82D15-A16D-4ECA-AA7D-9F0FF4766497}" dt="2023-05-21T10:58:16.950" v="3199"/>
          <ac:picMkLst>
            <pc:docMk/>
            <pc:sldMk cId="3632874497" sldId="1165"/>
            <ac:picMk id="3" creationId="{8393FF99-B09C-74AC-C91B-4FA012C1F4E0}"/>
          </ac:picMkLst>
        </pc:picChg>
        <pc:picChg chg="del mod">
          <ac:chgData name="Jason Abi Chebli" userId="a0f9f5f5563fb1d0" providerId="LiveId" clId="{AAB82D15-A16D-4ECA-AA7D-9F0FF4766497}" dt="2023-05-21T10:58:16.567" v="3198" actId="478"/>
          <ac:picMkLst>
            <pc:docMk/>
            <pc:sldMk cId="3632874497" sldId="1165"/>
            <ac:picMk id="4" creationId="{AB48D6BF-8771-EDF3-8D95-4442B5358DA7}"/>
          </ac:picMkLst>
        </pc:picChg>
      </pc:sldChg>
      <pc:sldChg chg="new del">
        <pc:chgData name="Jason Abi Chebli" userId="a0f9f5f5563fb1d0" providerId="LiveId" clId="{AAB82D15-A16D-4ECA-AA7D-9F0FF4766497}" dt="2023-05-21T10:58:48.388" v="3204" actId="47"/>
        <pc:sldMkLst>
          <pc:docMk/>
          <pc:sldMk cId="2630246420" sldId="1166"/>
        </pc:sldMkLst>
      </pc:sldChg>
      <pc:sldChg chg="addSp delSp modSp add mod">
        <pc:chgData name="Jason Abi Chebli" userId="a0f9f5f5563fb1d0" providerId="LiveId" clId="{AAB82D15-A16D-4ECA-AA7D-9F0FF4766497}" dt="2023-05-21T11:01:22.749" v="3259" actId="20577"/>
        <pc:sldMkLst>
          <pc:docMk/>
          <pc:sldMk cId="480855285" sldId="1167"/>
        </pc:sldMkLst>
        <pc:spChg chg="add del mod">
          <ac:chgData name="Jason Abi Chebli" userId="a0f9f5f5563fb1d0" providerId="LiveId" clId="{AAB82D15-A16D-4ECA-AA7D-9F0FF4766497}" dt="2023-05-21T10:59:03.388" v="3209" actId="478"/>
          <ac:spMkLst>
            <pc:docMk/>
            <pc:sldMk cId="480855285" sldId="1167"/>
            <ac:spMk id="3" creationId="{172F5793-17FC-AE1A-283D-F1F07BE19867}"/>
          </ac:spMkLst>
        </pc:spChg>
        <pc:spChg chg="add mod">
          <ac:chgData name="Jason Abi Chebli" userId="a0f9f5f5563fb1d0" providerId="LiveId" clId="{AAB82D15-A16D-4ECA-AA7D-9F0FF4766497}" dt="2023-05-21T10:59:02.016" v="3208"/>
          <ac:spMkLst>
            <pc:docMk/>
            <pc:sldMk cId="480855285" sldId="1167"/>
            <ac:spMk id="4" creationId="{CA9D6D37-7F2D-41B5-5EB5-37BB1EFF9E0E}"/>
          </ac:spMkLst>
        </pc:spChg>
        <pc:spChg chg="del">
          <ac:chgData name="Jason Abi Chebli" userId="a0f9f5f5563fb1d0" providerId="LiveId" clId="{AAB82D15-A16D-4ECA-AA7D-9F0FF4766497}" dt="2023-05-21T10:58:57.146" v="3207" actId="478"/>
          <ac:spMkLst>
            <pc:docMk/>
            <pc:sldMk cId="480855285" sldId="1167"/>
            <ac:spMk id="5" creationId="{AC84F134-41B0-E093-900D-9EC4900E34B5}"/>
          </ac:spMkLst>
        </pc:spChg>
        <pc:spChg chg="del">
          <ac:chgData name="Jason Abi Chebli" userId="a0f9f5f5563fb1d0" providerId="LiveId" clId="{AAB82D15-A16D-4ECA-AA7D-9F0FF4766497}" dt="2023-05-21T10:58:54.201" v="3205" actId="478"/>
          <ac:spMkLst>
            <pc:docMk/>
            <pc:sldMk cId="480855285" sldId="1167"/>
            <ac:spMk id="7" creationId="{42F0B3DC-26D7-C8D7-2095-150058C60ECD}"/>
          </ac:spMkLst>
        </pc:spChg>
        <pc:spChg chg="add mod">
          <ac:chgData name="Jason Abi Chebli" userId="a0f9f5f5563fb1d0" providerId="LiveId" clId="{AAB82D15-A16D-4ECA-AA7D-9F0FF4766497}" dt="2023-05-21T11:01:22.749" v="3259" actId="20577"/>
          <ac:spMkLst>
            <pc:docMk/>
            <pc:sldMk cId="480855285" sldId="1167"/>
            <ac:spMk id="8" creationId="{F2E6300A-0636-1F23-4CE9-A2E2C8C61C00}"/>
          </ac:spMkLst>
        </pc:spChg>
        <pc:spChg chg="del">
          <ac:chgData name="Jason Abi Chebli" userId="a0f9f5f5563fb1d0" providerId="LiveId" clId="{AAB82D15-A16D-4ECA-AA7D-9F0FF4766497}" dt="2023-05-21T10:59:22.141" v="3213" actId="478"/>
          <ac:spMkLst>
            <pc:docMk/>
            <pc:sldMk cId="480855285" sldId="1167"/>
            <ac:spMk id="10" creationId="{1F93AE4B-1AD3-DF49-A82D-15D970233F59}"/>
          </ac:spMkLst>
        </pc:spChg>
        <pc:picChg chg="add mod">
          <ac:chgData name="Jason Abi Chebli" userId="a0f9f5f5563fb1d0" providerId="LiveId" clId="{AAB82D15-A16D-4ECA-AA7D-9F0FF4766497}" dt="2023-05-21T10:59:15.277" v="3212" actId="1076"/>
          <ac:picMkLst>
            <pc:docMk/>
            <pc:sldMk cId="480855285" sldId="1167"/>
            <ac:picMk id="13" creationId="{F4238492-B66F-9E89-9D2B-84B45D5B950D}"/>
          </ac:picMkLst>
        </pc:picChg>
        <pc:cxnChg chg="del">
          <ac:chgData name="Jason Abi Chebli" userId="a0f9f5f5563fb1d0" providerId="LiveId" clId="{AAB82D15-A16D-4ECA-AA7D-9F0FF4766497}" dt="2023-05-21T10:58:55.133" v="3206" actId="478"/>
          <ac:cxnSpMkLst>
            <pc:docMk/>
            <pc:sldMk cId="480855285" sldId="1167"/>
            <ac:cxnSpMk id="6" creationId="{C5B8DB1B-6396-42E4-9133-229F939AFFFA}"/>
          </ac:cxnSpMkLst>
        </pc:cxnChg>
      </pc:sldChg>
      <pc:sldChg chg="addSp modSp add mod addCm">
        <pc:chgData name="Jason Abi Chebli" userId="a0f9f5f5563fb1d0" providerId="LiveId" clId="{AAB82D15-A16D-4ECA-AA7D-9F0FF4766497}" dt="2023-05-22T15:16:03.561" v="22610" actId="20577"/>
        <pc:sldMkLst>
          <pc:docMk/>
          <pc:sldMk cId="934712502" sldId="1168"/>
        </pc:sldMkLst>
        <pc:spChg chg="mod">
          <ac:chgData name="Jason Abi Chebli" userId="a0f9f5f5563fb1d0" providerId="LiveId" clId="{AAB82D15-A16D-4ECA-AA7D-9F0FF4766497}" dt="2023-05-22T13:42:01.017" v="20962" actId="207"/>
          <ac:spMkLst>
            <pc:docMk/>
            <pc:sldMk cId="934712502" sldId="1168"/>
            <ac:spMk id="2" creationId="{7422BFD6-9A0E-232C-E9E1-E80106E734FE}"/>
          </ac:spMkLst>
        </pc:spChg>
        <pc:spChg chg="add mod">
          <ac:chgData name="Jason Abi Chebli" userId="a0f9f5f5563fb1d0" providerId="LiveId" clId="{AAB82D15-A16D-4ECA-AA7D-9F0FF4766497}" dt="2023-05-22T11:42:02.541" v="17432" actId="14100"/>
          <ac:spMkLst>
            <pc:docMk/>
            <pc:sldMk cId="934712502" sldId="1168"/>
            <ac:spMk id="3" creationId="{986E3720-DEAA-701D-C389-5D2EFE889F83}"/>
          </ac:spMkLst>
        </pc:spChg>
        <pc:spChg chg="mod">
          <ac:chgData name="Jason Abi Chebli" userId="a0f9f5f5563fb1d0" providerId="LiveId" clId="{AAB82D15-A16D-4ECA-AA7D-9F0FF4766497}" dt="2023-05-22T11:41:55.747" v="17430" actId="14100"/>
          <ac:spMkLst>
            <pc:docMk/>
            <pc:sldMk cId="934712502" sldId="1168"/>
            <ac:spMk id="5" creationId="{971A9813-3227-E616-A613-9C2EF55645AC}"/>
          </ac:spMkLst>
        </pc:spChg>
        <pc:spChg chg="mod">
          <ac:chgData name="Jason Abi Chebli" userId="a0f9f5f5563fb1d0" providerId="LiveId" clId="{AAB82D15-A16D-4ECA-AA7D-9F0FF4766497}" dt="2023-05-21T11:04:14.482" v="3272" actId="20577"/>
          <ac:spMkLst>
            <pc:docMk/>
            <pc:sldMk cId="934712502" sldId="1168"/>
            <ac:spMk id="5" creationId="{AC84F134-41B0-E093-900D-9EC4900E34B5}"/>
          </ac:spMkLst>
        </pc:spChg>
        <pc:spChg chg="mod">
          <ac:chgData name="Jason Abi Chebli" userId="a0f9f5f5563fb1d0" providerId="LiveId" clId="{AAB82D15-A16D-4ECA-AA7D-9F0FF4766497}" dt="2023-05-22T12:10:09.360" v="18732" actId="20577"/>
          <ac:spMkLst>
            <pc:docMk/>
            <pc:sldMk cId="934712502" sldId="1168"/>
            <ac:spMk id="10" creationId="{1F93AE4B-1AD3-DF49-A82D-15D970233F59}"/>
          </ac:spMkLst>
        </pc:spChg>
        <pc:spChg chg="mod">
          <ac:chgData name="Jason Abi Chebli" userId="a0f9f5f5563fb1d0" providerId="LiveId" clId="{AAB82D15-A16D-4ECA-AA7D-9F0FF4766497}" dt="2023-05-22T11:36:24.809" v="17384" actId="790"/>
          <ac:spMkLst>
            <pc:docMk/>
            <pc:sldMk cId="934712502" sldId="1168"/>
            <ac:spMk id="25" creationId="{DE903FE0-7BB5-7B03-9180-B6E48574D1D8}"/>
          </ac:spMkLst>
        </pc:spChg>
        <pc:spChg chg="mod">
          <ac:chgData name="Jason Abi Chebli" userId="a0f9f5f5563fb1d0" providerId="LiveId" clId="{AAB82D15-A16D-4ECA-AA7D-9F0FF4766497}" dt="2023-05-22T11:14:26.259" v="15990" actId="20577"/>
          <ac:spMkLst>
            <pc:docMk/>
            <pc:sldMk cId="934712502" sldId="1168"/>
            <ac:spMk id="26" creationId="{66DE277B-F658-C092-8AAC-D7D32B5DBB5E}"/>
          </ac:spMkLst>
        </pc:spChg>
        <pc:spChg chg="mod">
          <ac:chgData name="Jason Abi Chebli" userId="a0f9f5f5563fb1d0" providerId="LiveId" clId="{AAB82D15-A16D-4ECA-AA7D-9F0FF4766497}" dt="2023-05-22T11:29:08.726" v="17188" actId="313"/>
          <ac:spMkLst>
            <pc:docMk/>
            <pc:sldMk cId="934712502" sldId="1168"/>
            <ac:spMk id="27" creationId="{C8420534-AAF3-E43D-671C-D7D79894D03D}"/>
          </ac:spMkLst>
        </pc:spChg>
        <pc:spChg chg="mod">
          <ac:chgData name="Jason Abi Chebli" userId="a0f9f5f5563fb1d0" providerId="LiveId" clId="{AAB82D15-A16D-4ECA-AA7D-9F0FF4766497}" dt="2023-05-22T12:15:58.370" v="18886" actId="20577"/>
          <ac:spMkLst>
            <pc:docMk/>
            <pc:sldMk cId="934712502" sldId="1168"/>
            <ac:spMk id="29" creationId="{6C948A71-BCB5-B712-725B-9EDE37386F26}"/>
          </ac:spMkLst>
        </pc:spChg>
        <pc:spChg chg="mod">
          <ac:chgData name="Jason Abi Chebli" userId="a0f9f5f5563fb1d0" providerId="LiveId" clId="{AAB82D15-A16D-4ECA-AA7D-9F0FF4766497}" dt="2023-05-22T15:16:03.561" v="22610" actId="20577"/>
          <ac:spMkLst>
            <pc:docMk/>
            <pc:sldMk cId="934712502" sldId="1168"/>
            <ac:spMk id="31" creationId="{9D562B0F-4921-44AE-7734-D463C469B390}"/>
          </ac:spMkLst>
        </pc:spChg>
        <pc:spChg chg="mod">
          <ac:chgData name="Jason Abi Chebli" userId="a0f9f5f5563fb1d0" providerId="LiveId" clId="{AAB82D15-A16D-4ECA-AA7D-9F0FF4766497}" dt="2023-05-22T12:14:30.239" v="18810" actId="20577"/>
          <ac:spMkLst>
            <pc:docMk/>
            <pc:sldMk cId="934712502" sldId="1168"/>
            <ac:spMk id="32" creationId="{26667D1F-2E74-8049-8316-7A6B77970C4E}"/>
          </ac:spMkLst>
        </pc:spChg>
        <pc:spChg chg="mod">
          <ac:chgData name="Jason Abi Chebli" userId="a0f9f5f5563fb1d0" providerId="LiveId" clId="{AAB82D15-A16D-4ECA-AA7D-9F0FF4766497}" dt="2023-05-22T12:14:49.883" v="18855" actId="313"/>
          <ac:spMkLst>
            <pc:docMk/>
            <pc:sldMk cId="934712502" sldId="1168"/>
            <ac:spMk id="35" creationId="{C92EBAC9-310D-4686-0428-4A35DA9FD924}"/>
          </ac:spMkLst>
        </pc:spChg>
        <pc:spChg chg="add mod">
          <ac:chgData name="Jason Abi Chebli" userId="a0f9f5f5563fb1d0" providerId="LiveId" clId="{AAB82D15-A16D-4ECA-AA7D-9F0FF4766497}" dt="2023-05-22T11:41:59.585" v="17431" actId="14100"/>
          <ac:spMkLst>
            <pc:docMk/>
            <pc:sldMk cId="934712502" sldId="1168"/>
            <ac:spMk id="36" creationId="{49965E83-D8F3-1A41-45BC-D251B6A6A398}"/>
          </ac:spMkLst>
        </pc:spChg>
        <pc:spChg chg="add mod">
          <ac:chgData name="Jason Abi Chebli" userId="a0f9f5f5563fb1d0" providerId="LiveId" clId="{AAB82D15-A16D-4ECA-AA7D-9F0FF4766497}" dt="2023-05-22T12:05:31.511" v="18285" actId="21"/>
          <ac:spMkLst>
            <pc:docMk/>
            <pc:sldMk cId="934712502" sldId="1168"/>
            <ac:spMk id="37" creationId="{58064B91-401E-F3D1-F4EB-E8C19CCD12C6}"/>
          </ac:spMkLst>
        </pc:spChg>
        <pc:spChg chg="add mod">
          <ac:chgData name="Jason Abi Chebli" userId="a0f9f5f5563fb1d0" providerId="LiveId" clId="{AAB82D15-A16D-4ECA-AA7D-9F0FF4766497}" dt="2023-05-22T11:48:15.673" v="17782" actId="20577"/>
          <ac:spMkLst>
            <pc:docMk/>
            <pc:sldMk cId="934712502" sldId="1168"/>
            <ac:spMk id="38" creationId="{8665B112-98C0-B60D-0D94-392AACBA3DFB}"/>
          </ac:spMkLst>
        </pc:spChg>
        <pc:spChg chg="add mod">
          <ac:chgData name="Jason Abi Chebli" userId="a0f9f5f5563fb1d0" providerId="LiveId" clId="{AAB82D15-A16D-4ECA-AA7D-9F0FF4766497}" dt="2023-05-22T12:09:32.144" v="18704" actId="20577"/>
          <ac:spMkLst>
            <pc:docMk/>
            <pc:sldMk cId="934712502" sldId="1168"/>
            <ac:spMk id="39" creationId="{4EE2ACC8-1270-D692-168E-FE76140E0E42}"/>
          </ac:spMkLst>
        </pc:spChg>
        <pc:spChg chg="add mod">
          <ac:chgData name="Jason Abi Chebli" userId="a0f9f5f5563fb1d0" providerId="LiveId" clId="{AAB82D15-A16D-4ECA-AA7D-9F0FF4766497}" dt="2023-05-22T12:05:42.195" v="18303" actId="21"/>
          <ac:spMkLst>
            <pc:docMk/>
            <pc:sldMk cId="934712502" sldId="1168"/>
            <ac:spMk id="40" creationId="{3E250F49-D764-FDA8-7A0D-EDC74E24B7DE}"/>
          </ac:spMkLst>
        </pc:spChg>
        <pc:spChg chg="add mod">
          <ac:chgData name="Jason Abi Chebli" userId="a0f9f5f5563fb1d0" providerId="LiveId" clId="{AAB82D15-A16D-4ECA-AA7D-9F0FF4766497}" dt="2023-05-22T11:48:25.566" v="17783" actId="20577"/>
          <ac:spMkLst>
            <pc:docMk/>
            <pc:sldMk cId="934712502" sldId="1168"/>
            <ac:spMk id="41" creationId="{52CEBBBD-C95B-07FF-7A9B-9319BA3F2799}"/>
          </ac:spMkLst>
        </pc:spChg>
        <pc:spChg chg="add mod">
          <ac:chgData name="Jason Abi Chebli" userId="a0f9f5f5563fb1d0" providerId="LiveId" clId="{AAB82D15-A16D-4ECA-AA7D-9F0FF4766497}" dt="2023-05-22T12:06:44.115" v="18338" actId="20577"/>
          <ac:spMkLst>
            <pc:docMk/>
            <pc:sldMk cId="934712502" sldId="1168"/>
            <ac:spMk id="42" creationId="{02A24865-8298-F4C4-D307-6153C233BE67}"/>
          </ac:spMkLst>
        </pc:spChg>
        <pc:spChg chg="add mod">
          <ac:chgData name="Jason Abi Chebli" userId="a0f9f5f5563fb1d0" providerId="LiveId" clId="{AAB82D15-A16D-4ECA-AA7D-9F0FF4766497}" dt="2023-05-22T12:17:15.377" v="19031" actId="20577"/>
          <ac:spMkLst>
            <pc:docMk/>
            <pc:sldMk cId="934712502" sldId="1168"/>
            <ac:spMk id="43" creationId="{E28D399E-08A4-DB5C-2CC7-04D638CA7902}"/>
          </ac:spMkLst>
        </pc:spChg>
        <pc:extLst>
          <p:ext xmlns:p="http://schemas.openxmlformats.org/presentationml/2006/main" uri="{D6D511B9-2390-475A-947B-AFAB55BFBCF1}">
            <pc226:cmChg xmlns:pc226="http://schemas.microsoft.com/office/powerpoint/2022/06/main/command" chg="add">
              <pc226:chgData name="Jason Abi Chebli" userId="a0f9f5f5563fb1d0" providerId="LiveId" clId="{AAB82D15-A16D-4ECA-AA7D-9F0FF4766497}" dt="2023-05-22T12:14:59.009" v="18856"/>
              <pc2:cmMkLst xmlns:pc2="http://schemas.microsoft.com/office/powerpoint/2019/9/main/command">
                <pc:docMk/>
                <pc:sldMk cId="934712502" sldId="1168"/>
                <pc2:cmMk id="{BB9E2331-F258-4229-989B-9EE85AFE34A0}"/>
              </pc2:cmMkLst>
            </pc226:cmChg>
            <pc226:cmChg xmlns:pc226="http://schemas.microsoft.com/office/powerpoint/2022/06/main/command" chg="add">
              <pc226:chgData name="Jason Abi Chebli" userId="a0f9f5f5563fb1d0" providerId="LiveId" clId="{AAB82D15-A16D-4ECA-AA7D-9F0FF4766497}" dt="2023-05-22T12:17:33.745" v="19032"/>
              <pc2:cmMkLst xmlns:pc2="http://schemas.microsoft.com/office/powerpoint/2019/9/main/command">
                <pc:docMk/>
                <pc:sldMk cId="934712502" sldId="1168"/>
                <pc2:cmMk id="{B9CA4394-EDAE-4A7B-9C28-ABD4768330F9}"/>
              </pc2:cmMkLst>
            </pc226:cmChg>
          </p:ext>
        </pc:extLst>
      </pc:sldChg>
      <pc:sldChg chg="new del">
        <pc:chgData name="Jason Abi Chebli" userId="a0f9f5f5563fb1d0" providerId="LiveId" clId="{AAB82D15-A16D-4ECA-AA7D-9F0FF4766497}" dt="2023-05-21T11:29:55.544" v="3275" actId="47"/>
        <pc:sldMkLst>
          <pc:docMk/>
          <pc:sldMk cId="1365391520" sldId="1169"/>
        </pc:sldMkLst>
      </pc:sldChg>
      <pc:sldChg chg="addSp delSp modSp add mod addCm delCm">
        <pc:chgData name="Jason Abi Chebli" userId="a0f9f5f5563fb1d0" providerId="LiveId" clId="{AAB82D15-A16D-4ECA-AA7D-9F0FF4766497}" dt="2023-05-22T14:31:04.508" v="21629" actId="207"/>
        <pc:sldMkLst>
          <pc:docMk/>
          <pc:sldMk cId="3973152249" sldId="1170"/>
        </pc:sldMkLst>
        <pc:spChg chg="mod">
          <ac:chgData name="Jason Abi Chebli" userId="a0f9f5f5563fb1d0" providerId="LiveId" clId="{AAB82D15-A16D-4ECA-AA7D-9F0FF4766497}" dt="2023-05-21T11:30:04.815" v="3298" actId="20577"/>
          <ac:spMkLst>
            <pc:docMk/>
            <pc:sldMk cId="3973152249" sldId="1170"/>
            <ac:spMk id="5" creationId="{AC84F134-41B0-E093-900D-9EC4900E34B5}"/>
          </ac:spMkLst>
        </pc:spChg>
        <pc:spChg chg="mod">
          <ac:chgData name="Jason Abi Chebli" userId="a0f9f5f5563fb1d0" providerId="LiveId" clId="{AAB82D15-A16D-4ECA-AA7D-9F0FF4766497}" dt="2023-05-21T14:21:30.719" v="7010" actId="313"/>
          <ac:spMkLst>
            <pc:docMk/>
            <pc:sldMk cId="3973152249" sldId="1170"/>
            <ac:spMk id="7" creationId="{42F0B3DC-26D7-C8D7-2095-150058C60ECD}"/>
          </ac:spMkLst>
        </pc:spChg>
        <pc:spChg chg="del">
          <ac:chgData name="Jason Abi Chebli" userId="a0f9f5f5563fb1d0" providerId="LiveId" clId="{AAB82D15-A16D-4ECA-AA7D-9F0FF4766497}" dt="2023-05-21T13:50:02.957" v="6394" actId="478"/>
          <ac:spMkLst>
            <pc:docMk/>
            <pc:sldMk cId="3973152249" sldId="1170"/>
            <ac:spMk id="10" creationId="{1F93AE4B-1AD3-DF49-A82D-15D970233F59}"/>
          </ac:spMkLst>
        </pc:spChg>
        <pc:spChg chg="mod">
          <ac:chgData name="Jason Abi Chebli" userId="a0f9f5f5563fb1d0" providerId="LiveId" clId="{AAB82D15-A16D-4ECA-AA7D-9F0FF4766497}" dt="2023-05-22T13:38:55.954" v="20939" actId="1035"/>
          <ac:spMkLst>
            <pc:docMk/>
            <pc:sldMk cId="3973152249" sldId="1170"/>
            <ac:spMk id="17" creationId="{B2C54276-F9FB-108A-DF8E-BFFAA41844FA}"/>
          </ac:spMkLst>
        </pc:spChg>
        <pc:spChg chg="add mod">
          <ac:chgData name="Jason Abi Chebli" userId="a0f9f5f5563fb1d0" providerId="LiveId" clId="{AAB82D15-A16D-4ECA-AA7D-9F0FF4766497}" dt="2023-05-22T13:38:48.789" v="20937" actId="1076"/>
          <ac:spMkLst>
            <pc:docMk/>
            <pc:sldMk cId="3973152249" sldId="1170"/>
            <ac:spMk id="27" creationId="{F46F7630-7D3E-31F6-E561-9021C05381C7}"/>
          </ac:spMkLst>
        </pc:spChg>
        <pc:spChg chg="add mod ord">
          <ac:chgData name="Jason Abi Chebli" userId="a0f9f5f5563fb1d0" providerId="LiveId" clId="{AAB82D15-A16D-4ECA-AA7D-9F0FF4766497}" dt="2023-05-22T13:38:48.789" v="20937" actId="1076"/>
          <ac:spMkLst>
            <pc:docMk/>
            <pc:sldMk cId="3973152249" sldId="1170"/>
            <ac:spMk id="28" creationId="{4CB77F97-30D2-C040-C887-97B74BFE62A5}"/>
          </ac:spMkLst>
        </pc:spChg>
        <pc:spChg chg="add del mod">
          <ac:chgData name="Jason Abi Chebli" userId="a0f9f5f5563fb1d0" providerId="LiveId" clId="{AAB82D15-A16D-4ECA-AA7D-9F0FF4766497}" dt="2023-05-21T14:05:33.416" v="6540"/>
          <ac:spMkLst>
            <pc:docMk/>
            <pc:sldMk cId="3973152249" sldId="1170"/>
            <ac:spMk id="29" creationId="{02D31E59-F509-AFDB-124A-DA40257C482B}"/>
          </ac:spMkLst>
        </pc:spChg>
        <pc:spChg chg="add del mod">
          <ac:chgData name="Jason Abi Chebli" userId="a0f9f5f5563fb1d0" providerId="LiveId" clId="{AAB82D15-A16D-4ECA-AA7D-9F0FF4766497}" dt="2023-05-21T14:06:12.884" v="6553" actId="478"/>
          <ac:spMkLst>
            <pc:docMk/>
            <pc:sldMk cId="3973152249" sldId="1170"/>
            <ac:spMk id="30" creationId="{ACB1353F-7ED3-51B9-8304-66D19F19BBE6}"/>
          </ac:spMkLst>
        </pc:spChg>
        <pc:spChg chg="add del mod">
          <ac:chgData name="Jason Abi Chebli" userId="a0f9f5f5563fb1d0" providerId="LiveId" clId="{AAB82D15-A16D-4ECA-AA7D-9F0FF4766497}" dt="2023-05-21T14:06:13.587" v="6554" actId="478"/>
          <ac:spMkLst>
            <pc:docMk/>
            <pc:sldMk cId="3973152249" sldId="1170"/>
            <ac:spMk id="31" creationId="{054F9DB4-B864-A26E-76B1-4BA4ABFD388D}"/>
          </ac:spMkLst>
        </pc:spChg>
        <pc:spChg chg="add del mod">
          <ac:chgData name="Jason Abi Chebli" userId="a0f9f5f5563fb1d0" providerId="LiveId" clId="{AAB82D15-A16D-4ECA-AA7D-9F0FF4766497}" dt="2023-05-21T14:06:14.346" v="6555" actId="478"/>
          <ac:spMkLst>
            <pc:docMk/>
            <pc:sldMk cId="3973152249" sldId="1170"/>
            <ac:spMk id="32" creationId="{A9F2EFF3-68B3-EFA1-B106-D9D99381E894}"/>
          </ac:spMkLst>
        </pc:spChg>
        <pc:spChg chg="add mod">
          <ac:chgData name="Jason Abi Chebli" userId="a0f9f5f5563fb1d0" providerId="LiveId" clId="{AAB82D15-A16D-4ECA-AA7D-9F0FF4766497}" dt="2023-05-22T13:38:35.797" v="20934" actId="1076"/>
          <ac:spMkLst>
            <pc:docMk/>
            <pc:sldMk cId="3973152249" sldId="1170"/>
            <ac:spMk id="33" creationId="{4CB6B5AC-E309-582E-09EB-C777203BECEE}"/>
          </ac:spMkLst>
        </pc:spChg>
        <pc:spChg chg="add mod">
          <ac:chgData name="Jason Abi Chebli" userId="a0f9f5f5563fb1d0" providerId="LiveId" clId="{AAB82D15-A16D-4ECA-AA7D-9F0FF4766497}" dt="2023-05-21T14:06:23.538" v="6559" actId="1076"/>
          <ac:spMkLst>
            <pc:docMk/>
            <pc:sldMk cId="3973152249" sldId="1170"/>
            <ac:spMk id="34" creationId="{72A6116E-0041-E255-649E-20E6CC6B4F44}"/>
          </ac:spMkLst>
        </pc:spChg>
        <pc:spChg chg="add mod">
          <ac:chgData name="Jason Abi Chebli" userId="a0f9f5f5563fb1d0" providerId="LiveId" clId="{AAB82D15-A16D-4ECA-AA7D-9F0FF4766497}" dt="2023-05-21T14:06:35.148" v="6561" actId="1076"/>
          <ac:spMkLst>
            <pc:docMk/>
            <pc:sldMk cId="3973152249" sldId="1170"/>
            <ac:spMk id="35" creationId="{4764329D-7040-33A5-E62E-45F42C3AFE25}"/>
          </ac:spMkLst>
        </pc:spChg>
        <pc:spChg chg="add mod">
          <ac:chgData name="Jason Abi Chebli" userId="a0f9f5f5563fb1d0" providerId="LiveId" clId="{AAB82D15-A16D-4ECA-AA7D-9F0FF4766497}" dt="2023-05-22T13:38:35.797" v="20934" actId="1076"/>
          <ac:spMkLst>
            <pc:docMk/>
            <pc:sldMk cId="3973152249" sldId="1170"/>
            <ac:spMk id="36" creationId="{6332EAD8-9471-E680-AAC4-7266B62E691D}"/>
          </ac:spMkLst>
        </pc:spChg>
        <pc:spChg chg="add mod">
          <ac:chgData name="Jason Abi Chebli" userId="a0f9f5f5563fb1d0" providerId="LiveId" clId="{AAB82D15-A16D-4ECA-AA7D-9F0FF4766497}" dt="2023-05-21T14:07:03.204" v="6567" actId="1076"/>
          <ac:spMkLst>
            <pc:docMk/>
            <pc:sldMk cId="3973152249" sldId="1170"/>
            <ac:spMk id="37" creationId="{2B6BCF6D-9107-9ABE-B0D8-926BE9F793D2}"/>
          </ac:spMkLst>
        </pc:spChg>
        <pc:spChg chg="add mod">
          <ac:chgData name="Jason Abi Chebli" userId="a0f9f5f5563fb1d0" providerId="LiveId" clId="{AAB82D15-A16D-4ECA-AA7D-9F0FF4766497}" dt="2023-05-21T14:07:21.594" v="6573" actId="1076"/>
          <ac:spMkLst>
            <pc:docMk/>
            <pc:sldMk cId="3973152249" sldId="1170"/>
            <ac:spMk id="38" creationId="{E3BB773B-CA64-FB31-9BA2-B7F69B68E0DD}"/>
          </ac:spMkLst>
        </pc:spChg>
        <pc:spChg chg="add mod">
          <ac:chgData name="Jason Abi Chebli" userId="a0f9f5f5563fb1d0" providerId="LiveId" clId="{AAB82D15-A16D-4ECA-AA7D-9F0FF4766497}" dt="2023-05-22T13:38:23.927" v="20932" actId="1076"/>
          <ac:spMkLst>
            <pc:docMk/>
            <pc:sldMk cId="3973152249" sldId="1170"/>
            <ac:spMk id="39" creationId="{DE9F7752-13DA-584C-B7B6-CBF7D1180680}"/>
          </ac:spMkLst>
        </pc:spChg>
        <pc:spChg chg="add mod ord">
          <ac:chgData name="Jason Abi Chebli" userId="a0f9f5f5563fb1d0" providerId="LiveId" clId="{AAB82D15-A16D-4ECA-AA7D-9F0FF4766497}" dt="2023-05-22T13:38:23.927" v="20932" actId="1076"/>
          <ac:spMkLst>
            <pc:docMk/>
            <pc:sldMk cId="3973152249" sldId="1170"/>
            <ac:spMk id="40" creationId="{2B610DB0-481B-EE4A-20F4-9BC9958BD6A5}"/>
          </ac:spMkLst>
        </pc:spChg>
        <pc:spChg chg="add mod">
          <ac:chgData name="Jason Abi Chebli" userId="a0f9f5f5563fb1d0" providerId="LiveId" clId="{AAB82D15-A16D-4ECA-AA7D-9F0FF4766497}" dt="2023-05-22T13:38:16.625" v="20931" actId="1076"/>
          <ac:spMkLst>
            <pc:docMk/>
            <pc:sldMk cId="3973152249" sldId="1170"/>
            <ac:spMk id="41" creationId="{4E4CF6BA-095F-D53C-B1A7-9FD01BAD7C19}"/>
          </ac:spMkLst>
        </pc:spChg>
        <pc:spChg chg="add mod">
          <ac:chgData name="Jason Abi Chebli" userId="a0f9f5f5563fb1d0" providerId="LiveId" clId="{AAB82D15-A16D-4ECA-AA7D-9F0FF4766497}" dt="2023-05-22T13:38:16.625" v="20931" actId="1076"/>
          <ac:spMkLst>
            <pc:docMk/>
            <pc:sldMk cId="3973152249" sldId="1170"/>
            <ac:spMk id="42" creationId="{E3F7ACBC-73AA-BCFB-7066-9EC99BAA2826}"/>
          </ac:spMkLst>
        </pc:spChg>
        <pc:spChg chg="add mod">
          <ac:chgData name="Jason Abi Chebli" userId="a0f9f5f5563fb1d0" providerId="LiveId" clId="{AAB82D15-A16D-4ECA-AA7D-9F0FF4766497}" dt="2023-05-22T13:38:30.949" v="20933" actId="1076"/>
          <ac:spMkLst>
            <pc:docMk/>
            <pc:sldMk cId="3973152249" sldId="1170"/>
            <ac:spMk id="49" creationId="{E6088AB6-C110-97C3-A607-618639085246}"/>
          </ac:spMkLst>
        </pc:spChg>
        <pc:spChg chg="add mod ord">
          <ac:chgData name="Jason Abi Chebli" userId="a0f9f5f5563fb1d0" providerId="LiveId" clId="{AAB82D15-A16D-4ECA-AA7D-9F0FF4766497}" dt="2023-05-22T13:38:30.949" v="20933" actId="1076"/>
          <ac:spMkLst>
            <pc:docMk/>
            <pc:sldMk cId="3973152249" sldId="1170"/>
            <ac:spMk id="50" creationId="{CE7F73E8-E5BD-2870-2D07-2D077D37ECE0}"/>
          </ac:spMkLst>
        </pc:spChg>
        <pc:spChg chg="add mod">
          <ac:chgData name="Jason Abi Chebli" userId="a0f9f5f5563fb1d0" providerId="LiveId" clId="{AAB82D15-A16D-4ECA-AA7D-9F0FF4766497}" dt="2023-05-22T13:30:46.119" v="20825" actId="20577"/>
          <ac:spMkLst>
            <pc:docMk/>
            <pc:sldMk cId="3973152249" sldId="1170"/>
            <ac:spMk id="51" creationId="{F37D1B6D-5DB7-BFFA-21ED-DC3DD72DFE25}"/>
          </ac:spMkLst>
        </pc:spChg>
        <pc:spChg chg="add del mod">
          <ac:chgData name="Jason Abi Chebli" userId="a0f9f5f5563fb1d0" providerId="LiveId" clId="{AAB82D15-A16D-4ECA-AA7D-9F0FF4766497}" dt="2023-05-22T13:36:57.103" v="20909" actId="478"/>
          <ac:spMkLst>
            <pc:docMk/>
            <pc:sldMk cId="3973152249" sldId="1170"/>
            <ac:spMk id="52" creationId="{3D2AE231-89C3-2DD8-171F-18C98DF20E89}"/>
          </ac:spMkLst>
        </pc:spChg>
        <pc:spChg chg="add del mod ord">
          <ac:chgData name="Jason Abi Chebli" userId="a0f9f5f5563fb1d0" providerId="LiveId" clId="{AAB82D15-A16D-4ECA-AA7D-9F0FF4766497}" dt="2023-05-22T13:36:58.233" v="20910" actId="478"/>
          <ac:spMkLst>
            <pc:docMk/>
            <pc:sldMk cId="3973152249" sldId="1170"/>
            <ac:spMk id="53" creationId="{35554B77-B973-AE0C-ADAC-2E36674E04DE}"/>
          </ac:spMkLst>
        </pc:spChg>
        <pc:graphicFrameChg chg="add del mod modGraphic">
          <ac:chgData name="Jason Abi Chebli" userId="a0f9f5f5563fb1d0" providerId="LiveId" clId="{AAB82D15-A16D-4ECA-AA7D-9F0FF4766497}" dt="2023-05-21T11:36:24.942" v="3626" actId="478"/>
          <ac:graphicFrameMkLst>
            <pc:docMk/>
            <pc:sldMk cId="3973152249" sldId="1170"/>
            <ac:graphicFrameMk id="2" creationId="{C6EF80AE-3E98-7CB2-D4EC-1CE765397F44}"/>
          </ac:graphicFrameMkLst>
        </pc:graphicFrameChg>
        <pc:graphicFrameChg chg="add del mod ord modGraphic">
          <ac:chgData name="Jason Abi Chebli" userId="a0f9f5f5563fb1d0" providerId="LiveId" clId="{AAB82D15-A16D-4ECA-AA7D-9F0FF4766497}" dt="2023-05-22T14:31:04.508" v="21629" actId="207"/>
          <ac:graphicFrameMkLst>
            <pc:docMk/>
            <pc:sldMk cId="3973152249" sldId="1170"/>
            <ac:graphicFrameMk id="3" creationId="{435176B8-4A49-1DC3-AC4F-980224F58F3E}"/>
          </ac:graphicFrameMkLst>
        </pc:graphicFrameChg>
        <pc:graphicFrameChg chg="add del mod">
          <ac:chgData name="Jason Abi Chebli" userId="a0f9f5f5563fb1d0" providerId="LiveId" clId="{AAB82D15-A16D-4ECA-AA7D-9F0FF4766497}" dt="2023-05-21T11:39:47.399" v="3701" actId="478"/>
          <ac:graphicFrameMkLst>
            <pc:docMk/>
            <pc:sldMk cId="3973152249" sldId="1170"/>
            <ac:graphicFrameMk id="4" creationId="{19D0BF6D-37FD-561B-CD8C-D2132284A9DA}"/>
          </ac:graphicFrameMkLst>
        </pc:graphicFrameChg>
        <pc:picChg chg="del mod">
          <ac:chgData name="Jason Abi Chebli" userId="a0f9f5f5563fb1d0" providerId="LiveId" clId="{AAB82D15-A16D-4ECA-AA7D-9F0FF4766497}" dt="2023-05-22T01:24:00.999" v="8396" actId="478"/>
          <ac:picMkLst>
            <pc:docMk/>
            <pc:sldMk cId="3973152249" sldId="1170"/>
            <ac:picMk id="9" creationId="{F3B7F211-F64C-BB04-69B2-FD86AB31CAB3}"/>
          </ac:picMkLst>
        </pc:picChg>
        <pc:picChg chg="add del mod">
          <ac:chgData name="Jason Abi Chebli" userId="a0f9f5f5563fb1d0" providerId="LiveId" clId="{AAB82D15-A16D-4ECA-AA7D-9F0FF4766497}" dt="2023-05-21T11:53:00.116" v="4079" actId="21"/>
          <ac:picMkLst>
            <pc:docMk/>
            <pc:sldMk cId="3973152249" sldId="1170"/>
            <ac:picMk id="13" creationId="{263766E1-9543-D014-A135-F5346D98D21D}"/>
          </ac:picMkLst>
        </pc:picChg>
        <pc:picChg chg="add del mod">
          <ac:chgData name="Jason Abi Chebli" userId="a0f9f5f5563fb1d0" providerId="LiveId" clId="{AAB82D15-A16D-4ECA-AA7D-9F0FF4766497}" dt="2023-05-21T11:53:28.438" v="4092" actId="21"/>
          <ac:picMkLst>
            <pc:docMk/>
            <pc:sldMk cId="3973152249" sldId="1170"/>
            <ac:picMk id="14" creationId="{28A2D39F-D1F3-F179-E865-AE8DF5CB0C80}"/>
          </ac:picMkLst>
        </pc:picChg>
        <pc:picChg chg="add mod">
          <ac:chgData name="Jason Abi Chebli" userId="a0f9f5f5563fb1d0" providerId="LiveId" clId="{AAB82D15-A16D-4ECA-AA7D-9F0FF4766497}" dt="2023-05-22T13:37:57.805" v="20926" actId="1076"/>
          <ac:picMkLst>
            <pc:docMk/>
            <pc:sldMk cId="3973152249" sldId="1170"/>
            <ac:picMk id="16" creationId="{6316D79A-64A5-BCEA-67BE-F138632C071C}"/>
          </ac:picMkLst>
        </pc:picChg>
        <pc:picChg chg="add del mod">
          <ac:chgData name="Jason Abi Chebli" userId="a0f9f5f5563fb1d0" providerId="LiveId" clId="{AAB82D15-A16D-4ECA-AA7D-9F0FF4766497}" dt="2023-05-21T13:46:01.419" v="6374" actId="478"/>
          <ac:picMkLst>
            <pc:docMk/>
            <pc:sldMk cId="3973152249" sldId="1170"/>
            <ac:picMk id="18" creationId="{4E244503-1515-C4DE-AE3A-F3C2B1C93FB1}"/>
          </ac:picMkLst>
        </pc:picChg>
        <pc:picChg chg="add mod">
          <ac:chgData name="Jason Abi Chebli" userId="a0f9f5f5563fb1d0" providerId="LiveId" clId="{AAB82D15-A16D-4ECA-AA7D-9F0FF4766497}" dt="2023-05-22T13:37:46.362" v="20923" actId="1076"/>
          <ac:picMkLst>
            <pc:docMk/>
            <pc:sldMk cId="3973152249" sldId="1170"/>
            <ac:picMk id="20" creationId="{A043D19B-0733-306E-49F1-DD13DA1434AF}"/>
          </ac:picMkLst>
        </pc:picChg>
        <pc:picChg chg="add mod">
          <ac:chgData name="Jason Abi Chebli" userId="a0f9f5f5563fb1d0" providerId="LiveId" clId="{AAB82D15-A16D-4ECA-AA7D-9F0FF4766497}" dt="2023-05-21T13:58:40.325" v="6472" actId="1076"/>
          <ac:picMkLst>
            <pc:docMk/>
            <pc:sldMk cId="3973152249" sldId="1170"/>
            <ac:picMk id="22" creationId="{79E1BED2-7EFD-794E-C42A-79E2826DA0AE}"/>
          </ac:picMkLst>
        </pc:picChg>
        <pc:picChg chg="add del mod">
          <ac:chgData name="Jason Abi Chebli" userId="a0f9f5f5563fb1d0" providerId="LiveId" clId="{AAB82D15-A16D-4ECA-AA7D-9F0FF4766497}" dt="2023-05-21T12:58:42.562" v="5739" actId="478"/>
          <ac:picMkLst>
            <pc:docMk/>
            <pc:sldMk cId="3973152249" sldId="1170"/>
            <ac:picMk id="24" creationId="{3EE8A733-95F0-2330-1A92-BB95A8C690B6}"/>
          </ac:picMkLst>
        </pc:picChg>
        <pc:picChg chg="add del mod">
          <ac:chgData name="Jason Abi Chebli" userId="a0f9f5f5563fb1d0" providerId="LiveId" clId="{AAB82D15-A16D-4ECA-AA7D-9F0FF4766497}" dt="2023-05-22T13:37:44.892" v="20922" actId="1076"/>
          <ac:picMkLst>
            <pc:docMk/>
            <pc:sldMk cId="3973152249" sldId="1170"/>
            <ac:picMk id="25" creationId="{825A9677-E94D-2610-7ABE-8F8CE0029BCE}"/>
          </ac:picMkLst>
        </pc:picChg>
        <pc:picChg chg="add del mod">
          <ac:chgData name="Jason Abi Chebli" userId="a0f9f5f5563fb1d0" providerId="LiveId" clId="{AAB82D15-A16D-4ECA-AA7D-9F0FF4766497}" dt="2023-05-21T13:57:53.247" v="6457" actId="478"/>
          <ac:picMkLst>
            <pc:docMk/>
            <pc:sldMk cId="3973152249" sldId="1170"/>
            <ac:picMk id="26" creationId="{7F6D04BB-A754-B3A1-A9EE-E1C3A7168720}"/>
          </ac:picMkLst>
        </pc:picChg>
        <pc:picChg chg="add del mod">
          <ac:chgData name="Jason Abi Chebli" userId="a0f9f5f5563fb1d0" providerId="LiveId" clId="{AAB82D15-A16D-4ECA-AA7D-9F0FF4766497}" dt="2023-05-22T01:24:02.083" v="8397" actId="478"/>
          <ac:picMkLst>
            <pc:docMk/>
            <pc:sldMk cId="3973152249" sldId="1170"/>
            <ac:picMk id="43" creationId="{AC9C768E-FE55-512F-ACE1-383E0A6A400B}"/>
          </ac:picMkLst>
        </pc:picChg>
        <pc:picChg chg="add mod">
          <ac:chgData name="Jason Abi Chebli" userId="a0f9f5f5563fb1d0" providerId="LiveId" clId="{AAB82D15-A16D-4ECA-AA7D-9F0FF4766497}" dt="2023-05-22T01:24:02.546" v="8398"/>
          <ac:picMkLst>
            <pc:docMk/>
            <pc:sldMk cId="3973152249" sldId="1170"/>
            <ac:picMk id="44" creationId="{D15DFFF0-AD5D-78C6-3334-D5A50E055501}"/>
          </ac:picMkLst>
        </pc:picChg>
        <pc:picChg chg="add mod">
          <ac:chgData name="Jason Abi Chebli" userId="a0f9f5f5563fb1d0" providerId="LiveId" clId="{AAB82D15-A16D-4ECA-AA7D-9F0FF4766497}" dt="2023-05-22T13:38:01.355" v="20927" actId="1076"/>
          <ac:picMkLst>
            <pc:docMk/>
            <pc:sldMk cId="3973152249" sldId="1170"/>
            <ac:picMk id="46" creationId="{20D09554-C296-FE90-B821-A2D045BF632F}"/>
          </ac:picMkLst>
        </pc:picChg>
        <pc:picChg chg="add mod">
          <ac:chgData name="Jason Abi Chebli" userId="a0f9f5f5563fb1d0" providerId="LiveId" clId="{AAB82D15-A16D-4ECA-AA7D-9F0FF4766497}" dt="2023-05-22T13:38:06.383" v="20930" actId="1076"/>
          <ac:picMkLst>
            <pc:docMk/>
            <pc:sldMk cId="3973152249" sldId="1170"/>
            <ac:picMk id="48" creationId="{9407A094-1754-4B5D-A76B-A9652BB4D854}"/>
          </ac:picMkLst>
        </pc:picChg>
        <pc:extLst>
          <p:ext xmlns:p="http://schemas.openxmlformats.org/presentationml/2006/main" uri="{D6D511B9-2390-475A-947B-AFAB55BFBCF1}">
            <pc226:cmChg xmlns:pc226="http://schemas.microsoft.com/office/powerpoint/2022/06/main/command" chg="add del">
              <pc226:chgData name="Jason Abi Chebli" userId="a0f9f5f5563fb1d0" providerId="LiveId" clId="{AAB82D15-A16D-4ECA-AA7D-9F0FF4766497}" dt="2023-05-22T01:26:48.468" v="8436"/>
              <pc2:cmMkLst xmlns:pc2="http://schemas.microsoft.com/office/powerpoint/2019/9/main/command">
                <pc:docMk/>
                <pc:sldMk cId="3973152249" sldId="1170"/>
                <pc2:cmMk id="{98CB835B-F79C-4C67-B154-987C58BB3AEC}"/>
              </pc2:cmMkLst>
            </pc226:cmChg>
          </p:ext>
        </pc:extLst>
      </pc:sldChg>
      <pc:sldChg chg="addSp delSp modSp add del mod">
        <pc:chgData name="Jason Abi Chebli" userId="a0f9f5f5563fb1d0" providerId="LiveId" clId="{AAB82D15-A16D-4ECA-AA7D-9F0FF4766497}" dt="2023-05-21T13:48:50.251" v="6388" actId="47"/>
        <pc:sldMkLst>
          <pc:docMk/>
          <pc:sldMk cId="2491439747" sldId="1171"/>
        </pc:sldMkLst>
        <pc:graphicFrameChg chg="mod modGraphic">
          <ac:chgData name="Jason Abi Chebli" userId="a0f9f5f5563fb1d0" providerId="LiveId" clId="{AAB82D15-A16D-4ECA-AA7D-9F0FF4766497}" dt="2023-05-21T13:41:01.509" v="6372" actId="20577"/>
          <ac:graphicFrameMkLst>
            <pc:docMk/>
            <pc:sldMk cId="2491439747" sldId="1171"/>
            <ac:graphicFrameMk id="3" creationId="{435176B8-4A49-1DC3-AC4F-980224F58F3E}"/>
          </ac:graphicFrameMkLst>
        </pc:graphicFrameChg>
        <pc:picChg chg="add mod">
          <ac:chgData name="Jason Abi Chebli" userId="a0f9f5f5563fb1d0" providerId="LiveId" clId="{AAB82D15-A16D-4ECA-AA7D-9F0FF4766497}" dt="2023-05-21T13:15:21.625" v="5768" actId="1076"/>
          <ac:picMkLst>
            <pc:docMk/>
            <pc:sldMk cId="2491439747" sldId="1171"/>
            <ac:picMk id="4" creationId="{312F52C5-FF88-AE52-5EC6-A5FBECD40818}"/>
          </ac:picMkLst>
        </pc:picChg>
        <pc:picChg chg="add mod">
          <ac:chgData name="Jason Abi Chebli" userId="a0f9f5f5563fb1d0" providerId="LiveId" clId="{AAB82D15-A16D-4ECA-AA7D-9F0FF4766497}" dt="2023-05-21T13:23:57.766" v="5935" actId="1076"/>
          <ac:picMkLst>
            <pc:docMk/>
            <pc:sldMk cId="2491439747" sldId="1171"/>
            <ac:picMk id="13" creationId="{EFF66BB9-9D48-103F-95AE-B1D0351CE878}"/>
          </ac:picMkLst>
        </pc:picChg>
        <pc:picChg chg="add del mod">
          <ac:chgData name="Jason Abi Chebli" userId="a0f9f5f5563fb1d0" providerId="LiveId" clId="{AAB82D15-A16D-4ECA-AA7D-9F0FF4766497}" dt="2023-05-21T13:34:04.922" v="6129" actId="478"/>
          <ac:picMkLst>
            <pc:docMk/>
            <pc:sldMk cId="2491439747" sldId="1171"/>
            <ac:picMk id="15" creationId="{D81794A7-189E-FD59-8FC5-35358D7DAC7D}"/>
          </ac:picMkLst>
        </pc:picChg>
        <pc:picChg chg="del">
          <ac:chgData name="Jason Abi Chebli" userId="a0f9f5f5563fb1d0" providerId="LiveId" clId="{AAB82D15-A16D-4ECA-AA7D-9F0FF4766497}" dt="2023-05-21T12:58:53.769" v="5743" actId="478"/>
          <ac:picMkLst>
            <pc:docMk/>
            <pc:sldMk cId="2491439747" sldId="1171"/>
            <ac:picMk id="16" creationId="{6316D79A-64A5-BCEA-67BE-F138632C071C}"/>
          </ac:picMkLst>
        </pc:picChg>
        <pc:picChg chg="del">
          <ac:chgData name="Jason Abi Chebli" userId="a0f9f5f5563fb1d0" providerId="LiveId" clId="{AAB82D15-A16D-4ECA-AA7D-9F0FF4766497}" dt="2023-05-21T12:58:54.473" v="5744" actId="478"/>
          <ac:picMkLst>
            <pc:docMk/>
            <pc:sldMk cId="2491439747" sldId="1171"/>
            <ac:picMk id="18" creationId="{4E244503-1515-C4DE-AE3A-F3C2B1C93FB1}"/>
          </ac:picMkLst>
        </pc:picChg>
        <pc:picChg chg="add mod">
          <ac:chgData name="Jason Abi Chebli" userId="a0f9f5f5563fb1d0" providerId="LiveId" clId="{AAB82D15-A16D-4ECA-AA7D-9F0FF4766497}" dt="2023-05-21T13:34:42.268" v="6137" actId="1076"/>
          <ac:picMkLst>
            <pc:docMk/>
            <pc:sldMk cId="2491439747" sldId="1171"/>
            <ac:picMk id="19" creationId="{80C11458-9E92-C5D9-551F-4323C8252D7D}"/>
          </ac:picMkLst>
        </pc:picChg>
        <pc:picChg chg="del">
          <ac:chgData name="Jason Abi Chebli" userId="a0f9f5f5563fb1d0" providerId="LiveId" clId="{AAB82D15-A16D-4ECA-AA7D-9F0FF4766497}" dt="2023-05-21T12:58:55.097" v="5745" actId="478"/>
          <ac:picMkLst>
            <pc:docMk/>
            <pc:sldMk cId="2491439747" sldId="1171"/>
            <ac:picMk id="20" creationId="{A043D19B-0733-306E-49F1-DD13DA1434AF}"/>
          </ac:picMkLst>
        </pc:picChg>
        <pc:picChg chg="del mod">
          <ac:chgData name="Jason Abi Chebli" userId="a0f9f5f5563fb1d0" providerId="LiveId" clId="{AAB82D15-A16D-4ECA-AA7D-9F0FF4766497}" dt="2023-05-21T12:58:56.256" v="5747" actId="478"/>
          <ac:picMkLst>
            <pc:docMk/>
            <pc:sldMk cId="2491439747" sldId="1171"/>
            <ac:picMk id="22" creationId="{79E1BED2-7EFD-794E-C42A-79E2826DA0AE}"/>
          </ac:picMkLst>
        </pc:picChg>
        <pc:picChg chg="add mod">
          <ac:chgData name="Jason Abi Chebli" userId="a0f9f5f5563fb1d0" providerId="LiveId" clId="{AAB82D15-A16D-4ECA-AA7D-9F0FF4766497}" dt="2023-05-21T13:37:20.954" v="6328" actId="1076"/>
          <ac:picMkLst>
            <pc:docMk/>
            <pc:sldMk cId="2491439747" sldId="1171"/>
            <ac:picMk id="23" creationId="{F5CE2952-F706-11C5-7257-5A5847B0CBDA}"/>
          </ac:picMkLst>
        </pc:picChg>
        <pc:picChg chg="mod">
          <ac:chgData name="Jason Abi Chebli" userId="a0f9f5f5563fb1d0" providerId="LiveId" clId="{AAB82D15-A16D-4ECA-AA7D-9F0FF4766497}" dt="2023-05-21T12:59:00.432" v="5748" actId="1076"/>
          <ac:picMkLst>
            <pc:docMk/>
            <pc:sldMk cId="2491439747" sldId="1171"/>
            <ac:picMk id="24" creationId="{3EE8A733-95F0-2330-1A92-BB95A8C690B6}"/>
          </ac:picMkLst>
        </pc:picChg>
      </pc:sldChg>
      <pc:sldChg chg="del">
        <pc:chgData name="Jason Abi Chebli" userId="a0f9f5f5563fb1d0" providerId="LiveId" clId="{AAB82D15-A16D-4ECA-AA7D-9F0FF4766497}" dt="2023-05-22T02:11:37.857" v="8709" actId="47"/>
        <pc:sldMkLst>
          <pc:docMk/>
          <pc:sldMk cId="1875153953" sldId="1172"/>
        </pc:sldMkLst>
      </pc:sldChg>
      <pc:sldChg chg="addSp delSp modSp mod modCm">
        <pc:chgData name="Jason Abi Chebli" userId="a0f9f5f5563fb1d0" providerId="LiveId" clId="{AAB82D15-A16D-4ECA-AA7D-9F0FF4766497}" dt="2023-05-23T02:25:07.354" v="22611" actId="2056"/>
        <pc:sldMkLst>
          <pc:docMk/>
          <pc:sldMk cId="2684757179" sldId="1173"/>
        </pc:sldMkLst>
        <pc:spChg chg="mod">
          <ac:chgData name="Jason Abi Chebli" userId="a0f9f5f5563fb1d0" providerId="LiveId" clId="{AAB82D15-A16D-4ECA-AA7D-9F0FF4766497}" dt="2023-05-22T11:08:00.927" v="15949" actId="20577"/>
          <ac:spMkLst>
            <pc:docMk/>
            <pc:sldMk cId="2684757179" sldId="1173"/>
            <ac:spMk id="10" creationId="{1F93AE4B-1AD3-DF49-A82D-15D970233F59}"/>
          </ac:spMkLst>
        </pc:spChg>
        <pc:spChg chg="mod">
          <ac:chgData name="Jason Abi Chebli" userId="a0f9f5f5563fb1d0" providerId="LiveId" clId="{AAB82D15-A16D-4ECA-AA7D-9F0FF4766497}" dt="2023-05-22T10:54:50.172" v="15668" actId="20577"/>
          <ac:spMkLst>
            <pc:docMk/>
            <pc:sldMk cId="2684757179" sldId="1173"/>
            <ac:spMk id="18" creationId="{650D82AB-48EF-7F08-ACDA-9B6C658517C7}"/>
          </ac:spMkLst>
        </pc:spChg>
        <pc:spChg chg="mod">
          <ac:chgData name="Jason Abi Chebli" userId="a0f9f5f5563fb1d0" providerId="LiveId" clId="{AAB82D15-A16D-4ECA-AA7D-9F0FF4766497}" dt="2023-05-22T11:04:58.134" v="15854" actId="113"/>
          <ac:spMkLst>
            <pc:docMk/>
            <pc:sldMk cId="2684757179" sldId="1173"/>
            <ac:spMk id="36" creationId="{F28AF60F-CA38-43AD-11E4-6A8D6E4FCFE0}"/>
          </ac:spMkLst>
        </pc:spChg>
        <pc:spChg chg="del">
          <ac:chgData name="Jason Abi Chebli" userId="a0f9f5f5563fb1d0" providerId="LiveId" clId="{AAB82D15-A16D-4ECA-AA7D-9F0FF4766497}" dt="2023-05-22T00:29:09.870" v="7041" actId="478"/>
          <ac:spMkLst>
            <pc:docMk/>
            <pc:sldMk cId="2684757179" sldId="1173"/>
            <ac:spMk id="37" creationId="{C3140E9F-96FA-3266-4C60-567B05D9C42C}"/>
          </ac:spMkLst>
        </pc:spChg>
        <pc:spChg chg="mod">
          <ac:chgData name="Jason Abi Chebli" userId="a0f9f5f5563fb1d0" providerId="LiveId" clId="{AAB82D15-A16D-4ECA-AA7D-9F0FF4766497}" dt="2023-05-22T13:41:43.154" v="20955" actId="207"/>
          <ac:spMkLst>
            <pc:docMk/>
            <pc:sldMk cId="2684757179" sldId="1173"/>
            <ac:spMk id="38" creationId="{74097ED6-9D86-0737-AB9C-B069AC858062}"/>
          </ac:spMkLst>
        </pc:spChg>
        <pc:spChg chg="mod">
          <ac:chgData name="Jason Abi Chebli" userId="a0f9f5f5563fb1d0" providerId="LiveId" clId="{AAB82D15-A16D-4ECA-AA7D-9F0FF4766497}" dt="2023-05-22T13:41:49.256" v="20959" actId="207"/>
          <ac:spMkLst>
            <pc:docMk/>
            <pc:sldMk cId="2684757179" sldId="1173"/>
            <ac:spMk id="39" creationId="{5C566090-45E9-6BA8-FBE5-E8C83B88FAEC}"/>
          </ac:spMkLst>
        </pc:spChg>
        <pc:spChg chg="mod">
          <ac:chgData name="Jason Abi Chebli" userId="a0f9f5f5563fb1d0" providerId="LiveId" clId="{AAB82D15-A16D-4ECA-AA7D-9F0FF4766497}" dt="2023-05-22T13:41:51.817" v="20960" actId="207"/>
          <ac:spMkLst>
            <pc:docMk/>
            <pc:sldMk cId="2684757179" sldId="1173"/>
            <ac:spMk id="40" creationId="{9866C6B1-0621-3FC6-BAC9-2B9A714F3410}"/>
          </ac:spMkLst>
        </pc:spChg>
        <pc:spChg chg="mod">
          <ac:chgData name="Jason Abi Chebli" userId="a0f9f5f5563fb1d0" providerId="LiveId" clId="{AAB82D15-A16D-4ECA-AA7D-9F0FF4766497}" dt="2023-05-22T13:41:45.714" v="20957" actId="207"/>
          <ac:spMkLst>
            <pc:docMk/>
            <pc:sldMk cId="2684757179" sldId="1173"/>
            <ac:spMk id="41" creationId="{A061DB7C-59C9-6522-8A93-616842687647}"/>
          </ac:spMkLst>
        </pc:spChg>
        <pc:spChg chg="del mod">
          <ac:chgData name="Jason Abi Chebli" userId="a0f9f5f5563fb1d0" providerId="LiveId" clId="{AAB82D15-A16D-4ECA-AA7D-9F0FF4766497}" dt="2023-05-22T00:29:51.177" v="7045" actId="478"/>
          <ac:spMkLst>
            <pc:docMk/>
            <pc:sldMk cId="2684757179" sldId="1173"/>
            <ac:spMk id="44" creationId="{3955005B-D72A-1EE0-E402-B5E1534FF20A}"/>
          </ac:spMkLst>
        </pc:spChg>
        <pc:spChg chg="add mod">
          <ac:chgData name="Jason Abi Chebli" userId="a0f9f5f5563fb1d0" providerId="LiveId" clId="{AAB82D15-A16D-4ECA-AA7D-9F0FF4766497}" dt="2023-05-22T00:25:32.577" v="7032" actId="1076"/>
          <ac:spMkLst>
            <pc:docMk/>
            <pc:sldMk cId="2684757179" sldId="1173"/>
            <ac:spMk id="50" creationId="{B485B0BA-D1FF-5D2E-2A8E-DF977283F402}"/>
          </ac:spMkLst>
        </pc:spChg>
        <pc:spChg chg="add mod">
          <ac:chgData name="Jason Abi Chebli" userId="a0f9f5f5563fb1d0" providerId="LiveId" clId="{AAB82D15-A16D-4ECA-AA7D-9F0FF4766497}" dt="2023-05-22T10:57:33.480" v="15720" actId="1076"/>
          <ac:spMkLst>
            <pc:docMk/>
            <pc:sldMk cId="2684757179" sldId="1173"/>
            <ac:spMk id="51" creationId="{5DB43FAC-AB74-E981-7575-8F8070801C85}"/>
          </ac:spMkLst>
        </pc:spChg>
        <pc:spChg chg="add mod">
          <ac:chgData name="Jason Abi Chebli" userId="a0f9f5f5563fb1d0" providerId="LiveId" clId="{AAB82D15-A16D-4ECA-AA7D-9F0FF4766497}" dt="2023-05-22T13:41:47.521" v="20958" actId="207"/>
          <ac:spMkLst>
            <pc:docMk/>
            <pc:sldMk cId="2684757179" sldId="1173"/>
            <ac:spMk id="52" creationId="{EB0C14E2-CB9F-F149-8760-E527BC40D3A5}"/>
          </ac:spMkLst>
        </pc:spChg>
        <pc:spChg chg="add mod">
          <ac:chgData name="Jason Abi Chebli" userId="a0f9f5f5563fb1d0" providerId="LiveId" clId="{AAB82D15-A16D-4ECA-AA7D-9F0FF4766497}" dt="2023-05-22T00:32:19.357" v="7162" actId="1076"/>
          <ac:spMkLst>
            <pc:docMk/>
            <pc:sldMk cId="2684757179" sldId="1173"/>
            <ac:spMk id="53" creationId="{228AD206-8391-8641-402D-203D3A7BD429}"/>
          </ac:spMkLst>
        </pc:spChg>
        <pc:spChg chg="add mod">
          <ac:chgData name="Jason Abi Chebli" userId="a0f9f5f5563fb1d0" providerId="LiveId" clId="{AAB82D15-A16D-4ECA-AA7D-9F0FF4766497}" dt="2023-05-22T00:32:44.105" v="7171" actId="403"/>
          <ac:spMkLst>
            <pc:docMk/>
            <pc:sldMk cId="2684757179" sldId="1173"/>
            <ac:spMk id="54" creationId="{30D48C76-8CF1-3B6C-CFF6-0D1ECADD3FD9}"/>
          </ac:spMkLst>
        </pc:spChg>
        <pc:spChg chg="add mod">
          <ac:chgData name="Jason Abi Chebli" userId="a0f9f5f5563fb1d0" providerId="LiveId" clId="{AAB82D15-A16D-4ECA-AA7D-9F0FF4766497}" dt="2023-05-22T00:33:01.025" v="7175" actId="20577"/>
          <ac:spMkLst>
            <pc:docMk/>
            <pc:sldMk cId="2684757179" sldId="1173"/>
            <ac:spMk id="55" creationId="{B7E11542-1B01-9589-341A-AEE970D6C593}"/>
          </ac:spMkLst>
        </pc:spChg>
        <pc:spChg chg="add mod">
          <ac:chgData name="Jason Abi Chebli" userId="a0f9f5f5563fb1d0" providerId="LiveId" clId="{AAB82D15-A16D-4ECA-AA7D-9F0FF4766497}" dt="2023-05-22T00:38:29.446" v="7381" actId="1076"/>
          <ac:spMkLst>
            <pc:docMk/>
            <pc:sldMk cId="2684757179" sldId="1173"/>
            <ac:spMk id="56" creationId="{C225BF06-79A5-AB45-A248-C520292D24A2}"/>
          </ac:spMkLst>
        </pc:spChg>
        <pc:spChg chg="add mod">
          <ac:chgData name="Jason Abi Chebli" userId="a0f9f5f5563fb1d0" providerId="LiveId" clId="{AAB82D15-A16D-4ECA-AA7D-9F0FF4766497}" dt="2023-05-22T01:04:16.167" v="8093" actId="20577"/>
          <ac:spMkLst>
            <pc:docMk/>
            <pc:sldMk cId="2684757179" sldId="1173"/>
            <ac:spMk id="57" creationId="{2CA29A2B-6ADB-0796-6C8D-B682CBE378AD}"/>
          </ac:spMkLst>
        </pc:spChg>
        <pc:spChg chg="add mod">
          <ac:chgData name="Jason Abi Chebli" userId="a0f9f5f5563fb1d0" providerId="LiveId" clId="{AAB82D15-A16D-4ECA-AA7D-9F0FF4766497}" dt="2023-05-22T01:05:38.997" v="8115" actId="1076"/>
          <ac:spMkLst>
            <pc:docMk/>
            <pc:sldMk cId="2684757179" sldId="1173"/>
            <ac:spMk id="58" creationId="{9B5B4603-34CC-08B6-F8CE-C85C86985679}"/>
          </ac:spMkLst>
        </pc:spChg>
        <pc:spChg chg="add mod">
          <ac:chgData name="Jason Abi Chebli" userId="a0f9f5f5563fb1d0" providerId="LiveId" clId="{AAB82D15-A16D-4ECA-AA7D-9F0FF4766497}" dt="2023-05-22T01:05:00.147" v="8108" actId="1076"/>
          <ac:spMkLst>
            <pc:docMk/>
            <pc:sldMk cId="2684757179" sldId="1173"/>
            <ac:spMk id="59" creationId="{666AEA5D-11B6-8F0E-0176-6F03F61745A8}"/>
          </ac:spMkLst>
        </pc:spChg>
        <pc:spChg chg="add mod">
          <ac:chgData name="Jason Abi Chebli" userId="a0f9f5f5563fb1d0" providerId="LiveId" clId="{AAB82D15-A16D-4ECA-AA7D-9F0FF4766497}" dt="2023-05-22T01:04:32.049" v="8098" actId="1076"/>
          <ac:spMkLst>
            <pc:docMk/>
            <pc:sldMk cId="2684757179" sldId="1173"/>
            <ac:spMk id="60" creationId="{4E7EDC4D-DD1F-B5A8-BF5B-B7915384EBD3}"/>
          </ac:spMkLst>
        </pc:spChg>
        <pc:spChg chg="add mod">
          <ac:chgData name="Jason Abi Chebli" userId="a0f9f5f5563fb1d0" providerId="LiveId" clId="{AAB82D15-A16D-4ECA-AA7D-9F0FF4766497}" dt="2023-05-22T01:05:35.085" v="8114" actId="1076"/>
          <ac:spMkLst>
            <pc:docMk/>
            <pc:sldMk cId="2684757179" sldId="1173"/>
            <ac:spMk id="61" creationId="{3B9AD64C-7A46-E6A9-3702-BA5C02F45FCF}"/>
          </ac:spMkLst>
        </pc:spChg>
        <pc:spChg chg="add mod">
          <ac:chgData name="Jason Abi Chebli" userId="a0f9f5f5563fb1d0" providerId="LiveId" clId="{AAB82D15-A16D-4ECA-AA7D-9F0FF4766497}" dt="2023-05-22T11:08:33.957" v="15950" actId="1076"/>
          <ac:spMkLst>
            <pc:docMk/>
            <pc:sldMk cId="2684757179" sldId="1173"/>
            <ac:spMk id="62" creationId="{77BF2900-278F-97DA-2820-C4D2F950ED07}"/>
          </ac:spMkLst>
        </pc:spChg>
        <pc:spChg chg="add mod">
          <ac:chgData name="Jason Abi Chebli" userId="a0f9f5f5563fb1d0" providerId="LiveId" clId="{AAB82D15-A16D-4ECA-AA7D-9F0FF4766497}" dt="2023-05-22T11:08:44.234" v="15951" actId="1076"/>
          <ac:spMkLst>
            <pc:docMk/>
            <pc:sldMk cId="2684757179" sldId="1173"/>
            <ac:spMk id="63" creationId="{AC8D4B66-2B26-58D9-FAA6-90D79700A111}"/>
          </ac:spMkLst>
        </pc:spChg>
        <pc:spChg chg="add del">
          <ac:chgData name="Jason Abi Chebli" userId="a0f9f5f5563fb1d0" providerId="LiveId" clId="{AAB82D15-A16D-4ECA-AA7D-9F0FF4766497}" dt="2023-05-22T10:55:53.079" v="15670"/>
          <ac:spMkLst>
            <pc:docMk/>
            <pc:sldMk cId="2684757179" sldId="1173"/>
            <ac:spMk id="64" creationId="{8C143C15-6340-E096-DD74-B9E432E54A85}"/>
          </ac:spMkLst>
        </pc:spChg>
        <pc:spChg chg="add del">
          <ac:chgData name="Jason Abi Chebli" userId="a0f9f5f5563fb1d0" providerId="LiveId" clId="{AAB82D15-A16D-4ECA-AA7D-9F0FF4766497}" dt="2023-05-22T10:55:56.739" v="15672"/>
          <ac:spMkLst>
            <pc:docMk/>
            <pc:sldMk cId="2684757179" sldId="1173"/>
            <ac:spMk id="65" creationId="{4ABD2102-6F37-2936-BC2D-1540A19680D1}"/>
          </ac:spMkLst>
        </pc:spChg>
        <pc:spChg chg="add del">
          <ac:chgData name="Jason Abi Chebli" userId="a0f9f5f5563fb1d0" providerId="LiveId" clId="{AAB82D15-A16D-4ECA-AA7D-9F0FF4766497}" dt="2023-05-22T10:56:07.692" v="15678"/>
          <ac:spMkLst>
            <pc:docMk/>
            <pc:sldMk cId="2684757179" sldId="1173"/>
            <ac:spMk id="66" creationId="{9ACB0E95-AB8A-7605-7C53-D58A0AABC71C}"/>
          </ac:spMkLst>
        </pc:spChg>
        <pc:picChg chg="mod">
          <ac:chgData name="Jason Abi Chebli" userId="a0f9f5f5563fb1d0" providerId="LiveId" clId="{AAB82D15-A16D-4ECA-AA7D-9F0FF4766497}" dt="2023-05-22T00:32:32.342" v="7168" actId="1076"/>
          <ac:picMkLst>
            <pc:docMk/>
            <pc:sldMk cId="2684757179" sldId="1173"/>
            <ac:picMk id="35" creationId="{F97AB1F6-F76F-638A-FFBB-B4B21B18DD5D}"/>
          </ac:picMkLst>
        </pc:picChg>
        <pc:cxnChg chg="add mod">
          <ac:chgData name="Jason Abi Chebli" userId="a0f9f5f5563fb1d0" providerId="LiveId" clId="{AAB82D15-A16D-4ECA-AA7D-9F0FF4766497}" dt="2023-05-22T00:25:01.434" v="7021" actId="14100"/>
          <ac:cxnSpMkLst>
            <pc:docMk/>
            <pc:sldMk cId="2684757179" sldId="1173"/>
            <ac:cxnSpMk id="19" creationId="{7F201026-F33F-08B4-1D77-2FEBE7A23739}"/>
          </ac:cxnSpMkLst>
        </pc:cxnChg>
        <pc:cxnChg chg="add del mod">
          <ac:chgData name="Jason Abi Chebli" userId="a0f9f5f5563fb1d0" providerId="LiveId" clId="{AAB82D15-A16D-4ECA-AA7D-9F0FF4766497}" dt="2023-05-22T00:24:35.668" v="7015" actId="478"/>
          <ac:cxnSpMkLst>
            <pc:docMk/>
            <pc:sldMk cId="2684757179" sldId="1173"/>
            <ac:cxnSpMk id="43" creationId="{5B65CB43-B660-E27B-7119-D1EB77159A87}"/>
          </ac:cxnSpMkLst>
        </pc:cxnChg>
        <pc:cxnChg chg="add del mod">
          <ac:chgData name="Jason Abi Chebli" userId="a0f9f5f5563fb1d0" providerId="LiveId" clId="{AAB82D15-A16D-4ECA-AA7D-9F0FF4766497}" dt="2023-05-22T00:25:02.733" v="7023"/>
          <ac:cxnSpMkLst>
            <pc:docMk/>
            <pc:sldMk cId="2684757179" sldId="1173"/>
            <ac:cxnSpMk id="45" creationId="{47F7B5B7-4D8C-75F5-36AE-A1C4E2DEDF85}"/>
          </ac:cxnSpMkLst>
        </pc:cxnChg>
        <pc:cxnChg chg="add del mod">
          <ac:chgData name="Jason Abi Chebli" userId="a0f9f5f5563fb1d0" providerId="LiveId" clId="{AAB82D15-A16D-4ECA-AA7D-9F0FF4766497}" dt="2023-05-22T00:25:11.845" v="7026" actId="478"/>
          <ac:cxnSpMkLst>
            <pc:docMk/>
            <pc:sldMk cId="2684757179" sldId="1173"/>
            <ac:cxnSpMk id="48" creationId="{E2F277B6-1FA9-AC79-C9C2-D8B33DA908E0}"/>
          </ac:cxnSpMkLst>
        </pc:cxnChg>
        <pc:cxnChg chg="add mod">
          <ac:chgData name="Jason Abi Chebli" userId="a0f9f5f5563fb1d0" providerId="LiveId" clId="{AAB82D15-A16D-4ECA-AA7D-9F0FF4766497}" dt="2023-05-22T00:25:20.281" v="7028" actId="1076"/>
          <ac:cxnSpMkLst>
            <pc:docMk/>
            <pc:sldMk cId="2684757179" sldId="1173"/>
            <ac:cxnSpMk id="49" creationId="{7EAE2353-C616-6944-805C-0D6E77951FC8}"/>
          </ac:cxnSpMkLst>
        </pc:cxnChg>
        <pc:extLst>
          <p:ext xmlns:p="http://schemas.openxmlformats.org/presentationml/2006/main" uri="{D6D511B9-2390-475A-947B-AFAB55BFBCF1}">
            <pc226:cmChg xmlns:pc226="http://schemas.microsoft.com/office/powerpoint/2022/06/main/command" chg="mod">
              <pc226:chgData name="Jason Abi Chebli" userId="a0f9f5f5563fb1d0" providerId="LiveId" clId="{AAB82D15-A16D-4ECA-AA7D-9F0FF4766497}" dt="2023-05-23T02:25:07.354" v="22611" actId="2056"/>
              <pc2:cmMkLst xmlns:pc2="http://schemas.microsoft.com/office/powerpoint/2019/9/main/command">
                <pc:docMk/>
                <pc:sldMk cId="2684757179" sldId="1173"/>
                <pc2:cmMk id="{940A15E8-5E2A-45B0-943B-533D41FB2F34}"/>
              </pc2:cmMkLst>
            </pc226:cmChg>
          </p:ext>
        </pc:extLst>
      </pc:sldChg>
      <pc:sldChg chg="addSp delSp modSp mod ord addCm modCm">
        <pc:chgData name="Jason Abi Chebli" userId="a0f9f5f5563fb1d0" providerId="LiveId" clId="{AAB82D15-A16D-4ECA-AA7D-9F0FF4766497}" dt="2023-05-23T12:00:59.512" v="24804" actId="20577"/>
        <pc:sldMkLst>
          <pc:docMk/>
          <pc:sldMk cId="1901006668" sldId="1174"/>
        </pc:sldMkLst>
        <pc:spChg chg="add mod">
          <ac:chgData name="Jason Abi Chebli" userId="a0f9f5f5563fb1d0" providerId="LiveId" clId="{AAB82D15-A16D-4ECA-AA7D-9F0FF4766497}" dt="2023-05-23T02:50:36.584" v="23362" actId="14100"/>
          <ac:spMkLst>
            <pc:docMk/>
            <pc:sldMk cId="1901006668" sldId="1174"/>
            <ac:spMk id="2" creationId="{40923489-86A4-F341-AE23-A7D2EFF087E3}"/>
          </ac:spMkLst>
        </pc:spChg>
        <pc:spChg chg="mod">
          <ac:chgData name="Jason Abi Chebli" userId="a0f9f5f5563fb1d0" providerId="LiveId" clId="{AAB82D15-A16D-4ECA-AA7D-9F0FF4766497}" dt="2023-05-22T12:50:04.686" v="20233" actId="20577"/>
          <ac:spMkLst>
            <pc:docMk/>
            <pc:sldMk cId="1901006668" sldId="1174"/>
            <ac:spMk id="3" creationId="{598A108B-143B-9AAD-898E-433E1C4E1B7E}"/>
          </ac:spMkLst>
        </pc:spChg>
        <pc:spChg chg="add mod">
          <ac:chgData name="Jason Abi Chebli" userId="a0f9f5f5563fb1d0" providerId="LiveId" clId="{AAB82D15-A16D-4ECA-AA7D-9F0FF4766497}" dt="2023-05-23T12:00:59.512" v="24804" actId="20577"/>
          <ac:spMkLst>
            <pc:docMk/>
            <pc:sldMk cId="1901006668" sldId="1174"/>
            <ac:spMk id="5" creationId="{08F3BA9A-0C90-80B7-A19B-171CD4D119ED}"/>
          </ac:spMkLst>
        </pc:spChg>
        <pc:spChg chg="add mod">
          <ac:chgData name="Jason Abi Chebli" userId="a0f9f5f5563fb1d0" providerId="LiveId" clId="{AAB82D15-A16D-4ECA-AA7D-9F0FF4766497}" dt="2023-05-23T03:13:59.668" v="23454" actId="20577"/>
          <ac:spMkLst>
            <pc:docMk/>
            <pc:sldMk cId="1901006668" sldId="1174"/>
            <ac:spMk id="6" creationId="{FD9A2755-46A3-24F8-F228-F39B1BBE51C9}"/>
          </ac:spMkLst>
        </pc:spChg>
        <pc:spChg chg="mod">
          <ac:chgData name="Jason Abi Chebli" userId="a0f9f5f5563fb1d0" providerId="LiveId" clId="{AAB82D15-A16D-4ECA-AA7D-9F0FF4766497}" dt="2023-05-22T12:47:45.018" v="20222" actId="14100"/>
          <ac:spMkLst>
            <pc:docMk/>
            <pc:sldMk cId="1901006668" sldId="1174"/>
            <ac:spMk id="10" creationId="{1F93AE4B-1AD3-DF49-A82D-15D970233F59}"/>
          </ac:spMkLst>
        </pc:spChg>
        <pc:spChg chg="mod">
          <ac:chgData name="Jason Abi Chebli" userId="a0f9f5f5563fb1d0" providerId="LiveId" clId="{AAB82D15-A16D-4ECA-AA7D-9F0FF4766497}" dt="2023-05-22T12:38:08.807" v="19985" actId="313"/>
          <ac:spMkLst>
            <pc:docMk/>
            <pc:sldMk cId="1901006668" sldId="1174"/>
            <ac:spMk id="16" creationId="{ABEDE7A0-BBDF-FFF7-5C76-3D7840FF9E22}"/>
          </ac:spMkLst>
        </pc:spChg>
        <pc:graphicFrameChg chg="add del mod">
          <ac:chgData name="Jason Abi Chebli" userId="a0f9f5f5563fb1d0" providerId="LiveId" clId="{AAB82D15-A16D-4ECA-AA7D-9F0FF4766497}" dt="2023-05-23T02:59:53.492" v="23430" actId="478"/>
          <ac:graphicFrameMkLst>
            <pc:docMk/>
            <pc:sldMk cId="1901006668" sldId="1174"/>
            <ac:graphicFrameMk id="5" creationId="{05D3B3A4-485A-661D-CB80-C4B601B7F6F0}"/>
          </ac:graphicFrameMkLst>
        </pc:graphicFrameChg>
        <pc:graphicFrameChg chg="add del mod">
          <ac:chgData name="Jason Abi Chebli" userId="a0f9f5f5563fb1d0" providerId="LiveId" clId="{AAB82D15-A16D-4ECA-AA7D-9F0FF4766497}" dt="2023-05-23T03:00:50.133" v="23435" actId="478"/>
          <ac:graphicFrameMkLst>
            <pc:docMk/>
            <pc:sldMk cId="1901006668" sldId="1174"/>
            <ac:graphicFrameMk id="8" creationId="{05D3B3A4-485A-661D-CB80-C4B601B7F6F0}"/>
          </ac:graphicFrameMkLst>
        </pc:graphicFrameChg>
        <pc:graphicFrameChg chg="add mod">
          <ac:chgData name="Jason Abi Chebli" userId="a0f9f5f5563fb1d0" providerId="LiveId" clId="{AAB82D15-A16D-4ECA-AA7D-9F0FF4766497}" dt="2023-05-23T11:17:45.180" v="23457"/>
          <ac:graphicFrameMkLst>
            <pc:docMk/>
            <pc:sldMk cId="1901006668" sldId="1174"/>
            <ac:graphicFrameMk id="13" creationId="{05D3B3A4-485A-661D-CB80-C4B601B7F6F0}"/>
          </ac:graphicFrameMkLst>
        </pc:graphicFrameChg>
        <pc:graphicFrameChg chg="add mod">
          <ac:chgData name="Jason Abi Chebli" userId="a0f9f5f5563fb1d0" providerId="LiveId" clId="{AAB82D15-A16D-4ECA-AA7D-9F0FF4766497}" dt="2023-05-23T03:13:55.374" v="23444" actId="1076"/>
          <ac:graphicFrameMkLst>
            <pc:docMk/>
            <pc:sldMk cId="1901006668" sldId="1174"/>
            <ac:graphicFrameMk id="15" creationId="{05D3B3A4-485A-661D-CB80-C4B601B7F6F0}"/>
          </ac:graphicFrameMkLst>
        </pc:graphicFrameChg>
        <pc:graphicFrameChg chg="mod ord modGraphic">
          <ac:chgData name="Jason Abi Chebli" userId="a0f9f5f5563fb1d0" providerId="LiveId" clId="{AAB82D15-A16D-4ECA-AA7D-9F0FF4766497}" dt="2023-05-23T11:27:46.590" v="23582" actId="21"/>
          <ac:graphicFrameMkLst>
            <pc:docMk/>
            <pc:sldMk cId="1901006668" sldId="1174"/>
            <ac:graphicFrameMk id="26" creationId="{006024AA-6A43-D14B-A938-388A9F8ECE85}"/>
          </ac:graphicFrameMkLst>
        </pc:graphicFrameChg>
        <pc:cxnChg chg="del mod">
          <ac:chgData name="Jason Abi Chebli" userId="a0f9f5f5563fb1d0" providerId="LiveId" clId="{AAB82D15-A16D-4ECA-AA7D-9F0FF4766497}" dt="2023-05-22T12:19:51.938" v="19057" actId="478"/>
          <ac:cxnSpMkLst>
            <pc:docMk/>
            <pc:sldMk cId="1901006668" sldId="1174"/>
            <ac:cxnSpMk id="33" creationId="{4393518A-65D0-7713-1E0D-5ED697EB3361}"/>
          </ac:cxnSpMkLst>
        </pc:cxnChg>
        <pc:cxnChg chg="mod">
          <ac:chgData name="Jason Abi Chebli" userId="a0f9f5f5563fb1d0" providerId="LiveId" clId="{AAB82D15-A16D-4ECA-AA7D-9F0FF4766497}" dt="2023-05-22T13:05:59.799" v="20536" actId="1076"/>
          <ac:cxnSpMkLst>
            <pc:docMk/>
            <pc:sldMk cId="1901006668" sldId="1174"/>
            <ac:cxnSpMk id="34" creationId="{265FD89C-069D-2B11-076B-8B6985132FED}"/>
          </ac:cxnSpMkLst>
        </pc:cxnChg>
        <pc:extLst>
          <p:ext xmlns:p="http://schemas.openxmlformats.org/presentationml/2006/main" uri="{D6D511B9-2390-475A-947B-AFAB55BFBCF1}">
            <pc226:cmChg xmlns:pc226="http://schemas.microsoft.com/office/powerpoint/2022/06/main/command" chg="add mod">
              <pc226:chgData name="Jason Abi Chebli" userId="a0f9f5f5563fb1d0" providerId="LiveId" clId="{AAB82D15-A16D-4ECA-AA7D-9F0FF4766497}" dt="2023-05-22T12:36:01.083" v="19975" actId="20577"/>
              <pc2:cmMkLst xmlns:pc2="http://schemas.microsoft.com/office/powerpoint/2019/9/main/command">
                <pc:docMk/>
                <pc:sldMk cId="1901006668" sldId="1174"/>
                <pc2:cmMk id="{CAF81A3D-774B-4070-8A94-C737419874FC}"/>
              </pc2:cmMkLst>
            </pc226:cmChg>
            <pc226:cmChg xmlns:pc226="http://schemas.microsoft.com/office/powerpoint/2022/06/main/command" chg="add mod">
              <pc226:chgData name="Jason Abi Chebli" userId="a0f9f5f5563fb1d0" providerId="LiveId" clId="{AAB82D15-A16D-4ECA-AA7D-9F0FF4766497}" dt="2023-05-23T02:32:55.032" v="22616" actId="20577"/>
              <pc2:cmMkLst xmlns:pc2="http://schemas.microsoft.com/office/powerpoint/2019/9/main/command">
                <pc:docMk/>
                <pc:sldMk cId="1901006668" sldId="1174"/>
                <pc2:cmMk id="{AFAABC71-B8B6-4601-A2AD-A5DA4394EFB1}"/>
              </pc2:cmMkLst>
            </pc226:cmChg>
            <pc226:cmChg xmlns:pc226="http://schemas.microsoft.com/office/powerpoint/2022/06/main/command" chg="add mod">
              <pc226:chgData name="Jason Abi Chebli" userId="a0f9f5f5563fb1d0" providerId="LiveId" clId="{AAB82D15-A16D-4ECA-AA7D-9F0FF4766497}" dt="2023-05-23T02:32:55.032" v="22616" actId="20577"/>
              <pc2:cmMkLst xmlns:pc2="http://schemas.microsoft.com/office/powerpoint/2019/9/main/command">
                <pc:docMk/>
                <pc:sldMk cId="1901006668" sldId="1174"/>
                <pc2:cmMk id="{DD455198-7C0F-4F97-8119-01787E33F28E}"/>
              </pc2:cmMkLst>
            </pc226:cmChg>
          </p:ext>
        </pc:extLst>
      </pc:sldChg>
      <pc:sldChg chg="addSp delSp modSp add mod addCm">
        <pc:chgData name="Jason Abi Chebli" userId="a0f9f5f5563fb1d0" providerId="LiveId" clId="{AAB82D15-A16D-4ECA-AA7D-9F0FF4766497}" dt="2023-05-23T02:47:37.467" v="23303" actId="20577"/>
        <pc:sldMkLst>
          <pc:docMk/>
          <pc:sldMk cId="144985452" sldId="1175"/>
        </pc:sldMkLst>
        <pc:spChg chg="mod">
          <ac:chgData name="Jason Abi Chebli" userId="a0f9f5f5563fb1d0" providerId="LiveId" clId="{AAB82D15-A16D-4ECA-AA7D-9F0FF4766497}" dt="2023-05-22T02:21:48.599" v="8754" actId="20577"/>
          <ac:spMkLst>
            <pc:docMk/>
            <pc:sldMk cId="144985452" sldId="1175"/>
            <ac:spMk id="4" creationId="{D4BD33E0-9529-560A-D81D-4D02C7CF1DB1}"/>
          </ac:spMkLst>
        </pc:spChg>
        <pc:spChg chg="add mod">
          <ac:chgData name="Jason Abi Chebli" userId="a0f9f5f5563fb1d0" providerId="LiveId" clId="{AAB82D15-A16D-4ECA-AA7D-9F0FF4766497}" dt="2023-05-22T13:35:15.433" v="20901" actId="1076"/>
          <ac:spMkLst>
            <pc:docMk/>
            <pc:sldMk cId="144985452" sldId="1175"/>
            <ac:spMk id="5" creationId="{77D2FEB0-CC84-5118-6A69-D7E54955B2B6}"/>
          </ac:spMkLst>
        </pc:spChg>
        <pc:spChg chg="add del mod">
          <ac:chgData name="Jason Abi Chebli" userId="a0f9f5f5563fb1d0" providerId="LiveId" clId="{AAB82D15-A16D-4ECA-AA7D-9F0FF4766497}" dt="2023-05-22T03:27:24.649" v="9821" actId="478"/>
          <ac:spMkLst>
            <pc:docMk/>
            <pc:sldMk cId="144985452" sldId="1175"/>
            <ac:spMk id="6" creationId="{85DC8E64-6DCA-5BB2-FEF6-56BC1F7BF181}"/>
          </ac:spMkLst>
        </pc:spChg>
        <pc:spChg chg="add del mod">
          <ac:chgData name="Jason Abi Chebli" userId="a0f9f5f5563fb1d0" providerId="LiveId" clId="{AAB82D15-A16D-4ECA-AA7D-9F0FF4766497}" dt="2023-05-22T13:11:52.607" v="20647" actId="478"/>
          <ac:spMkLst>
            <pc:docMk/>
            <pc:sldMk cId="144985452" sldId="1175"/>
            <ac:spMk id="7" creationId="{9BB40609-5F79-29F9-0320-218581F73063}"/>
          </ac:spMkLst>
        </pc:spChg>
        <pc:spChg chg="add del mod">
          <ac:chgData name="Jason Abi Chebli" userId="a0f9f5f5563fb1d0" providerId="LiveId" clId="{AAB82D15-A16D-4ECA-AA7D-9F0FF4766497}" dt="2023-05-22T13:12:57.256" v="20676" actId="478"/>
          <ac:spMkLst>
            <pc:docMk/>
            <pc:sldMk cId="144985452" sldId="1175"/>
            <ac:spMk id="8" creationId="{3134893B-C443-359A-B3C2-D8F1DF5041CA}"/>
          </ac:spMkLst>
        </pc:spChg>
        <pc:spChg chg="add del mod">
          <ac:chgData name="Jason Abi Chebli" userId="a0f9f5f5563fb1d0" providerId="LiveId" clId="{AAB82D15-A16D-4ECA-AA7D-9F0FF4766497}" dt="2023-05-22T13:13:42.316" v="20698" actId="478"/>
          <ac:spMkLst>
            <pc:docMk/>
            <pc:sldMk cId="144985452" sldId="1175"/>
            <ac:spMk id="9" creationId="{CAD8367C-45E9-7D23-D9C8-847A75482E2B}"/>
          </ac:spMkLst>
        </pc:spChg>
        <pc:spChg chg="add del mod">
          <ac:chgData name="Jason Abi Chebli" userId="a0f9f5f5563fb1d0" providerId="LiveId" clId="{AAB82D15-A16D-4ECA-AA7D-9F0FF4766497}" dt="2023-05-22T13:35:14.318" v="20900" actId="1076"/>
          <ac:spMkLst>
            <pc:docMk/>
            <pc:sldMk cId="144985452" sldId="1175"/>
            <ac:spMk id="10" creationId="{6BA20780-C055-1451-4C03-DD59832D9138}"/>
          </ac:spMkLst>
        </pc:spChg>
        <pc:spChg chg="add del mod">
          <ac:chgData name="Jason Abi Chebli" userId="a0f9f5f5563fb1d0" providerId="LiveId" clId="{AAB82D15-A16D-4ECA-AA7D-9F0FF4766497}" dt="2023-05-22T13:15:19.456" v="20739" actId="478"/>
          <ac:spMkLst>
            <pc:docMk/>
            <pc:sldMk cId="144985452" sldId="1175"/>
            <ac:spMk id="13" creationId="{A7BA1842-1E8F-C878-3F24-492A723BE8F2}"/>
          </ac:spMkLst>
        </pc:spChg>
        <pc:spChg chg="add del mod">
          <ac:chgData name="Jason Abi Chebli" userId="a0f9f5f5563fb1d0" providerId="LiveId" clId="{AAB82D15-A16D-4ECA-AA7D-9F0FF4766497}" dt="2023-05-22T03:30:39.754" v="9934" actId="478"/>
          <ac:spMkLst>
            <pc:docMk/>
            <pc:sldMk cId="144985452" sldId="1175"/>
            <ac:spMk id="15" creationId="{DBAB6EF1-0388-7E3F-1588-840682372AB2}"/>
          </ac:spMkLst>
        </pc:spChg>
        <pc:spChg chg="mod">
          <ac:chgData name="Jason Abi Chebli" userId="a0f9f5f5563fb1d0" providerId="LiveId" clId="{AAB82D15-A16D-4ECA-AA7D-9F0FF4766497}" dt="2023-05-22T13:34:30.096" v="20897" actId="20577"/>
          <ac:spMkLst>
            <pc:docMk/>
            <pc:sldMk cId="144985452" sldId="1175"/>
            <ac:spMk id="17" creationId="{B2C54276-F9FB-108A-DF8E-BFFAA41844FA}"/>
          </ac:spMkLst>
        </pc:spChg>
        <pc:spChg chg="add mod">
          <ac:chgData name="Jason Abi Chebli" userId="a0f9f5f5563fb1d0" providerId="LiveId" clId="{AAB82D15-A16D-4ECA-AA7D-9F0FF4766497}" dt="2023-05-22T13:35:14.318" v="20900" actId="1076"/>
          <ac:spMkLst>
            <pc:docMk/>
            <pc:sldMk cId="144985452" sldId="1175"/>
            <ac:spMk id="18" creationId="{33405EAF-29FE-2A55-8A16-14F5521D8D0F}"/>
          </ac:spMkLst>
        </pc:spChg>
        <pc:spChg chg="add del mod">
          <ac:chgData name="Jason Abi Chebli" userId="a0f9f5f5563fb1d0" providerId="LiveId" clId="{AAB82D15-A16D-4ECA-AA7D-9F0FF4766497}" dt="2023-05-22T13:15:05.951" v="20737" actId="478"/>
          <ac:spMkLst>
            <pc:docMk/>
            <pc:sldMk cId="144985452" sldId="1175"/>
            <ac:spMk id="19" creationId="{EDA9CFDC-E774-3C6B-A7AC-543A44411C40}"/>
          </ac:spMkLst>
        </pc:spChg>
        <pc:spChg chg="add del mod">
          <ac:chgData name="Jason Abi Chebli" userId="a0f9f5f5563fb1d0" providerId="LiveId" clId="{AAB82D15-A16D-4ECA-AA7D-9F0FF4766497}" dt="2023-05-22T13:14:52.302" v="20735" actId="478"/>
          <ac:spMkLst>
            <pc:docMk/>
            <pc:sldMk cId="144985452" sldId="1175"/>
            <ac:spMk id="21" creationId="{307B0440-67A5-089B-A333-D8535DC08A44}"/>
          </ac:spMkLst>
        </pc:spChg>
        <pc:spChg chg="add mod">
          <ac:chgData name="Jason Abi Chebli" userId="a0f9f5f5563fb1d0" providerId="LiveId" clId="{AAB82D15-A16D-4ECA-AA7D-9F0FF4766497}" dt="2023-05-22T13:35:14.318" v="20900" actId="1076"/>
          <ac:spMkLst>
            <pc:docMk/>
            <pc:sldMk cId="144985452" sldId="1175"/>
            <ac:spMk id="22" creationId="{41E379C2-4BDE-DFC7-4C81-E2A6B73DB92A}"/>
          </ac:spMkLst>
        </pc:spChg>
        <pc:spChg chg="add mod">
          <ac:chgData name="Jason Abi Chebli" userId="a0f9f5f5563fb1d0" providerId="LiveId" clId="{AAB82D15-A16D-4ECA-AA7D-9F0FF4766497}" dt="2023-05-22T13:35:14.318" v="20900" actId="1076"/>
          <ac:spMkLst>
            <pc:docMk/>
            <pc:sldMk cId="144985452" sldId="1175"/>
            <ac:spMk id="23" creationId="{64710FFB-542C-386B-0426-3096D5DDBE08}"/>
          </ac:spMkLst>
        </pc:spChg>
        <pc:spChg chg="add mod">
          <ac:chgData name="Jason Abi Chebli" userId="a0f9f5f5563fb1d0" providerId="LiveId" clId="{AAB82D15-A16D-4ECA-AA7D-9F0FF4766497}" dt="2023-05-22T13:35:14.318" v="20900" actId="1076"/>
          <ac:spMkLst>
            <pc:docMk/>
            <pc:sldMk cId="144985452" sldId="1175"/>
            <ac:spMk id="24" creationId="{11C43C69-C745-E441-FFDA-B12749382EB5}"/>
          </ac:spMkLst>
        </pc:spChg>
        <pc:spChg chg="add mod">
          <ac:chgData name="Jason Abi Chebli" userId="a0f9f5f5563fb1d0" providerId="LiveId" clId="{AAB82D15-A16D-4ECA-AA7D-9F0FF4766497}" dt="2023-05-22T13:35:14.318" v="20900" actId="1076"/>
          <ac:spMkLst>
            <pc:docMk/>
            <pc:sldMk cId="144985452" sldId="1175"/>
            <ac:spMk id="26" creationId="{C6182E64-4DF3-E3CA-BAE6-C7CBF36BB2C2}"/>
          </ac:spMkLst>
        </pc:spChg>
        <pc:spChg chg="del">
          <ac:chgData name="Jason Abi Chebli" userId="a0f9f5f5563fb1d0" providerId="LiveId" clId="{AAB82D15-A16D-4ECA-AA7D-9F0FF4766497}" dt="2023-05-22T02:21:40.105" v="8740" actId="478"/>
          <ac:spMkLst>
            <pc:docMk/>
            <pc:sldMk cId="144985452" sldId="1175"/>
            <ac:spMk id="27" creationId="{F46F7630-7D3E-31F6-E561-9021C05381C7}"/>
          </ac:spMkLst>
        </pc:spChg>
        <pc:spChg chg="del">
          <ac:chgData name="Jason Abi Chebli" userId="a0f9f5f5563fb1d0" providerId="LiveId" clId="{AAB82D15-A16D-4ECA-AA7D-9F0FF4766497}" dt="2023-05-22T02:21:40.105" v="8740" actId="478"/>
          <ac:spMkLst>
            <pc:docMk/>
            <pc:sldMk cId="144985452" sldId="1175"/>
            <ac:spMk id="28" creationId="{4CB77F97-30D2-C040-C887-97B74BFE62A5}"/>
          </ac:spMkLst>
        </pc:spChg>
        <pc:spChg chg="del">
          <ac:chgData name="Jason Abi Chebli" userId="a0f9f5f5563fb1d0" providerId="LiveId" clId="{AAB82D15-A16D-4ECA-AA7D-9F0FF4766497}" dt="2023-05-22T02:21:36.679" v="8739" actId="478"/>
          <ac:spMkLst>
            <pc:docMk/>
            <pc:sldMk cId="144985452" sldId="1175"/>
            <ac:spMk id="33" creationId="{4CB6B5AC-E309-582E-09EB-C777203BECEE}"/>
          </ac:spMkLst>
        </pc:spChg>
        <pc:spChg chg="del">
          <ac:chgData name="Jason Abi Chebli" userId="a0f9f5f5563fb1d0" providerId="LiveId" clId="{AAB82D15-A16D-4ECA-AA7D-9F0FF4766497}" dt="2023-05-22T02:21:36.679" v="8739" actId="478"/>
          <ac:spMkLst>
            <pc:docMk/>
            <pc:sldMk cId="144985452" sldId="1175"/>
            <ac:spMk id="36" creationId="{6332EAD8-9471-E680-AAC4-7266B62E691D}"/>
          </ac:spMkLst>
        </pc:spChg>
        <pc:spChg chg="del">
          <ac:chgData name="Jason Abi Chebli" userId="a0f9f5f5563fb1d0" providerId="LiveId" clId="{AAB82D15-A16D-4ECA-AA7D-9F0FF4766497}" dt="2023-05-22T02:21:36.679" v="8739" actId="478"/>
          <ac:spMkLst>
            <pc:docMk/>
            <pc:sldMk cId="144985452" sldId="1175"/>
            <ac:spMk id="39" creationId="{DE9F7752-13DA-584C-B7B6-CBF7D1180680}"/>
          </ac:spMkLst>
        </pc:spChg>
        <pc:spChg chg="del">
          <ac:chgData name="Jason Abi Chebli" userId="a0f9f5f5563fb1d0" providerId="LiveId" clId="{AAB82D15-A16D-4ECA-AA7D-9F0FF4766497}" dt="2023-05-22T02:21:36.679" v="8739" actId="478"/>
          <ac:spMkLst>
            <pc:docMk/>
            <pc:sldMk cId="144985452" sldId="1175"/>
            <ac:spMk id="40" creationId="{2B610DB0-481B-EE4A-20F4-9BC9958BD6A5}"/>
          </ac:spMkLst>
        </pc:spChg>
        <pc:spChg chg="del">
          <ac:chgData name="Jason Abi Chebli" userId="a0f9f5f5563fb1d0" providerId="LiveId" clId="{AAB82D15-A16D-4ECA-AA7D-9F0FF4766497}" dt="2023-05-22T02:21:36.679" v="8739" actId="478"/>
          <ac:spMkLst>
            <pc:docMk/>
            <pc:sldMk cId="144985452" sldId="1175"/>
            <ac:spMk id="41" creationId="{4E4CF6BA-095F-D53C-B1A7-9FD01BAD7C19}"/>
          </ac:spMkLst>
        </pc:spChg>
        <pc:spChg chg="del">
          <ac:chgData name="Jason Abi Chebli" userId="a0f9f5f5563fb1d0" providerId="LiveId" clId="{AAB82D15-A16D-4ECA-AA7D-9F0FF4766497}" dt="2023-05-22T02:21:36.679" v="8739" actId="478"/>
          <ac:spMkLst>
            <pc:docMk/>
            <pc:sldMk cId="144985452" sldId="1175"/>
            <ac:spMk id="42" creationId="{E3F7ACBC-73AA-BCFB-7066-9EC99BAA2826}"/>
          </ac:spMkLst>
        </pc:spChg>
        <pc:spChg chg="del">
          <ac:chgData name="Jason Abi Chebli" userId="a0f9f5f5563fb1d0" providerId="LiveId" clId="{AAB82D15-A16D-4ECA-AA7D-9F0FF4766497}" dt="2023-05-22T02:21:36.679" v="8739" actId="478"/>
          <ac:spMkLst>
            <pc:docMk/>
            <pc:sldMk cId="144985452" sldId="1175"/>
            <ac:spMk id="49" creationId="{E6088AB6-C110-97C3-A607-618639085246}"/>
          </ac:spMkLst>
        </pc:spChg>
        <pc:spChg chg="del">
          <ac:chgData name="Jason Abi Chebli" userId="a0f9f5f5563fb1d0" providerId="LiveId" clId="{AAB82D15-A16D-4ECA-AA7D-9F0FF4766497}" dt="2023-05-22T02:21:36.679" v="8739" actId="478"/>
          <ac:spMkLst>
            <pc:docMk/>
            <pc:sldMk cId="144985452" sldId="1175"/>
            <ac:spMk id="50" creationId="{CE7F73E8-E5BD-2870-2D07-2D077D37ECE0}"/>
          </ac:spMkLst>
        </pc:spChg>
        <pc:spChg chg="add mod">
          <ac:chgData name="Jason Abi Chebli" userId="a0f9f5f5563fb1d0" providerId="LiveId" clId="{AAB82D15-A16D-4ECA-AA7D-9F0FF4766497}" dt="2023-05-22T13:45:24.359" v="21040" actId="207"/>
          <ac:spMkLst>
            <pc:docMk/>
            <pc:sldMk cId="144985452" sldId="1175"/>
            <ac:spMk id="59" creationId="{193D98C3-C236-2784-3D5D-A53B56B663BE}"/>
          </ac:spMkLst>
        </pc:spChg>
        <pc:spChg chg="add mod">
          <ac:chgData name="Jason Abi Chebli" userId="a0f9f5f5563fb1d0" providerId="LiveId" clId="{AAB82D15-A16D-4ECA-AA7D-9F0FF4766497}" dt="2023-05-22T13:45:29.996" v="21044" actId="207"/>
          <ac:spMkLst>
            <pc:docMk/>
            <pc:sldMk cId="144985452" sldId="1175"/>
            <ac:spMk id="60" creationId="{4C5A8A10-F558-9D63-9435-6B2A5E1BC511}"/>
          </ac:spMkLst>
        </pc:spChg>
        <pc:spChg chg="add mod">
          <ac:chgData name="Jason Abi Chebli" userId="a0f9f5f5563fb1d0" providerId="LiveId" clId="{AAB82D15-A16D-4ECA-AA7D-9F0FF4766497}" dt="2023-05-22T13:45:34.111" v="21046" actId="207"/>
          <ac:spMkLst>
            <pc:docMk/>
            <pc:sldMk cId="144985452" sldId="1175"/>
            <ac:spMk id="61" creationId="{CC65BE70-8992-143B-68D4-9317C413F746}"/>
          </ac:spMkLst>
        </pc:spChg>
        <pc:spChg chg="add mod">
          <ac:chgData name="Jason Abi Chebli" userId="a0f9f5f5563fb1d0" providerId="LiveId" clId="{AAB82D15-A16D-4ECA-AA7D-9F0FF4766497}" dt="2023-05-22T13:45:32.055" v="21045" actId="207"/>
          <ac:spMkLst>
            <pc:docMk/>
            <pc:sldMk cId="144985452" sldId="1175"/>
            <ac:spMk id="62" creationId="{3A5019BC-2F74-8B41-9EC2-8287270A0CD9}"/>
          </ac:spMkLst>
        </pc:spChg>
        <pc:spChg chg="add mod">
          <ac:chgData name="Jason Abi Chebli" userId="a0f9f5f5563fb1d0" providerId="LiveId" clId="{AAB82D15-A16D-4ECA-AA7D-9F0FF4766497}" dt="2023-05-22T13:45:25.793" v="21041" actId="207"/>
          <ac:spMkLst>
            <pc:docMk/>
            <pc:sldMk cId="144985452" sldId="1175"/>
            <ac:spMk id="63" creationId="{550AEA08-1C60-3BA5-5F00-655AF7EFD09A}"/>
          </ac:spMkLst>
        </pc:spChg>
        <pc:spChg chg="add mod">
          <ac:chgData name="Jason Abi Chebli" userId="a0f9f5f5563fb1d0" providerId="LiveId" clId="{AAB82D15-A16D-4ECA-AA7D-9F0FF4766497}" dt="2023-05-22T13:45:27.564" v="21043" actId="207"/>
          <ac:spMkLst>
            <pc:docMk/>
            <pc:sldMk cId="144985452" sldId="1175"/>
            <ac:spMk id="64" creationId="{EBD4C336-0FFE-C41C-B0F5-A1408A834F54}"/>
          </ac:spMkLst>
        </pc:spChg>
        <pc:graphicFrameChg chg="add mod modGraphic">
          <ac:chgData name="Jason Abi Chebli" userId="a0f9f5f5563fb1d0" providerId="LiveId" clId="{AAB82D15-A16D-4ECA-AA7D-9F0FF4766497}" dt="2023-05-23T02:47:37.467" v="23303" actId="20577"/>
          <ac:graphicFrameMkLst>
            <pc:docMk/>
            <pc:sldMk cId="144985452" sldId="1175"/>
            <ac:graphicFrameMk id="2" creationId="{1A8B5163-E38F-1197-D21A-670FC79A3706}"/>
          </ac:graphicFrameMkLst>
        </pc:graphicFrameChg>
        <pc:graphicFrameChg chg="del modGraphic">
          <ac:chgData name="Jason Abi Chebli" userId="a0f9f5f5563fb1d0" providerId="LiveId" clId="{AAB82D15-A16D-4ECA-AA7D-9F0FF4766497}" dt="2023-05-22T02:21:31.688" v="8736" actId="478"/>
          <ac:graphicFrameMkLst>
            <pc:docMk/>
            <pc:sldMk cId="144985452" sldId="1175"/>
            <ac:graphicFrameMk id="3" creationId="{435176B8-4A49-1DC3-AC4F-980224F58F3E}"/>
          </ac:graphicFrameMkLst>
        </pc:graphicFrameChg>
        <pc:graphicFrameChg chg="add mod">
          <ac:chgData name="Jason Abi Chebli" userId="a0f9f5f5563fb1d0" providerId="LiveId" clId="{AAB82D15-A16D-4ECA-AA7D-9F0FF4766497}" dt="2023-05-22T03:41:05.155" v="10034"/>
          <ac:graphicFrameMkLst>
            <pc:docMk/>
            <pc:sldMk cId="144985452" sldId="1175"/>
            <ac:graphicFrameMk id="29" creationId="{4502E09C-A3E7-A8CF-1CBD-6CA2825A6769}"/>
          </ac:graphicFrameMkLst>
        </pc:graphicFrameChg>
        <pc:graphicFrameChg chg="add del mod">
          <ac:chgData name="Jason Abi Chebli" userId="a0f9f5f5563fb1d0" providerId="LiveId" clId="{AAB82D15-A16D-4ECA-AA7D-9F0FF4766497}" dt="2023-05-22T03:41:33.285" v="10038" actId="478"/>
          <ac:graphicFrameMkLst>
            <pc:docMk/>
            <pc:sldMk cId="144985452" sldId="1175"/>
            <ac:graphicFrameMk id="30" creationId="{4502E09C-A3E7-A8CF-1CBD-6CA2825A6769}"/>
          </ac:graphicFrameMkLst>
        </pc:graphicFrameChg>
        <pc:graphicFrameChg chg="add del mod">
          <ac:chgData name="Jason Abi Chebli" userId="a0f9f5f5563fb1d0" providerId="LiveId" clId="{AAB82D15-A16D-4ECA-AA7D-9F0FF4766497}" dt="2023-05-22T03:43:02.991" v="10049" actId="478"/>
          <ac:graphicFrameMkLst>
            <pc:docMk/>
            <pc:sldMk cId="144985452" sldId="1175"/>
            <ac:graphicFrameMk id="34" creationId="{4502E09C-A3E7-A8CF-1CBD-6CA2825A6769}"/>
          </ac:graphicFrameMkLst>
        </pc:graphicFrameChg>
        <pc:graphicFrameChg chg="add del mod">
          <ac:chgData name="Jason Abi Chebli" userId="a0f9f5f5563fb1d0" providerId="LiveId" clId="{AAB82D15-A16D-4ECA-AA7D-9F0FF4766497}" dt="2023-05-22T03:57:35.304" v="10059" actId="478"/>
          <ac:graphicFrameMkLst>
            <pc:docMk/>
            <pc:sldMk cId="144985452" sldId="1175"/>
            <ac:graphicFrameMk id="38" creationId="{81342338-83FC-4F9F-ABDA-476225E862D1}"/>
          </ac:graphicFrameMkLst>
        </pc:graphicFrameChg>
        <pc:graphicFrameChg chg="add del mod">
          <ac:chgData name="Jason Abi Chebli" userId="a0f9f5f5563fb1d0" providerId="LiveId" clId="{AAB82D15-A16D-4ECA-AA7D-9F0FF4766497}" dt="2023-05-22T06:53:56.068" v="10076" actId="478"/>
          <ac:graphicFrameMkLst>
            <pc:docMk/>
            <pc:sldMk cId="144985452" sldId="1175"/>
            <ac:graphicFrameMk id="47" creationId="{4502E09C-A3E7-A8CF-1CBD-6CA2825A6769}"/>
          </ac:graphicFrameMkLst>
        </pc:graphicFrameChg>
        <pc:graphicFrameChg chg="add del mod">
          <ac:chgData name="Jason Abi Chebli" userId="a0f9f5f5563fb1d0" providerId="LiveId" clId="{AAB82D15-A16D-4ECA-AA7D-9F0FF4766497}" dt="2023-05-22T06:54:12.552" v="10080" actId="478"/>
          <ac:graphicFrameMkLst>
            <pc:docMk/>
            <pc:sldMk cId="144985452" sldId="1175"/>
            <ac:graphicFrameMk id="53" creationId="{81342338-83FC-4F9F-ABDA-476225E862D1}"/>
          </ac:graphicFrameMkLst>
        </pc:graphicFrameChg>
        <pc:graphicFrameChg chg="add del mod">
          <ac:chgData name="Jason Abi Chebli" userId="a0f9f5f5563fb1d0" providerId="LiveId" clId="{AAB82D15-A16D-4ECA-AA7D-9F0FF4766497}" dt="2023-05-22T06:55:47.347" v="10090" actId="478"/>
          <ac:graphicFrameMkLst>
            <pc:docMk/>
            <pc:sldMk cId="144985452" sldId="1175"/>
            <ac:graphicFrameMk id="56" creationId="{81342338-83FC-4F9F-ABDA-476225E862D1}"/>
          </ac:graphicFrameMkLst>
        </pc:graphicFrameChg>
        <pc:picChg chg="del">
          <ac:chgData name="Jason Abi Chebli" userId="a0f9f5f5563fb1d0" providerId="LiveId" clId="{AAB82D15-A16D-4ECA-AA7D-9F0FF4766497}" dt="2023-05-22T02:21:33.006" v="8737" actId="478"/>
          <ac:picMkLst>
            <pc:docMk/>
            <pc:sldMk cId="144985452" sldId="1175"/>
            <ac:picMk id="16" creationId="{6316D79A-64A5-BCEA-67BE-F138632C071C}"/>
          </ac:picMkLst>
        </pc:picChg>
        <pc:picChg chg="del mod">
          <ac:chgData name="Jason Abi Chebli" userId="a0f9f5f5563fb1d0" providerId="LiveId" clId="{AAB82D15-A16D-4ECA-AA7D-9F0FF4766497}" dt="2023-05-22T02:21:36.679" v="8739" actId="478"/>
          <ac:picMkLst>
            <pc:docMk/>
            <pc:sldMk cId="144985452" sldId="1175"/>
            <ac:picMk id="20" creationId="{A043D19B-0733-306E-49F1-DD13DA1434AF}"/>
          </ac:picMkLst>
        </pc:picChg>
        <pc:picChg chg="del">
          <ac:chgData name="Jason Abi Chebli" userId="a0f9f5f5563fb1d0" providerId="LiveId" clId="{AAB82D15-A16D-4ECA-AA7D-9F0FF4766497}" dt="2023-05-22T02:21:42.483" v="8741" actId="478"/>
          <ac:picMkLst>
            <pc:docMk/>
            <pc:sldMk cId="144985452" sldId="1175"/>
            <ac:picMk id="25" creationId="{825A9677-E94D-2610-7ABE-8F8CE0029BCE}"/>
          </ac:picMkLst>
        </pc:picChg>
        <pc:picChg chg="add del mod">
          <ac:chgData name="Jason Abi Chebli" userId="a0f9f5f5563fb1d0" providerId="LiveId" clId="{AAB82D15-A16D-4ECA-AA7D-9F0FF4766497}" dt="2023-05-22T03:43:04.221" v="10050" actId="478"/>
          <ac:picMkLst>
            <pc:docMk/>
            <pc:sldMk cId="144985452" sldId="1175"/>
            <ac:picMk id="32" creationId="{D322EC17-D754-BF0B-48A7-A16266E5B368}"/>
          </ac:picMkLst>
        </pc:picChg>
        <pc:picChg chg="add del mod">
          <ac:chgData name="Jason Abi Chebli" userId="a0f9f5f5563fb1d0" providerId="LiveId" clId="{AAB82D15-A16D-4ECA-AA7D-9F0FF4766497}" dt="2023-05-22T06:53:50.483" v="10073" actId="478"/>
          <ac:picMkLst>
            <pc:docMk/>
            <pc:sldMk cId="144985452" sldId="1175"/>
            <ac:picMk id="37" creationId="{D556035A-60DE-DA4F-E877-0209FE145F79}"/>
          </ac:picMkLst>
        </pc:picChg>
        <pc:picChg chg="add del mod">
          <ac:chgData name="Jason Abi Chebli" userId="a0f9f5f5563fb1d0" providerId="LiveId" clId="{AAB82D15-A16D-4ECA-AA7D-9F0FF4766497}" dt="2023-05-22T06:53:58.146" v="10077" actId="478"/>
          <ac:picMkLst>
            <pc:docMk/>
            <pc:sldMk cId="144985452" sldId="1175"/>
            <ac:picMk id="45" creationId="{5318E486-8851-028B-ACD6-F10682122126}"/>
          </ac:picMkLst>
        </pc:picChg>
        <pc:picChg chg="del">
          <ac:chgData name="Jason Abi Chebli" userId="a0f9f5f5563fb1d0" providerId="LiveId" clId="{AAB82D15-A16D-4ECA-AA7D-9F0FF4766497}" dt="2023-05-22T02:21:42.483" v="8741" actId="478"/>
          <ac:picMkLst>
            <pc:docMk/>
            <pc:sldMk cId="144985452" sldId="1175"/>
            <ac:picMk id="46" creationId="{20D09554-C296-FE90-B821-A2D045BF632F}"/>
          </ac:picMkLst>
        </pc:picChg>
        <pc:picChg chg="del">
          <ac:chgData name="Jason Abi Chebli" userId="a0f9f5f5563fb1d0" providerId="LiveId" clId="{AAB82D15-A16D-4ECA-AA7D-9F0FF4766497}" dt="2023-05-22T02:21:36.679" v="8739" actId="478"/>
          <ac:picMkLst>
            <pc:docMk/>
            <pc:sldMk cId="144985452" sldId="1175"/>
            <ac:picMk id="48" creationId="{9407A094-1754-4B5D-A76B-A9652BB4D854}"/>
          </ac:picMkLst>
        </pc:picChg>
        <pc:picChg chg="add mod">
          <ac:chgData name="Jason Abi Chebli" userId="a0f9f5f5563fb1d0" providerId="LiveId" clId="{AAB82D15-A16D-4ECA-AA7D-9F0FF4766497}" dt="2023-05-22T13:35:38.101" v="20904" actId="1076"/>
          <ac:picMkLst>
            <pc:docMk/>
            <pc:sldMk cId="144985452" sldId="1175"/>
            <ac:picMk id="52" creationId="{D3EB332D-40D9-E105-043B-380CFA0617B2}"/>
          </ac:picMkLst>
        </pc:picChg>
        <pc:picChg chg="add del mod">
          <ac:chgData name="Jason Abi Chebli" userId="a0f9f5f5563fb1d0" providerId="LiveId" clId="{AAB82D15-A16D-4ECA-AA7D-9F0FF4766497}" dt="2023-05-22T06:55:46.428" v="10089" actId="478"/>
          <ac:picMkLst>
            <pc:docMk/>
            <pc:sldMk cId="144985452" sldId="1175"/>
            <ac:picMk id="55" creationId="{31795904-4EC5-3FE5-8827-B243331FC131}"/>
          </ac:picMkLst>
        </pc:picChg>
        <pc:picChg chg="add mod">
          <ac:chgData name="Jason Abi Chebli" userId="a0f9f5f5563fb1d0" providerId="LiveId" clId="{AAB82D15-A16D-4ECA-AA7D-9F0FF4766497}" dt="2023-05-22T13:36:00.383" v="20906" actId="1076"/>
          <ac:picMkLst>
            <pc:docMk/>
            <pc:sldMk cId="144985452" sldId="1175"/>
            <ac:picMk id="58" creationId="{79B41174-0FFD-EE4B-01DB-0BD76718200C}"/>
          </ac:picMkLst>
        </pc:picChg>
        <pc:extLst>
          <p:ext xmlns:p="http://schemas.openxmlformats.org/presentationml/2006/main" uri="{D6D511B9-2390-475A-947B-AFAB55BFBCF1}">
            <pc226:cmChg xmlns:pc226="http://schemas.microsoft.com/office/powerpoint/2022/06/main/command" chg="add">
              <pc226:chgData name="Jason Abi Chebli" userId="a0f9f5f5563fb1d0" providerId="LiveId" clId="{AAB82D15-A16D-4ECA-AA7D-9F0FF4766497}" dt="2023-05-22T13:19:42.015" v="20758"/>
              <pc2:cmMkLst xmlns:pc2="http://schemas.microsoft.com/office/powerpoint/2019/9/main/command">
                <pc:docMk/>
                <pc:sldMk cId="144985452" sldId="1175"/>
                <pc2:cmMk id="{7F56A3FE-2171-41A5-B033-EDBE9FB2B92A}"/>
              </pc2:cmMkLst>
            </pc226:cmChg>
          </p:ext>
        </pc:extLst>
      </pc:sldChg>
      <pc:sldChg chg="addSp modSp add mod addCm modCm">
        <pc:chgData name="Jason Abi Chebli" userId="a0f9f5f5563fb1d0" providerId="LiveId" clId="{AAB82D15-A16D-4ECA-AA7D-9F0FF4766497}" dt="2023-05-22T07:28:40.481" v="11864" actId="20577"/>
        <pc:sldMkLst>
          <pc:docMk/>
          <pc:sldMk cId="2155739437" sldId="1176"/>
        </pc:sldMkLst>
        <pc:spChg chg="add mod">
          <ac:chgData name="Jason Abi Chebli" userId="a0f9f5f5563fb1d0" providerId="LiveId" clId="{AAB82D15-A16D-4ECA-AA7D-9F0FF4766497}" dt="2023-05-22T07:25:25.381" v="11763" actId="13822"/>
          <ac:spMkLst>
            <pc:docMk/>
            <pc:sldMk cId="2155739437" sldId="1176"/>
            <ac:spMk id="3" creationId="{1BC332C9-BC08-80E0-9FA4-967A0CC7226B}"/>
          </ac:spMkLst>
        </pc:spChg>
        <pc:spChg chg="mod">
          <ac:chgData name="Jason Abi Chebli" userId="a0f9f5f5563fb1d0" providerId="LiveId" clId="{AAB82D15-A16D-4ECA-AA7D-9F0FF4766497}" dt="2023-05-22T02:24:20.215" v="8916" actId="20577"/>
          <ac:spMkLst>
            <pc:docMk/>
            <pc:sldMk cId="2155739437" sldId="1176"/>
            <ac:spMk id="4" creationId="{D4BD33E0-9529-560A-D81D-4D02C7CF1DB1}"/>
          </ac:spMkLst>
        </pc:spChg>
        <pc:spChg chg="add mod">
          <ac:chgData name="Jason Abi Chebli" userId="a0f9f5f5563fb1d0" providerId="LiveId" clId="{AAB82D15-A16D-4ECA-AA7D-9F0FF4766497}" dt="2023-05-22T07:26:47.057" v="11773" actId="20577"/>
          <ac:spMkLst>
            <pc:docMk/>
            <pc:sldMk cId="2155739437" sldId="1176"/>
            <ac:spMk id="6" creationId="{8B34A545-79D4-8091-A8D9-E755B1B6216B}"/>
          </ac:spMkLst>
        </pc:spChg>
        <pc:spChg chg="add mod">
          <ac:chgData name="Jason Abi Chebli" userId="a0f9f5f5563fb1d0" providerId="LiveId" clId="{AAB82D15-A16D-4ECA-AA7D-9F0FF4766497}" dt="2023-05-22T07:21:18.932" v="11547" actId="1076"/>
          <ac:spMkLst>
            <pc:docMk/>
            <pc:sldMk cId="2155739437" sldId="1176"/>
            <ac:spMk id="7" creationId="{C80CFA45-F89E-01CD-AC34-E0792D460E9A}"/>
          </ac:spMkLst>
        </pc:spChg>
        <pc:spChg chg="add mod">
          <ac:chgData name="Jason Abi Chebli" userId="a0f9f5f5563fb1d0" providerId="LiveId" clId="{AAB82D15-A16D-4ECA-AA7D-9F0FF4766497}" dt="2023-05-22T07:17:11.318" v="11144" actId="20577"/>
          <ac:spMkLst>
            <pc:docMk/>
            <pc:sldMk cId="2155739437" sldId="1176"/>
            <ac:spMk id="8" creationId="{DCC801CA-71A9-6C2D-2F3D-5567F195BEEE}"/>
          </ac:spMkLst>
        </pc:spChg>
        <pc:spChg chg="add mod">
          <ac:chgData name="Jason Abi Chebli" userId="a0f9f5f5563fb1d0" providerId="LiveId" clId="{AAB82D15-A16D-4ECA-AA7D-9F0FF4766497}" dt="2023-05-22T07:28:40.481" v="11864" actId="20577"/>
          <ac:spMkLst>
            <pc:docMk/>
            <pc:sldMk cId="2155739437" sldId="1176"/>
            <ac:spMk id="9" creationId="{2202EAC1-E303-6CE2-D763-99F184D59BD4}"/>
          </ac:spMkLst>
        </pc:spChg>
        <pc:graphicFrameChg chg="mod modGraphic">
          <ac:chgData name="Jason Abi Chebli" userId="a0f9f5f5563fb1d0" providerId="LiveId" clId="{AAB82D15-A16D-4ECA-AA7D-9F0FF4766497}" dt="2023-05-22T07:28:37.753" v="11862" actId="948"/>
          <ac:graphicFrameMkLst>
            <pc:docMk/>
            <pc:sldMk cId="2155739437" sldId="1176"/>
            <ac:graphicFrameMk id="2" creationId="{1A8B5163-E38F-1197-D21A-670FC79A3706}"/>
          </ac:graphicFrameMkLst>
        </pc:graphicFrameChg>
        <pc:extLst>
          <p:ext xmlns:p="http://schemas.openxmlformats.org/presentationml/2006/main" uri="{D6D511B9-2390-475A-947B-AFAB55BFBCF1}">
            <pc226:cmChg xmlns:pc226="http://schemas.microsoft.com/office/powerpoint/2022/06/main/command" chg="add mod">
              <pc226:chgData name="Jason Abi Chebli" userId="a0f9f5f5563fb1d0" providerId="LiveId" clId="{AAB82D15-A16D-4ECA-AA7D-9F0FF4766497}" dt="2023-05-22T07:21:16.190" v="11546" actId="20577"/>
              <pc2:cmMkLst xmlns:pc2="http://schemas.microsoft.com/office/powerpoint/2019/9/main/command">
                <pc:docMk/>
                <pc:sldMk cId="2155739437" sldId="1176"/>
                <pc2:cmMk id="{847AECAE-5D94-4695-ABB2-E06D2E1AB511}"/>
              </pc2:cmMkLst>
            </pc226:cmChg>
          </p:ext>
        </pc:extLst>
      </pc:sldChg>
      <pc:sldChg chg="add del">
        <pc:chgData name="Jason Abi Chebli" userId="a0f9f5f5563fb1d0" providerId="LiveId" clId="{AAB82D15-A16D-4ECA-AA7D-9F0FF4766497}" dt="2023-05-22T02:22:22.438" v="8772"/>
        <pc:sldMkLst>
          <pc:docMk/>
          <pc:sldMk cId="3839456665" sldId="1176"/>
        </pc:sldMkLst>
      </pc:sldChg>
      <pc:sldChg chg="delSp modSp add del mod ord">
        <pc:chgData name="Jason Abi Chebli" userId="a0f9f5f5563fb1d0" providerId="LiveId" clId="{AAB82D15-A16D-4ECA-AA7D-9F0FF4766497}" dt="2023-05-22T07:37:14.092" v="12220" actId="47"/>
        <pc:sldMkLst>
          <pc:docMk/>
          <pc:sldMk cId="1161269522" sldId="1177"/>
        </pc:sldMkLst>
        <pc:spChg chg="mod">
          <ac:chgData name="Jason Abi Chebli" userId="a0f9f5f5563fb1d0" providerId="LiveId" clId="{AAB82D15-A16D-4ECA-AA7D-9F0FF4766497}" dt="2023-05-22T02:26:19.244" v="9038" actId="20577"/>
          <ac:spMkLst>
            <pc:docMk/>
            <pc:sldMk cId="1161269522" sldId="1177"/>
            <ac:spMk id="4" creationId="{D4BD33E0-9529-560A-D81D-4D02C7CF1DB1}"/>
          </ac:spMkLst>
        </pc:spChg>
        <pc:graphicFrameChg chg="del">
          <ac:chgData name="Jason Abi Chebli" userId="a0f9f5f5563fb1d0" providerId="LiveId" clId="{AAB82D15-A16D-4ECA-AA7D-9F0FF4766497}" dt="2023-05-22T02:26:16.373" v="9037" actId="478"/>
          <ac:graphicFrameMkLst>
            <pc:docMk/>
            <pc:sldMk cId="1161269522" sldId="1177"/>
            <ac:graphicFrameMk id="2" creationId="{1A8B5163-E38F-1197-D21A-670FC79A3706}"/>
          </ac:graphicFrameMkLst>
        </pc:graphicFrameChg>
      </pc:sldChg>
      <pc:sldChg chg="addSp delSp modSp mod">
        <pc:chgData name="Jason Abi Chebli" userId="a0f9f5f5563fb1d0" providerId="LiveId" clId="{AAB82D15-A16D-4ECA-AA7D-9F0FF4766497}" dt="2023-05-22T08:14:33.320" v="12962" actId="14100"/>
        <pc:sldMkLst>
          <pc:docMk/>
          <pc:sldMk cId="2857505401" sldId="1178"/>
        </pc:sldMkLst>
        <pc:spChg chg="add del mod">
          <ac:chgData name="Jason Abi Chebli" userId="a0f9f5f5563fb1d0" providerId="LiveId" clId="{AAB82D15-A16D-4ECA-AA7D-9F0FF4766497}" dt="2023-05-22T07:31:13.705" v="11866"/>
          <ac:spMkLst>
            <pc:docMk/>
            <pc:sldMk cId="2857505401" sldId="1178"/>
            <ac:spMk id="2" creationId="{2896196E-3749-478D-5F0F-4A8700CCC786}"/>
          </ac:spMkLst>
        </pc:spChg>
        <pc:spChg chg="mod">
          <ac:chgData name="Jason Abi Chebli" userId="a0f9f5f5563fb1d0" providerId="LiveId" clId="{AAB82D15-A16D-4ECA-AA7D-9F0FF4766497}" dt="2023-05-22T08:14:33.320" v="12962" actId="14100"/>
          <ac:spMkLst>
            <pc:docMk/>
            <pc:sldMk cId="2857505401" sldId="1178"/>
            <ac:spMk id="3" creationId="{8B7BB539-E66E-9E91-A9AC-7195446A1830}"/>
          </ac:spMkLst>
        </pc:spChg>
      </pc:sldChg>
      <pc:sldChg chg="del">
        <pc:chgData name="Jason Abi Chebli" userId="a0f9f5f5563fb1d0" providerId="LiveId" clId="{AAB82D15-A16D-4ECA-AA7D-9F0FF4766497}" dt="2023-05-22T07:32:09.349" v="11900" actId="47"/>
        <pc:sldMkLst>
          <pc:docMk/>
          <pc:sldMk cId="3955775606" sldId="1179"/>
        </pc:sldMkLst>
      </pc:sldChg>
      <pc:sldChg chg="addSp delSp modSp mod addCm">
        <pc:chgData name="Jason Abi Chebli" userId="a0f9f5f5563fb1d0" providerId="LiveId" clId="{AAB82D15-A16D-4ECA-AA7D-9F0FF4766497}" dt="2023-05-22T15:15:46.311" v="22609"/>
        <pc:sldMkLst>
          <pc:docMk/>
          <pc:sldMk cId="2074895071" sldId="1180"/>
        </pc:sldMkLst>
        <pc:spChg chg="add del mod">
          <ac:chgData name="Jason Abi Chebli" userId="a0f9f5f5563fb1d0" providerId="LiveId" clId="{AAB82D15-A16D-4ECA-AA7D-9F0FF4766497}" dt="2023-05-22T08:35:01.701" v="13622" actId="478"/>
          <ac:spMkLst>
            <pc:docMk/>
            <pc:sldMk cId="2074895071" sldId="1180"/>
            <ac:spMk id="2" creationId="{62AE364D-A1C2-7C21-1FE9-221E10C51130}"/>
          </ac:spMkLst>
        </pc:spChg>
        <pc:spChg chg="add mod">
          <ac:chgData name="Jason Abi Chebli" userId="a0f9f5f5563fb1d0" providerId="LiveId" clId="{AAB82D15-A16D-4ECA-AA7D-9F0FF4766497}" dt="2023-05-22T08:35:59.035" v="13627" actId="693"/>
          <ac:spMkLst>
            <pc:docMk/>
            <pc:sldMk cId="2074895071" sldId="1180"/>
            <ac:spMk id="3" creationId="{0C4C3B12-72D2-7648-ADFE-B120E1A3277A}"/>
          </ac:spMkLst>
        </pc:spChg>
        <pc:spChg chg="mod">
          <ac:chgData name="Jason Abi Chebli" userId="a0f9f5f5563fb1d0" providerId="LiveId" clId="{AAB82D15-A16D-4ECA-AA7D-9F0FF4766497}" dt="2023-05-22T10:41:14.185" v="15286" actId="1076"/>
          <ac:spMkLst>
            <pc:docMk/>
            <pc:sldMk cId="2074895071" sldId="1180"/>
            <ac:spMk id="7" creationId="{42F0B3DC-26D7-C8D7-2095-150058C60ECD}"/>
          </ac:spMkLst>
        </pc:spChg>
        <pc:spChg chg="mod">
          <ac:chgData name="Jason Abi Chebli" userId="a0f9f5f5563fb1d0" providerId="LiveId" clId="{AAB82D15-A16D-4ECA-AA7D-9F0FF4766497}" dt="2023-05-22T08:34:57.783" v="13619" actId="1076"/>
          <ac:spMkLst>
            <pc:docMk/>
            <pc:sldMk cId="2074895071" sldId="1180"/>
            <ac:spMk id="15" creationId="{11A9A428-E0B1-9C63-62C8-028F31FA5078}"/>
          </ac:spMkLst>
        </pc:spChg>
        <pc:spChg chg="mod">
          <ac:chgData name="Jason Abi Chebli" userId="a0f9f5f5563fb1d0" providerId="LiveId" clId="{AAB82D15-A16D-4ECA-AA7D-9F0FF4766497}" dt="2023-05-22T08:34:12.496" v="13613" actId="207"/>
          <ac:spMkLst>
            <pc:docMk/>
            <pc:sldMk cId="2074895071" sldId="1180"/>
            <ac:spMk id="16" creationId="{81F7EBF0-E102-9488-3589-80A5C55C72CA}"/>
          </ac:spMkLst>
        </pc:spChg>
        <pc:spChg chg="mod">
          <ac:chgData name="Jason Abi Chebli" userId="a0f9f5f5563fb1d0" providerId="LiveId" clId="{AAB82D15-A16D-4ECA-AA7D-9F0FF4766497}" dt="2023-05-22T08:36:45.524" v="13631" actId="207"/>
          <ac:spMkLst>
            <pc:docMk/>
            <pc:sldMk cId="2074895071" sldId="1180"/>
            <ac:spMk id="17" creationId="{1D8BD5E1-46FB-29B3-F9FD-591CA73E805A}"/>
          </ac:spMkLst>
        </pc:spChg>
        <pc:spChg chg="mod">
          <ac:chgData name="Jason Abi Chebli" userId="a0f9f5f5563fb1d0" providerId="LiveId" clId="{AAB82D15-A16D-4ECA-AA7D-9F0FF4766497}" dt="2023-05-22T08:36:39.957" v="13630" actId="207"/>
          <ac:spMkLst>
            <pc:docMk/>
            <pc:sldMk cId="2074895071" sldId="1180"/>
            <ac:spMk id="18" creationId="{FD0B1230-5135-9B64-1516-F19CBBD57769}"/>
          </ac:spMkLst>
        </pc:spChg>
        <pc:spChg chg="mod">
          <ac:chgData name="Jason Abi Chebli" userId="a0f9f5f5563fb1d0" providerId="LiveId" clId="{AAB82D15-A16D-4ECA-AA7D-9F0FF4766497}" dt="2023-05-22T08:36:37.715" v="13629" actId="207"/>
          <ac:spMkLst>
            <pc:docMk/>
            <pc:sldMk cId="2074895071" sldId="1180"/>
            <ac:spMk id="19" creationId="{8A9B5882-5E2E-E76F-CE70-C9E371061596}"/>
          </ac:spMkLst>
        </pc:spChg>
        <pc:spChg chg="mod">
          <ac:chgData name="Jason Abi Chebli" userId="a0f9f5f5563fb1d0" providerId="LiveId" clId="{AAB82D15-A16D-4ECA-AA7D-9F0FF4766497}" dt="2023-05-22T08:37:20.143" v="13637" actId="14100"/>
          <ac:spMkLst>
            <pc:docMk/>
            <pc:sldMk cId="2074895071" sldId="1180"/>
            <ac:spMk id="20" creationId="{7229FBD9-EEFB-B3B2-59BE-A56AF0D30C81}"/>
          </ac:spMkLst>
        </pc:spChg>
        <pc:spChg chg="mod">
          <ac:chgData name="Jason Abi Chebli" userId="a0f9f5f5563fb1d0" providerId="LiveId" clId="{AAB82D15-A16D-4ECA-AA7D-9F0FF4766497}" dt="2023-05-22T10:45:22.290" v="15326" actId="207"/>
          <ac:spMkLst>
            <pc:docMk/>
            <pc:sldMk cId="2074895071" sldId="1180"/>
            <ac:spMk id="21" creationId="{2170263F-04B6-67BD-6BFA-FD5FC2A46F8B}"/>
          </ac:spMkLst>
        </pc:spChg>
        <pc:spChg chg="mod">
          <ac:chgData name="Jason Abi Chebli" userId="a0f9f5f5563fb1d0" providerId="LiveId" clId="{AAB82D15-A16D-4ECA-AA7D-9F0FF4766497}" dt="2023-05-22T10:42:14.621" v="15308" actId="113"/>
          <ac:spMkLst>
            <pc:docMk/>
            <pc:sldMk cId="2074895071" sldId="1180"/>
            <ac:spMk id="22" creationId="{49462830-D6DA-2B51-A2A2-C44538F42D0B}"/>
          </ac:spMkLst>
        </pc:spChg>
        <pc:spChg chg="mod">
          <ac:chgData name="Jason Abi Chebli" userId="a0f9f5f5563fb1d0" providerId="LiveId" clId="{AAB82D15-A16D-4ECA-AA7D-9F0FF4766497}" dt="2023-05-22T10:45:24.946" v="15327" actId="207"/>
          <ac:spMkLst>
            <pc:docMk/>
            <pc:sldMk cId="2074895071" sldId="1180"/>
            <ac:spMk id="23" creationId="{CEEA02E8-8535-BEB3-E690-67B6532284C4}"/>
          </ac:spMkLst>
        </pc:spChg>
        <pc:spChg chg="mod">
          <ac:chgData name="Jason Abi Chebli" userId="a0f9f5f5563fb1d0" providerId="LiveId" clId="{AAB82D15-A16D-4ECA-AA7D-9F0FF4766497}" dt="2023-05-22T10:45:27.496" v="15328" actId="207"/>
          <ac:spMkLst>
            <pc:docMk/>
            <pc:sldMk cId="2074895071" sldId="1180"/>
            <ac:spMk id="24" creationId="{0219C338-1A57-BCD2-5674-BBCA96D5C46F}"/>
          </ac:spMkLst>
        </pc:spChg>
        <pc:spChg chg="mod">
          <ac:chgData name="Jason Abi Chebli" userId="a0f9f5f5563fb1d0" providerId="LiveId" clId="{AAB82D15-A16D-4ECA-AA7D-9F0FF4766497}" dt="2023-05-22T10:45:31.085" v="15329" actId="207"/>
          <ac:spMkLst>
            <pc:docMk/>
            <pc:sldMk cId="2074895071" sldId="1180"/>
            <ac:spMk id="25" creationId="{B3531427-52FD-28D5-9E23-4FA45D289225}"/>
          </ac:spMkLst>
        </pc:spChg>
        <pc:spChg chg="mod">
          <ac:chgData name="Jason Abi Chebli" userId="a0f9f5f5563fb1d0" providerId="LiveId" clId="{AAB82D15-A16D-4ECA-AA7D-9F0FF4766497}" dt="2023-05-22T08:34:05.114" v="13611" actId="207"/>
          <ac:spMkLst>
            <pc:docMk/>
            <pc:sldMk cId="2074895071" sldId="1180"/>
            <ac:spMk id="28" creationId="{3354D7D4-0A8C-1D63-05CC-DACCB109A9D3}"/>
          </ac:spMkLst>
        </pc:spChg>
        <pc:spChg chg="mod">
          <ac:chgData name="Jason Abi Chebli" userId="a0f9f5f5563fb1d0" providerId="LiveId" clId="{AAB82D15-A16D-4ECA-AA7D-9F0FF4766497}" dt="2023-05-22T08:34:00.126" v="13610" actId="207"/>
          <ac:spMkLst>
            <pc:docMk/>
            <pc:sldMk cId="2074895071" sldId="1180"/>
            <ac:spMk id="30" creationId="{1C7695A4-8771-70EB-F56F-49F52193C5B4}"/>
          </ac:spMkLst>
        </pc:spChg>
        <pc:spChg chg="mod">
          <ac:chgData name="Jason Abi Chebli" userId="a0f9f5f5563fb1d0" providerId="LiveId" clId="{AAB82D15-A16D-4ECA-AA7D-9F0FF4766497}" dt="2023-05-22T10:46:53.660" v="15331" actId="33524"/>
          <ac:spMkLst>
            <pc:docMk/>
            <pc:sldMk cId="2074895071" sldId="1180"/>
            <ac:spMk id="43" creationId="{4AB59EDE-F5AF-B0E0-D28A-0177FF20D5F8}"/>
          </ac:spMkLst>
        </pc:spChg>
        <pc:spChg chg="mod">
          <ac:chgData name="Jason Abi Chebli" userId="a0f9f5f5563fb1d0" providerId="LiveId" clId="{AAB82D15-A16D-4ECA-AA7D-9F0FF4766497}" dt="2023-05-22T10:43:53.216" v="15323" actId="113"/>
          <ac:spMkLst>
            <pc:docMk/>
            <pc:sldMk cId="2074895071" sldId="1180"/>
            <ac:spMk id="44" creationId="{0A6D0953-B5CF-4076-AE1A-D9C872C59DD7}"/>
          </ac:spMkLst>
        </pc:spChg>
        <pc:spChg chg="mod">
          <ac:chgData name="Jason Abi Chebli" userId="a0f9f5f5563fb1d0" providerId="LiveId" clId="{AAB82D15-A16D-4ECA-AA7D-9F0FF4766497}" dt="2023-05-22T10:47:46.255" v="15334" actId="113"/>
          <ac:spMkLst>
            <pc:docMk/>
            <pc:sldMk cId="2074895071" sldId="1180"/>
            <ac:spMk id="54" creationId="{A305D18C-8F87-874D-3A65-33587F12A67B}"/>
          </ac:spMkLst>
        </pc:spChg>
        <pc:extLst>
          <p:ext xmlns:p="http://schemas.openxmlformats.org/presentationml/2006/main" uri="{D6D511B9-2390-475A-947B-AFAB55BFBCF1}">
            <pc226:cmChg xmlns:pc226="http://schemas.microsoft.com/office/powerpoint/2022/06/main/command" chg="add">
              <pc226:chgData name="Jason Abi Chebli" userId="a0f9f5f5563fb1d0" providerId="LiveId" clId="{AAB82D15-A16D-4ECA-AA7D-9F0FF4766497}" dt="2023-05-22T15:15:20.997" v="22607"/>
              <pc2:cmMkLst xmlns:pc2="http://schemas.microsoft.com/office/powerpoint/2019/9/main/command">
                <pc:docMk/>
                <pc:sldMk cId="2074895071" sldId="1180"/>
                <pc2:cmMk id="{87707D61-00B4-4EB5-BDE3-2A551650F977}"/>
              </pc2:cmMkLst>
            </pc226:cmChg>
            <pc226:cmChg xmlns:pc226="http://schemas.microsoft.com/office/powerpoint/2022/06/main/command" chg="add">
              <pc226:chgData name="Jason Abi Chebli" userId="a0f9f5f5563fb1d0" providerId="LiveId" clId="{AAB82D15-A16D-4ECA-AA7D-9F0FF4766497}" dt="2023-05-22T15:15:46.311" v="22609"/>
              <pc2:cmMkLst xmlns:pc2="http://schemas.microsoft.com/office/powerpoint/2019/9/main/command">
                <pc:docMk/>
                <pc:sldMk cId="2074895071" sldId="1180"/>
                <pc2:cmMk id="{C37A336D-38BD-4D5A-8149-337D41BD547B}"/>
              </pc2:cmMkLst>
            </pc226:cmChg>
            <pc226:cmChg xmlns:pc226="http://schemas.microsoft.com/office/powerpoint/2022/06/main/command" chg="add">
              <pc226:chgData name="Jason Abi Chebli" userId="a0f9f5f5563fb1d0" providerId="LiveId" clId="{AAB82D15-A16D-4ECA-AA7D-9F0FF4766497}" dt="2023-05-22T15:15:35.319" v="22608"/>
              <pc2:cmMkLst xmlns:pc2="http://schemas.microsoft.com/office/powerpoint/2019/9/main/command">
                <pc:docMk/>
                <pc:sldMk cId="2074895071" sldId="1180"/>
                <pc2:cmMk id="{9DE7B980-87BE-4C80-9234-C6EB9D35CE91}"/>
              </pc2:cmMkLst>
            </pc226:cmChg>
          </p:ext>
        </pc:extLst>
      </pc:sldChg>
      <pc:sldChg chg="addSp delSp modSp add mod addCm modCm">
        <pc:chgData name="Jason Abi Chebli" userId="a0f9f5f5563fb1d0" providerId="LiveId" clId="{AAB82D15-A16D-4ECA-AA7D-9F0FF4766497}" dt="2023-05-22T14:31:50.078" v="21650" actId="14100"/>
        <pc:sldMkLst>
          <pc:docMk/>
          <pc:sldMk cId="2029368940" sldId="1181"/>
        </pc:sldMkLst>
        <pc:spChg chg="mod">
          <ac:chgData name="Jason Abi Chebli" userId="a0f9f5f5563fb1d0" providerId="LiveId" clId="{AAB82D15-A16D-4ECA-AA7D-9F0FF4766497}" dt="2023-05-22T08:14:25.132" v="12952" actId="20577"/>
          <ac:spMkLst>
            <pc:docMk/>
            <pc:sldMk cId="2029368940" sldId="1181"/>
            <ac:spMk id="3" creationId="{8B7BB539-E66E-9E91-A9AC-7195446A1830}"/>
          </ac:spMkLst>
        </pc:spChg>
        <pc:spChg chg="del mod">
          <ac:chgData name="Jason Abi Chebli" userId="a0f9f5f5563fb1d0" providerId="LiveId" clId="{AAB82D15-A16D-4ECA-AA7D-9F0FF4766497}" dt="2023-05-22T07:31:44.923" v="11896" actId="478"/>
          <ac:spMkLst>
            <pc:docMk/>
            <pc:sldMk cId="2029368940" sldId="1181"/>
            <ac:spMk id="5" creationId="{DF34FBCC-87B3-1669-D0F0-0CDA8C6561EF}"/>
          </ac:spMkLst>
        </pc:spChg>
        <pc:spChg chg="mod">
          <ac:chgData name="Jason Abi Chebli" userId="a0f9f5f5563fb1d0" providerId="LiveId" clId="{AAB82D15-A16D-4ECA-AA7D-9F0FF4766497}" dt="2023-05-22T07:49:14.783" v="12228" actId="1076"/>
          <ac:spMkLst>
            <pc:docMk/>
            <pc:sldMk cId="2029368940" sldId="1181"/>
            <ac:spMk id="10" creationId="{1F93AE4B-1AD3-DF49-A82D-15D970233F59}"/>
          </ac:spMkLst>
        </pc:spChg>
        <pc:spChg chg="del">
          <ac:chgData name="Jason Abi Chebli" userId="a0f9f5f5563fb1d0" providerId="LiveId" clId="{AAB82D15-A16D-4ECA-AA7D-9F0FF4766497}" dt="2023-05-22T07:31:47.653" v="11898" actId="478"/>
          <ac:spMkLst>
            <pc:docMk/>
            <pc:sldMk cId="2029368940" sldId="1181"/>
            <ac:spMk id="13" creationId="{B382CCBF-D069-DD34-C157-2E14B33A5937}"/>
          </ac:spMkLst>
        </pc:spChg>
        <pc:spChg chg="mod">
          <ac:chgData name="Jason Abi Chebli" userId="a0f9f5f5563fb1d0" providerId="LiveId" clId="{AAB82D15-A16D-4ECA-AA7D-9F0FF4766497}" dt="2023-05-22T12:56:33.896" v="20431" actId="20577"/>
          <ac:spMkLst>
            <pc:docMk/>
            <pc:sldMk cId="2029368940" sldId="1181"/>
            <ac:spMk id="16" creationId="{82B22DA5-EF8E-37F5-FC0B-251F58FE3FB4}"/>
          </ac:spMkLst>
        </pc:spChg>
        <pc:spChg chg="del">
          <ac:chgData name="Jason Abi Chebli" userId="a0f9f5f5563fb1d0" providerId="LiveId" clId="{AAB82D15-A16D-4ECA-AA7D-9F0FF4766497}" dt="2023-05-22T07:31:49.163" v="11899" actId="478"/>
          <ac:spMkLst>
            <pc:docMk/>
            <pc:sldMk cId="2029368940" sldId="1181"/>
            <ac:spMk id="17" creationId="{1A925B73-4C24-F3F3-D684-92517362EA46}"/>
          </ac:spMkLst>
        </pc:spChg>
        <pc:spChg chg="add mod">
          <ac:chgData name="Jason Abi Chebli" userId="a0f9f5f5563fb1d0" providerId="LiveId" clId="{AAB82D15-A16D-4ECA-AA7D-9F0FF4766497}" dt="2023-05-22T12:53:09.730" v="20243" actId="404"/>
          <ac:spMkLst>
            <pc:docMk/>
            <pc:sldMk cId="2029368940" sldId="1181"/>
            <ac:spMk id="18" creationId="{A31FB9D2-DC38-E78D-CBB1-E25546661270}"/>
          </ac:spMkLst>
        </pc:spChg>
        <pc:spChg chg="add mod">
          <ac:chgData name="Jason Abi Chebli" userId="a0f9f5f5563fb1d0" providerId="LiveId" clId="{AAB82D15-A16D-4ECA-AA7D-9F0FF4766497}" dt="2023-05-22T14:31:50.078" v="21650" actId="14100"/>
          <ac:spMkLst>
            <pc:docMk/>
            <pc:sldMk cId="2029368940" sldId="1181"/>
            <ac:spMk id="19" creationId="{A083E963-42D1-33BD-62CD-E4CAB0D08285}"/>
          </ac:spMkLst>
        </pc:spChg>
        <pc:graphicFrameChg chg="add mod modGraphic">
          <ac:chgData name="Jason Abi Chebli" userId="a0f9f5f5563fb1d0" providerId="LiveId" clId="{AAB82D15-A16D-4ECA-AA7D-9F0FF4766497}" dt="2023-05-22T12:53:08.839" v="20242" actId="404"/>
          <ac:graphicFrameMkLst>
            <pc:docMk/>
            <pc:sldMk cId="2029368940" sldId="1181"/>
            <ac:graphicFrameMk id="2" creationId="{E466811F-FF63-BCF7-5C52-D8AFD6D6E5DC}"/>
          </ac:graphicFrameMkLst>
        </pc:graphicFrameChg>
        <pc:picChg chg="del">
          <ac:chgData name="Jason Abi Chebli" userId="a0f9f5f5563fb1d0" providerId="LiveId" clId="{AAB82D15-A16D-4ECA-AA7D-9F0FF4766497}" dt="2023-05-22T07:31:40.259" v="11893" actId="478"/>
          <ac:picMkLst>
            <pc:docMk/>
            <pc:sldMk cId="2029368940" sldId="1181"/>
            <ac:picMk id="4" creationId="{C196B6DA-A6C0-D878-9DD5-46A9F5E6F6BC}"/>
          </ac:picMkLst>
        </pc:picChg>
        <pc:picChg chg="add mod">
          <ac:chgData name="Jason Abi Chebli" userId="a0f9f5f5563fb1d0" providerId="LiveId" clId="{AAB82D15-A16D-4ECA-AA7D-9F0FF4766497}" dt="2023-05-22T08:11:09.798" v="12916" actId="1076"/>
          <ac:picMkLst>
            <pc:docMk/>
            <pc:sldMk cId="2029368940" sldId="1181"/>
            <ac:picMk id="15" creationId="{32221104-4708-1F97-9A0C-CA852E251CE0}"/>
          </ac:picMkLst>
        </pc:picChg>
        <pc:picChg chg="add mod">
          <ac:chgData name="Jason Abi Chebli" userId="a0f9f5f5563fb1d0" providerId="LiveId" clId="{AAB82D15-A16D-4ECA-AA7D-9F0FF4766497}" dt="2023-05-22T08:11:04.982" v="12915" actId="1076"/>
          <ac:picMkLst>
            <pc:docMk/>
            <pc:sldMk cId="2029368940" sldId="1181"/>
            <ac:picMk id="1026" creationId="{F5AFF340-773A-1420-3481-5A70947B8A10}"/>
          </ac:picMkLst>
        </pc:picChg>
        <pc:picChg chg="add mod">
          <ac:chgData name="Jason Abi Chebli" userId="a0f9f5f5563fb1d0" providerId="LiveId" clId="{AAB82D15-A16D-4ECA-AA7D-9F0FF4766497}" dt="2023-05-22T08:10:53.571" v="12912" actId="1076"/>
          <ac:picMkLst>
            <pc:docMk/>
            <pc:sldMk cId="2029368940" sldId="1181"/>
            <ac:picMk id="1028" creationId="{B65A8792-7491-474D-7BB5-3852635CB0E6}"/>
          </ac:picMkLst>
        </pc:picChg>
        <pc:cxnChg chg="del">
          <ac:chgData name="Jason Abi Chebli" userId="a0f9f5f5563fb1d0" providerId="LiveId" clId="{AAB82D15-A16D-4ECA-AA7D-9F0FF4766497}" dt="2023-05-22T07:31:42.291" v="11894" actId="478"/>
          <ac:cxnSpMkLst>
            <pc:docMk/>
            <pc:sldMk cId="2029368940" sldId="1181"/>
            <ac:cxnSpMk id="7" creationId="{9156083E-ABDE-04FB-F9AF-9E0900922562}"/>
          </ac:cxnSpMkLst>
        </pc:cxnChg>
        <pc:cxnChg chg="del">
          <ac:chgData name="Jason Abi Chebli" userId="a0f9f5f5563fb1d0" providerId="LiveId" clId="{AAB82D15-A16D-4ECA-AA7D-9F0FF4766497}" dt="2023-05-22T07:31:46.041" v="11897" actId="478"/>
          <ac:cxnSpMkLst>
            <pc:docMk/>
            <pc:sldMk cId="2029368940" sldId="1181"/>
            <ac:cxnSpMk id="8" creationId="{09A10D10-275C-E514-21E5-0E373DEFBCE3}"/>
          </ac:cxnSpMkLst>
        </pc:cxnChg>
        <pc:extLst>
          <p:ext xmlns:p="http://schemas.openxmlformats.org/presentationml/2006/main" uri="{D6D511B9-2390-475A-947B-AFAB55BFBCF1}">
            <pc226:cmChg xmlns:pc226="http://schemas.microsoft.com/office/powerpoint/2022/06/main/command" chg="add mod">
              <pc226:chgData name="Jason Abi Chebli" userId="a0f9f5f5563fb1d0" providerId="LiveId" clId="{AAB82D15-A16D-4ECA-AA7D-9F0FF4766497}" dt="2023-05-22T08:14:20.307" v="12945" actId="20577"/>
              <pc2:cmMkLst xmlns:pc2="http://schemas.microsoft.com/office/powerpoint/2019/9/main/command">
                <pc:docMk/>
                <pc:sldMk cId="2029368940" sldId="1181"/>
                <pc2:cmMk id="{7FB912B0-C118-41F5-8523-02D0B49DEAE9}"/>
              </pc2:cmMkLst>
            </pc226:cmChg>
          </p:ext>
        </pc:extLst>
      </pc:sldChg>
      <pc:sldChg chg="modSp mod">
        <pc:chgData name="Jason Abi Chebli" userId="a0f9f5f5563fb1d0" providerId="LiveId" clId="{AAB82D15-A16D-4ECA-AA7D-9F0FF4766497}" dt="2023-05-22T13:09:15.364" v="20604" actId="20577"/>
        <pc:sldMkLst>
          <pc:docMk/>
          <pc:sldMk cId="604582989" sldId="1182"/>
        </pc:sldMkLst>
        <pc:spChg chg="mod">
          <ac:chgData name="Jason Abi Chebli" userId="a0f9f5f5563fb1d0" providerId="LiveId" clId="{AAB82D15-A16D-4ECA-AA7D-9F0FF4766497}" dt="2023-05-22T13:09:15.364" v="20604" actId="20577"/>
          <ac:spMkLst>
            <pc:docMk/>
            <pc:sldMk cId="604582989" sldId="1182"/>
            <ac:spMk id="10" creationId="{1F93AE4B-1AD3-DF49-A82D-15D970233F59}"/>
          </ac:spMkLst>
        </pc:spChg>
        <pc:spChg chg="mod">
          <ac:chgData name="Jason Abi Chebli" userId="a0f9f5f5563fb1d0" providerId="LiveId" clId="{AAB82D15-A16D-4ECA-AA7D-9F0FF4766497}" dt="2023-05-22T13:06:42.653" v="20539" actId="20577"/>
          <ac:spMkLst>
            <pc:docMk/>
            <pc:sldMk cId="604582989" sldId="1182"/>
            <ac:spMk id="16" creationId="{D1FF0424-7EEC-BC55-F6E0-DD99F3F79E50}"/>
          </ac:spMkLst>
        </pc:spChg>
      </pc:sldChg>
      <pc:sldChg chg="del">
        <pc:chgData name="Jason Abi Chebli" userId="a0f9f5f5563fb1d0" providerId="LiveId" clId="{AAB82D15-A16D-4ECA-AA7D-9F0FF4766497}" dt="2023-05-22T08:52:26.784" v="13787" actId="47"/>
        <pc:sldMkLst>
          <pc:docMk/>
          <pc:sldMk cId="4016138143" sldId="1183"/>
        </pc:sldMkLst>
      </pc:sldChg>
      <pc:sldChg chg="modSp mod modCm">
        <pc:chgData name="Jason Abi Chebli" userId="a0f9f5f5563fb1d0" providerId="LiveId" clId="{AAB82D15-A16D-4ECA-AA7D-9F0FF4766497}" dt="2023-05-22T13:09:56.706" v="20623" actId="20577"/>
        <pc:sldMkLst>
          <pc:docMk/>
          <pc:sldMk cId="4090889681" sldId="1184"/>
        </pc:sldMkLst>
        <pc:spChg chg="mod">
          <ac:chgData name="Jason Abi Chebli" userId="a0f9f5f5563fb1d0" providerId="LiveId" clId="{AAB82D15-A16D-4ECA-AA7D-9F0FF4766497}" dt="2023-05-22T13:09:08.359" v="20579" actId="20577"/>
          <ac:spMkLst>
            <pc:docMk/>
            <pc:sldMk cId="4090889681" sldId="1184"/>
            <ac:spMk id="5" creationId="{77D2FEB0-CC84-5118-6A69-D7E54955B2B6}"/>
          </ac:spMkLst>
        </pc:spChg>
        <pc:spChg chg="mod">
          <ac:chgData name="Jason Abi Chebli" userId="a0f9f5f5563fb1d0" providerId="LiveId" clId="{AAB82D15-A16D-4ECA-AA7D-9F0FF4766497}" dt="2023-05-22T13:09:56.706" v="20623" actId="20577"/>
          <ac:spMkLst>
            <pc:docMk/>
            <pc:sldMk cId="4090889681" sldId="1184"/>
            <ac:spMk id="17" creationId="{B2C54276-F9FB-108A-DF8E-BFFAA41844FA}"/>
          </ac:spMkLst>
        </pc:spChg>
        <pc:spChg chg="mod">
          <ac:chgData name="Jason Abi Chebli" userId="a0f9f5f5563fb1d0" providerId="LiveId" clId="{AAB82D15-A16D-4ECA-AA7D-9F0FF4766497}" dt="2023-05-22T13:08:50.621" v="20562" actId="113"/>
          <ac:spMkLst>
            <pc:docMk/>
            <pc:sldMk cId="4090889681" sldId="1184"/>
            <ac:spMk id="24" creationId="{A388422B-7C6F-3F67-8779-BE39D0B828A5}"/>
          </ac:spMkLst>
        </pc:spChg>
        <pc:extLst>
          <p:ext xmlns:p="http://schemas.openxmlformats.org/presentationml/2006/main" uri="{D6D511B9-2390-475A-947B-AFAB55BFBCF1}">
            <pc226:cmChg xmlns:pc226="http://schemas.microsoft.com/office/powerpoint/2022/06/main/command" chg="mod">
              <pc226:chgData name="Jason Abi Chebli" userId="a0f9f5f5563fb1d0" providerId="LiveId" clId="{AAB82D15-A16D-4ECA-AA7D-9F0FF4766497}" dt="2023-05-22T08:31:59.131" v="13593" actId="2056"/>
              <pc2:cmMkLst xmlns:pc2="http://schemas.microsoft.com/office/powerpoint/2019/9/main/command">
                <pc:docMk/>
                <pc:sldMk cId="4090889681" sldId="1184"/>
                <pc2:cmMk id="{CCDCB63A-AA2A-48A1-BCF7-6619E7088375}"/>
              </pc2:cmMkLst>
            </pc226:cmChg>
          </p:ext>
        </pc:extLst>
      </pc:sldChg>
      <pc:sldChg chg="addSp delSp modSp add mod">
        <pc:chgData name="Jason Abi Chebli" userId="a0f9f5f5563fb1d0" providerId="LiveId" clId="{AAB82D15-A16D-4ECA-AA7D-9F0FF4766497}" dt="2023-05-22T13:40:18.154" v="20952" actId="207"/>
        <pc:sldMkLst>
          <pc:docMk/>
          <pc:sldMk cId="1193064486" sldId="1185"/>
        </pc:sldMkLst>
        <pc:spChg chg="del">
          <ac:chgData name="Jason Abi Chebli" userId="a0f9f5f5563fb1d0" providerId="LiveId" clId="{AAB82D15-A16D-4ECA-AA7D-9F0FF4766497}" dt="2023-05-22T13:39:30.410" v="20941" actId="478"/>
          <ac:spMkLst>
            <pc:docMk/>
            <pc:sldMk cId="1193064486" sldId="1185"/>
            <ac:spMk id="6" creationId="{C844C965-3AFB-466F-F744-87B44F78D1C3}"/>
          </ac:spMkLst>
        </pc:spChg>
        <pc:spChg chg="del">
          <ac:chgData name="Jason Abi Chebli" userId="a0f9f5f5563fb1d0" providerId="LiveId" clId="{AAB82D15-A16D-4ECA-AA7D-9F0FF4766497}" dt="2023-05-22T13:39:32.050" v="20942" actId="478"/>
          <ac:spMkLst>
            <pc:docMk/>
            <pc:sldMk cId="1193064486" sldId="1185"/>
            <ac:spMk id="7" creationId="{F26EF504-FCA6-E261-DA22-2D2FEC8C3AEE}"/>
          </ac:spMkLst>
        </pc:spChg>
        <pc:spChg chg="del">
          <ac:chgData name="Jason Abi Chebli" userId="a0f9f5f5563fb1d0" providerId="LiveId" clId="{AAB82D15-A16D-4ECA-AA7D-9F0FF4766497}" dt="2023-05-22T13:39:33.321" v="20943" actId="478"/>
          <ac:spMkLst>
            <pc:docMk/>
            <pc:sldMk cId="1193064486" sldId="1185"/>
            <ac:spMk id="8" creationId="{BD2F41D7-C581-860F-8559-B8B42F48F8FD}"/>
          </ac:spMkLst>
        </pc:spChg>
        <pc:spChg chg="del">
          <ac:chgData name="Jason Abi Chebli" userId="a0f9f5f5563fb1d0" providerId="LiveId" clId="{AAB82D15-A16D-4ECA-AA7D-9F0FF4766497}" dt="2023-05-22T13:39:34.809" v="20944" actId="478"/>
          <ac:spMkLst>
            <pc:docMk/>
            <pc:sldMk cId="1193064486" sldId="1185"/>
            <ac:spMk id="9" creationId="{ED5C332D-7766-C7CF-51D3-79FFF9B958A7}"/>
          </ac:spMkLst>
        </pc:spChg>
        <pc:spChg chg="add mod">
          <ac:chgData name="Jason Abi Chebli" userId="a0f9f5f5563fb1d0" providerId="LiveId" clId="{AAB82D15-A16D-4ECA-AA7D-9F0FF4766497}" dt="2023-05-22T13:40:18.154" v="20952" actId="207"/>
          <ac:spMkLst>
            <pc:docMk/>
            <pc:sldMk cId="1193064486" sldId="1185"/>
            <ac:spMk id="10" creationId="{5B67857E-E62A-202E-1E2A-11BF3F59CA2F}"/>
          </ac:spMkLst>
        </pc:spChg>
        <pc:picChg chg="add mod">
          <ac:chgData name="Jason Abi Chebli" userId="a0f9f5f5563fb1d0" providerId="LiveId" clId="{AAB82D15-A16D-4ECA-AA7D-9F0FF4766497}" dt="2023-05-22T13:39:52.030" v="20945"/>
          <ac:picMkLst>
            <pc:docMk/>
            <pc:sldMk cId="1193064486" sldId="1185"/>
            <ac:picMk id="3" creationId="{E2670EC0-51A7-7D3E-F13F-A9656F01A05C}"/>
          </ac:picMkLst>
        </pc:picChg>
        <pc:picChg chg="del">
          <ac:chgData name="Jason Abi Chebli" userId="a0f9f5f5563fb1d0" providerId="LiveId" clId="{AAB82D15-A16D-4ECA-AA7D-9F0FF4766497}" dt="2023-05-22T13:39:59.669" v="20946" actId="478"/>
          <ac:picMkLst>
            <pc:docMk/>
            <pc:sldMk cId="1193064486" sldId="1185"/>
            <ac:picMk id="4" creationId="{AB48D6BF-8771-EDF3-8D95-4442B5358DA7}"/>
          </ac:picMkLst>
        </pc:picChg>
        <pc:picChg chg="mod">
          <ac:chgData name="Jason Abi Chebli" userId="a0f9f5f5563fb1d0" providerId="LiveId" clId="{AAB82D15-A16D-4ECA-AA7D-9F0FF4766497}" dt="2023-05-22T13:40:14.393" v="20951" actId="1076"/>
          <ac:picMkLst>
            <pc:docMk/>
            <pc:sldMk cId="1193064486" sldId="1185"/>
            <ac:picMk id="5" creationId="{07DE4C6D-A66C-8210-7DA9-3F86A3D89D10}"/>
          </ac:picMkLst>
        </pc:picChg>
      </pc:sldChg>
      <pc:sldChg chg="addSp modSp mod">
        <pc:chgData name="Jason Abi Chebli" userId="a0f9f5f5563fb1d0" providerId="LiveId" clId="{AAB82D15-A16D-4ECA-AA7D-9F0FF4766497}" dt="2023-05-23T02:46:59.843" v="23294" actId="404"/>
        <pc:sldMkLst>
          <pc:docMk/>
          <pc:sldMk cId="2682788356" sldId="1191"/>
        </pc:sldMkLst>
        <pc:spChg chg="mod">
          <ac:chgData name="Jason Abi Chebli" userId="a0f9f5f5563fb1d0" providerId="LiveId" clId="{AAB82D15-A16D-4ECA-AA7D-9F0FF4766497}" dt="2023-05-23T02:45:47.269" v="23278" actId="14100"/>
          <ac:spMkLst>
            <pc:docMk/>
            <pc:sldMk cId="2682788356" sldId="1191"/>
            <ac:spMk id="6" creationId="{4826AC15-5D26-BA6A-B1B3-32A0FA0310E0}"/>
          </ac:spMkLst>
        </pc:spChg>
        <pc:spChg chg="mod">
          <ac:chgData name="Jason Abi Chebli" userId="a0f9f5f5563fb1d0" providerId="LiveId" clId="{AAB82D15-A16D-4ECA-AA7D-9F0FF4766497}" dt="2023-05-23T02:46:03.359" v="23281" actId="1076"/>
          <ac:spMkLst>
            <pc:docMk/>
            <pc:sldMk cId="2682788356" sldId="1191"/>
            <ac:spMk id="7" creationId="{D11F3C11-FF31-3897-DD7E-24455E0AA925}"/>
          </ac:spMkLst>
        </pc:spChg>
        <pc:spChg chg="mod">
          <ac:chgData name="Jason Abi Chebli" userId="a0f9f5f5563fb1d0" providerId="LiveId" clId="{AAB82D15-A16D-4ECA-AA7D-9F0FF4766497}" dt="2023-05-23T02:46:28.667" v="23286" actId="1076"/>
          <ac:spMkLst>
            <pc:docMk/>
            <pc:sldMk cId="2682788356" sldId="1191"/>
            <ac:spMk id="10" creationId="{2F0ACD7A-1223-FD4D-03AD-76FE908F6524}"/>
          </ac:spMkLst>
        </pc:spChg>
        <pc:spChg chg="mod">
          <ac:chgData name="Jason Abi Chebli" userId="a0f9f5f5563fb1d0" providerId="LiveId" clId="{AAB82D15-A16D-4ECA-AA7D-9F0FF4766497}" dt="2023-05-23T02:46:50.535" v="23292" actId="1076"/>
          <ac:spMkLst>
            <pc:docMk/>
            <pc:sldMk cId="2682788356" sldId="1191"/>
            <ac:spMk id="14" creationId="{7F26FAB8-67FA-B184-4355-503335B32D0E}"/>
          </ac:spMkLst>
        </pc:spChg>
        <pc:spChg chg="mod">
          <ac:chgData name="Jason Abi Chebli" userId="a0f9f5f5563fb1d0" providerId="LiveId" clId="{AAB82D15-A16D-4ECA-AA7D-9F0FF4766497}" dt="2023-05-23T02:46:59.843" v="23294" actId="404"/>
          <ac:spMkLst>
            <pc:docMk/>
            <pc:sldMk cId="2682788356" sldId="1191"/>
            <ac:spMk id="15" creationId="{C7BAAF54-B49D-82A5-BD9A-B3AE29ABFB19}"/>
          </ac:spMkLst>
        </pc:spChg>
        <pc:spChg chg="mod">
          <ac:chgData name="Jason Abi Chebli" userId="a0f9f5f5563fb1d0" providerId="LiveId" clId="{AAB82D15-A16D-4ECA-AA7D-9F0FF4766497}" dt="2023-05-23T02:46:16.921" v="23284" actId="1076"/>
          <ac:spMkLst>
            <pc:docMk/>
            <pc:sldMk cId="2682788356" sldId="1191"/>
            <ac:spMk id="17" creationId="{1737C5D3-032A-5626-0874-648B7F0F5039}"/>
          </ac:spMkLst>
        </pc:spChg>
        <pc:spChg chg="mod">
          <ac:chgData name="Jason Abi Chebli" userId="a0f9f5f5563fb1d0" providerId="LiveId" clId="{AAB82D15-A16D-4ECA-AA7D-9F0FF4766497}" dt="2023-05-23T02:43:15.796" v="23256" actId="404"/>
          <ac:spMkLst>
            <pc:docMk/>
            <pc:sldMk cId="2682788356" sldId="1191"/>
            <ac:spMk id="18" creationId="{25571BAE-1C40-7B55-B1E7-EAA5ECC15EF3}"/>
          </ac:spMkLst>
        </pc:spChg>
        <pc:spChg chg="mod">
          <ac:chgData name="Jason Abi Chebli" userId="a0f9f5f5563fb1d0" providerId="LiveId" clId="{AAB82D15-A16D-4ECA-AA7D-9F0FF4766497}" dt="2023-05-23T02:43:13.021" v="23255" actId="404"/>
          <ac:spMkLst>
            <pc:docMk/>
            <pc:sldMk cId="2682788356" sldId="1191"/>
            <ac:spMk id="19" creationId="{2B1F6D7E-C878-775A-4D82-FB88A350187A}"/>
          </ac:spMkLst>
        </pc:spChg>
        <pc:cxnChg chg="add mod">
          <ac:chgData name="Jason Abi Chebli" userId="a0f9f5f5563fb1d0" providerId="LiveId" clId="{AAB82D15-A16D-4ECA-AA7D-9F0FF4766497}" dt="2023-05-23T02:46:35.256" v="23288" actId="1076"/>
          <ac:cxnSpMkLst>
            <pc:docMk/>
            <pc:sldMk cId="2682788356" sldId="1191"/>
            <ac:cxnSpMk id="2" creationId="{8C02E84D-0B34-1369-951B-8BE62C198D06}"/>
          </ac:cxnSpMkLst>
        </pc:cxnChg>
        <pc:cxnChg chg="add mod">
          <ac:chgData name="Jason Abi Chebli" userId="a0f9f5f5563fb1d0" providerId="LiveId" clId="{AAB82D15-A16D-4ECA-AA7D-9F0FF4766497}" dt="2023-05-23T02:45:58.764" v="23280" actId="1076"/>
          <ac:cxnSpMkLst>
            <pc:docMk/>
            <pc:sldMk cId="2682788356" sldId="1191"/>
            <ac:cxnSpMk id="13" creationId="{EE9C439D-DB0B-CA39-E11D-FD7EA1A31031}"/>
          </ac:cxnSpMkLst>
        </pc:cxnChg>
        <pc:cxnChg chg="add mod">
          <ac:chgData name="Jason Abi Chebli" userId="a0f9f5f5563fb1d0" providerId="LiveId" clId="{AAB82D15-A16D-4ECA-AA7D-9F0FF4766497}" dt="2023-05-23T02:46:25.659" v="23285" actId="1076"/>
          <ac:cxnSpMkLst>
            <pc:docMk/>
            <pc:sldMk cId="2682788356" sldId="1191"/>
            <ac:cxnSpMk id="20" creationId="{BD74B6C2-F885-F5D5-0D85-AEB2D83FD185}"/>
          </ac:cxnSpMkLst>
        </pc:cxnChg>
        <pc:cxnChg chg="add mod">
          <ac:chgData name="Jason Abi Chebli" userId="a0f9f5f5563fb1d0" providerId="LiveId" clId="{AAB82D15-A16D-4ECA-AA7D-9F0FF4766497}" dt="2023-05-23T02:46:42.173" v="23290" actId="1076"/>
          <ac:cxnSpMkLst>
            <pc:docMk/>
            <pc:sldMk cId="2682788356" sldId="1191"/>
            <ac:cxnSpMk id="21" creationId="{AEECE370-7C2A-7BCA-4327-EF84F72B58B4}"/>
          </ac:cxnSpMkLst>
        </pc:cxnChg>
      </pc:sldChg>
      <pc:sldChg chg="addSp delSp modSp mod delCm">
        <pc:chgData name="Jason Abi Chebli" userId="a0f9f5f5563fb1d0" providerId="LiveId" clId="{AAB82D15-A16D-4ECA-AA7D-9F0FF4766497}" dt="2023-05-23T12:16:14.031" v="25119"/>
        <pc:sldMkLst>
          <pc:docMk/>
          <pc:sldMk cId="1306931824" sldId="1195"/>
        </pc:sldMkLst>
        <pc:spChg chg="del">
          <ac:chgData name="Jason Abi Chebli" userId="a0f9f5f5563fb1d0" providerId="LiveId" clId="{AAB82D15-A16D-4ECA-AA7D-9F0FF4766497}" dt="2023-05-23T11:22:07.435" v="23482" actId="478"/>
          <ac:spMkLst>
            <pc:docMk/>
            <pc:sldMk cId="1306931824" sldId="1195"/>
            <ac:spMk id="2" creationId="{40923489-86A4-F341-AE23-A7D2EFF087E3}"/>
          </ac:spMkLst>
        </pc:spChg>
        <pc:spChg chg="mod">
          <ac:chgData name="Jason Abi Chebli" userId="a0f9f5f5563fb1d0" providerId="LiveId" clId="{AAB82D15-A16D-4ECA-AA7D-9F0FF4766497}" dt="2023-05-23T11:18:31.744" v="23470" actId="1076"/>
          <ac:spMkLst>
            <pc:docMk/>
            <pc:sldMk cId="1306931824" sldId="1195"/>
            <ac:spMk id="7" creationId="{42F0B3DC-26D7-C8D7-2095-150058C60ECD}"/>
          </ac:spMkLst>
        </pc:spChg>
        <pc:spChg chg="mod">
          <ac:chgData name="Jason Abi Chebli" userId="a0f9f5f5563fb1d0" providerId="LiveId" clId="{AAB82D15-A16D-4ECA-AA7D-9F0FF4766497}" dt="2023-05-23T12:16:14.031" v="25119"/>
          <ac:spMkLst>
            <pc:docMk/>
            <pc:sldMk cId="1306931824" sldId="1195"/>
            <ac:spMk id="16" creationId="{ABEDE7A0-BBDF-FFF7-5C76-3D7840FF9E22}"/>
          </ac:spMkLst>
        </pc:spChg>
        <pc:spChg chg="del mod">
          <ac:chgData name="Jason Abi Chebli" userId="a0f9f5f5563fb1d0" providerId="LiveId" clId="{AAB82D15-A16D-4ECA-AA7D-9F0FF4766497}" dt="2023-05-23T12:00:11.201" v="24657" actId="478"/>
          <ac:spMkLst>
            <pc:docMk/>
            <pc:sldMk cId="1306931824" sldId="1195"/>
            <ac:spMk id="18" creationId="{CEFBD094-710B-EBB7-2003-A6B71053DA33}"/>
          </ac:spMkLst>
        </pc:spChg>
        <pc:spChg chg="add mod">
          <ac:chgData name="Jason Abi Chebli" userId="a0f9f5f5563fb1d0" providerId="LiveId" clId="{AAB82D15-A16D-4ECA-AA7D-9F0FF4766497}" dt="2023-05-23T12:13:36.651" v="24970" actId="1076"/>
          <ac:spMkLst>
            <pc:docMk/>
            <pc:sldMk cId="1306931824" sldId="1195"/>
            <ac:spMk id="19" creationId="{71742600-B167-754B-53AC-B6738EB833C4}"/>
          </ac:spMkLst>
        </pc:spChg>
        <pc:graphicFrameChg chg="add mod ord">
          <ac:chgData name="Jason Abi Chebli" userId="a0f9f5f5563fb1d0" providerId="LiveId" clId="{AAB82D15-A16D-4ECA-AA7D-9F0FF4766497}" dt="2023-05-23T12:09:45.947" v="24940" actId="14100"/>
          <ac:graphicFrameMkLst>
            <pc:docMk/>
            <pc:sldMk cId="1306931824" sldId="1195"/>
            <ac:graphicFrameMk id="6" creationId="{40E484BF-81CC-0FE6-52D7-C6264D65DB47}"/>
          </ac:graphicFrameMkLst>
        </pc:graphicFrameChg>
        <pc:graphicFrameChg chg="add del mod">
          <ac:chgData name="Jason Abi Chebli" userId="a0f9f5f5563fb1d0" providerId="LiveId" clId="{AAB82D15-A16D-4ECA-AA7D-9F0FF4766497}" dt="2023-05-23T12:04:16.979" v="24820" actId="478"/>
          <ac:graphicFrameMkLst>
            <pc:docMk/>
            <pc:sldMk cId="1306931824" sldId="1195"/>
            <ac:graphicFrameMk id="8" creationId="{C284EA7A-2B00-4589-9863-ABDE097B525B}"/>
          </ac:graphicFrameMkLst>
        </pc:graphicFrameChg>
        <pc:graphicFrameChg chg="add del mod ord">
          <ac:chgData name="Jason Abi Chebli" userId="a0f9f5f5563fb1d0" providerId="LiveId" clId="{AAB82D15-A16D-4ECA-AA7D-9F0FF4766497}" dt="2023-05-23T12:12:50.458" v="24963" actId="478"/>
          <ac:graphicFrameMkLst>
            <pc:docMk/>
            <pc:sldMk cId="1306931824" sldId="1195"/>
            <ac:graphicFrameMk id="13" creationId="{C284EA7A-2B00-4589-9863-ABDE097B525B}"/>
          </ac:graphicFrameMkLst>
        </pc:graphicFrameChg>
        <pc:graphicFrameChg chg="add del mod">
          <ac:chgData name="Jason Abi Chebli" userId="a0f9f5f5563fb1d0" providerId="LiveId" clId="{AAB82D15-A16D-4ECA-AA7D-9F0FF4766497}" dt="2023-05-23T12:05:15.397" v="24830" actId="478"/>
          <ac:graphicFrameMkLst>
            <pc:docMk/>
            <pc:sldMk cId="1306931824" sldId="1195"/>
            <ac:graphicFrameMk id="15" creationId="{05D3B3A4-485A-661D-CB80-C4B601B7F6F0}"/>
          </ac:graphicFrameMkLst>
        </pc:graphicFrameChg>
        <pc:graphicFrameChg chg="add del mod">
          <ac:chgData name="Jason Abi Chebli" userId="a0f9f5f5563fb1d0" providerId="LiveId" clId="{AAB82D15-A16D-4ECA-AA7D-9F0FF4766497}" dt="2023-05-23T12:11:18.263" v="24953" actId="478"/>
          <ac:graphicFrameMkLst>
            <pc:docMk/>
            <pc:sldMk cId="1306931824" sldId="1195"/>
            <ac:graphicFrameMk id="17" creationId="{05D3B3A4-485A-661D-CB80-C4B601B7F6F0}"/>
          </ac:graphicFrameMkLst>
        </pc:graphicFrameChg>
        <pc:graphicFrameChg chg="add mod">
          <ac:chgData name="Jason Abi Chebli" userId="a0f9f5f5563fb1d0" providerId="LiveId" clId="{AAB82D15-A16D-4ECA-AA7D-9F0FF4766497}" dt="2023-05-23T12:13:34.581" v="24969" actId="1076"/>
          <ac:graphicFrameMkLst>
            <pc:docMk/>
            <pc:sldMk cId="1306931824" sldId="1195"/>
            <ac:graphicFrameMk id="20" creationId="{05D3B3A4-485A-661D-CB80-C4B601B7F6F0}"/>
          </ac:graphicFrameMkLst>
        </pc:graphicFrameChg>
        <pc:graphicFrameChg chg="add mod">
          <ac:chgData name="Jason Abi Chebli" userId="a0f9f5f5563fb1d0" providerId="LiveId" clId="{AAB82D15-A16D-4ECA-AA7D-9F0FF4766497}" dt="2023-05-23T12:13:03.671" v="24968" actId="14100"/>
          <ac:graphicFrameMkLst>
            <pc:docMk/>
            <pc:sldMk cId="1306931824" sldId="1195"/>
            <ac:graphicFrameMk id="22" creationId="{C284EA7A-2B00-4589-9863-ABDE097B525B}"/>
          </ac:graphicFrameMkLst>
        </pc:graphicFrameChg>
        <pc:graphicFrameChg chg="mod ord modGraphic">
          <ac:chgData name="Jason Abi Chebli" userId="a0f9f5f5563fb1d0" providerId="LiveId" clId="{AAB82D15-A16D-4ECA-AA7D-9F0FF4766497}" dt="2023-05-23T12:09:43.039" v="24939" actId="170"/>
          <ac:graphicFrameMkLst>
            <pc:docMk/>
            <pc:sldMk cId="1306931824" sldId="1195"/>
            <ac:graphicFrameMk id="26" creationId="{006024AA-6A43-D14B-A938-388A9F8ECE85}"/>
          </ac:graphicFrameMkLst>
        </pc:graphicFrameChg>
        <pc:cxnChg chg="mod">
          <ac:chgData name="Jason Abi Chebli" userId="a0f9f5f5563fb1d0" providerId="LiveId" clId="{AAB82D15-A16D-4ECA-AA7D-9F0FF4766497}" dt="2023-05-23T11:53:27.417" v="24431" actId="1076"/>
          <ac:cxnSpMkLst>
            <pc:docMk/>
            <pc:sldMk cId="1306931824" sldId="1195"/>
            <ac:cxnSpMk id="5" creationId="{1D692B0B-30DF-D67E-066E-F76E99880590}"/>
          </ac:cxnSpMkLst>
        </pc:cxnChg>
        <pc:cxnChg chg="mod">
          <ac:chgData name="Jason Abi Chebli" userId="a0f9f5f5563fb1d0" providerId="LiveId" clId="{AAB82D15-A16D-4ECA-AA7D-9F0FF4766497}" dt="2023-05-23T11:23:32.935" v="23490" actId="1076"/>
          <ac:cxnSpMkLst>
            <pc:docMk/>
            <pc:sldMk cId="1306931824" sldId="1195"/>
            <ac:cxnSpMk id="27" creationId="{BE6A40CC-2D96-ECB0-FC2A-64210F4ADA72}"/>
          </ac:cxnSpMkLst>
        </pc:cxnChg>
        <pc:cxnChg chg="mod ord">
          <ac:chgData name="Jason Abi Chebli" userId="a0f9f5f5563fb1d0" providerId="LiveId" clId="{AAB82D15-A16D-4ECA-AA7D-9F0FF4766497}" dt="2023-05-23T12:09:15.746" v="24933" actId="166"/>
          <ac:cxnSpMkLst>
            <pc:docMk/>
            <pc:sldMk cId="1306931824" sldId="1195"/>
            <ac:cxnSpMk id="29" creationId="{8F8A7ED6-7B09-459A-7AE1-B44949E8D2E8}"/>
          </ac:cxnSpMkLst>
        </pc:cxnChg>
        <pc:extLst>
          <p:ext xmlns:p="http://schemas.openxmlformats.org/presentationml/2006/main" uri="{D6D511B9-2390-475A-947B-AFAB55BFBCF1}">
            <pc226:cmChg xmlns:pc226="http://schemas.microsoft.com/office/powerpoint/2022/06/main/command" chg="del">
              <pc226:chgData name="Jason Abi Chebli" userId="a0f9f5f5563fb1d0" providerId="LiveId" clId="{AAB82D15-A16D-4ECA-AA7D-9F0FF4766497}" dt="2023-05-23T11:21:05.152" v="23473"/>
              <pc2:cmMkLst xmlns:pc2="http://schemas.microsoft.com/office/powerpoint/2019/9/main/command">
                <pc:docMk/>
                <pc:sldMk cId="1306931824" sldId="1195"/>
                <pc2:cmMk id="{3E43DE4C-E4DA-46F1-B614-F373E5C5C242}"/>
              </pc2:cmMkLst>
            </pc226:cmChg>
            <pc226:cmChg xmlns:pc226="http://schemas.microsoft.com/office/powerpoint/2022/06/main/command" chg="del">
              <pc226:chgData name="Jason Abi Chebli" userId="a0f9f5f5563fb1d0" providerId="LiveId" clId="{AAB82D15-A16D-4ECA-AA7D-9F0FF4766497}" dt="2023-05-23T11:21:05.970" v="23474"/>
              <pc2:cmMkLst xmlns:pc2="http://schemas.microsoft.com/office/powerpoint/2019/9/main/command">
                <pc:docMk/>
                <pc:sldMk cId="1306931824" sldId="1195"/>
                <pc2:cmMk id="{4E5DD37E-5587-4F10-93B8-89028E699BD8}"/>
              </pc2:cmMkLst>
            </pc226:cmChg>
            <pc226:cmChg xmlns:pc226="http://schemas.microsoft.com/office/powerpoint/2022/06/main/command" chg="del">
              <pc226:chgData name="Jason Abi Chebli" userId="a0f9f5f5563fb1d0" providerId="LiveId" clId="{AAB82D15-A16D-4ECA-AA7D-9F0FF4766497}" dt="2023-05-23T11:21:04.376" v="23472"/>
              <pc2:cmMkLst xmlns:pc2="http://schemas.microsoft.com/office/powerpoint/2019/9/main/command">
                <pc:docMk/>
                <pc:sldMk cId="1306931824" sldId="1195"/>
                <pc2:cmMk id="{B2C277B2-DC84-4585-9BCA-A06D4899408B}"/>
              </pc2:cmMkLst>
            </pc226:cmChg>
          </p:ext>
        </pc:extLst>
      </pc:sldChg>
    </pc:docChg>
  </pc:docChgLst>
  <pc:docChgLst>
    <pc:chgData name="Harley Wijeyaratne" userId="d52f8215faed5781" providerId="Windows Live" clId="Web-{7F977A45-C69F-4655-BD5B-6F7E4A80F84B}"/>
    <pc:docChg chg="addSld delSld modSld">
      <pc:chgData name="Harley Wijeyaratne" userId="d52f8215faed5781" providerId="Windows Live" clId="Web-{7F977A45-C69F-4655-BD5B-6F7E4A80F84B}" dt="2023-05-21T15:30:26.878" v="286" actId="20577"/>
      <pc:docMkLst>
        <pc:docMk/>
      </pc:docMkLst>
      <pc:sldChg chg="addSp delSp modSp">
        <pc:chgData name="Harley Wijeyaratne" userId="d52f8215faed5781" providerId="Windows Live" clId="Web-{7F977A45-C69F-4655-BD5B-6F7E4A80F84B}" dt="2023-05-21T15:22:53.473" v="120"/>
        <pc:sldMkLst>
          <pc:docMk/>
          <pc:sldMk cId="3203961724" sldId="1134"/>
        </pc:sldMkLst>
        <pc:spChg chg="del">
          <ac:chgData name="Harley Wijeyaratne" userId="d52f8215faed5781" providerId="Windows Live" clId="Web-{7F977A45-C69F-4655-BD5B-6F7E4A80F84B}" dt="2023-05-21T15:18:49.786" v="20"/>
          <ac:spMkLst>
            <pc:docMk/>
            <pc:sldMk cId="3203961724" sldId="1134"/>
            <ac:spMk id="5" creationId="{AC84F134-41B0-E093-900D-9EC4900E34B5}"/>
          </ac:spMkLst>
        </pc:spChg>
        <pc:spChg chg="del mod">
          <ac:chgData name="Harley Wijeyaratne" userId="d52f8215faed5781" providerId="Windows Live" clId="Web-{7F977A45-C69F-4655-BD5B-6F7E4A80F84B}" dt="2023-05-21T15:18:56.896" v="24"/>
          <ac:spMkLst>
            <pc:docMk/>
            <pc:sldMk cId="3203961724" sldId="1134"/>
            <ac:spMk id="7" creationId="{42F0B3DC-26D7-C8D7-2095-150058C60ECD}"/>
          </ac:spMkLst>
        </pc:spChg>
        <pc:spChg chg="add">
          <ac:chgData name="Harley Wijeyaratne" userId="d52f8215faed5781" providerId="Windows Live" clId="Web-{7F977A45-C69F-4655-BD5B-6F7E4A80F84B}" dt="2023-05-21T15:18:47.004" v="19"/>
          <ac:spMkLst>
            <pc:docMk/>
            <pc:sldMk cId="3203961724" sldId="1134"/>
            <ac:spMk id="18" creationId="{ECF029A6-AEB2-E600-5C68-3434AFC3C89A}"/>
          </ac:spMkLst>
        </pc:spChg>
        <pc:spChg chg="add del mod">
          <ac:chgData name="Harley Wijeyaratne" userId="d52f8215faed5781" providerId="Windows Live" clId="Web-{7F977A45-C69F-4655-BD5B-6F7E4A80F84B}" dt="2023-05-21T15:18:52.051" v="21"/>
          <ac:spMkLst>
            <pc:docMk/>
            <pc:sldMk cId="3203961724" sldId="1134"/>
            <ac:spMk id="31" creationId="{0D875B28-3249-2BEF-25A0-645C7D95F6FB}"/>
          </ac:spMkLst>
        </pc:spChg>
        <pc:spChg chg="add">
          <ac:chgData name="Harley Wijeyaratne" userId="d52f8215faed5781" providerId="Windows Live" clId="Web-{7F977A45-C69F-4655-BD5B-6F7E4A80F84B}" dt="2023-05-21T15:19:15.381" v="37"/>
          <ac:spMkLst>
            <pc:docMk/>
            <pc:sldMk cId="3203961724" sldId="1134"/>
            <ac:spMk id="42" creationId="{B708CF15-E43D-6177-4659-97D679D46ECD}"/>
          </ac:spMkLst>
        </pc:spChg>
        <pc:cxnChg chg="del">
          <ac:chgData name="Harley Wijeyaratne" userId="d52f8215faed5781" providerId="Windows Live" clId="Web-{7F977A45-C69F-4655-BD5B-6F7E4A80F84B}" dt="2023-05-21T15:18:53.348" v="22"/>
          <ac:cxnSpMkLst>
            <pc:docMk/>
            <pc:sldMk cId="3203961724" sldId="1134"/>
            <ac:cxnSpMk id="6" creationId="{C5B8DB1B-6396-42E4-9133-229F939AFFFA}"/>
          </ac:cxnSpMkLst>
        </pc:cxnChg>
        <pc:cxnChg chg="add">
          <ac:chgData name="Harley Wijeyaratne" userId="d52f8215faed5781" providerId="Windows Live" clId="Web-{7F977A45-C69F-4655-BD5B-6F7E4A80F84B}" dt="2023-05-21T15:19:21.241" v="38"/>
          <ac:cxnSpMkLst>
            <pc:docMk/>
            <pc:sldMk cId="3203961724" sldId="1134"/>
            <ac:cxnSpMk id="45" creationId="{8B7D748A-DEEA-37AE-81A9-A842EF2A8BEC}"/>
          </ac:cxnSpMkLst>
        </pc:cxnChg>
        <pc:cxnChg chg="add del">
          <ac:chgData name="Harley Wijeyaratne" userId="d52f8215faed5781" providerId="Windows Live" clId="Web-{7F977A45-C69F-4655-BD5B-6F7E4A80F84B}" dt="2023-05-21T15:22:53.473" v="120"/>
          <ac:cxnSpMkLst>
            <pc:docMk/>
            <pc:sldMk cId="3203961724" sldId="1134"/>
            <ac:cxnSpMk id="47" creationId="{BE2B8815-D8BE-07FE-7931-11748D0BF63C}"/>
          </ac:cxnSpMkLst>
        </pc:cxnChg>
      </pc:sldChg>
      <pc:sldChg chg="del">
        <pc:chgData name="Harley Wijeyaratne" userId="d52f8215faed5781" providerId="Windows Live" clId="Web-{7F977A45-C69F-4655-BD5B-6F7E4A80F84B}" dt="2023-05-21T15:24:18.479" v="172"/>
        <pc:sldMkLst>
          <pc:docMk/>
          <pc:sldMk cId="2829289977" sldId="1141"/>
        </pc:sldMkLst>
      </pc:sldChg>
      <pc:sldChg chg="modSp">
        <pc:chgData name="Harley Wijeyaratne" userId="d52f8215faed5781" providerId="Windows Live" clId="Web-{7F977A45-C69F-4655-BD5B-6F7E4A80F84B}" dt="2023-05-21T15:18:03.720" v="2" actId="1076"/>
        <pc:sldMkLst>
          <pc:docMk/>
          <pc:sldMk cId="4199843140" sldId="1145"/>
        </pc:sldMkLst>
        <pc:spChg chg="mod">
          <ac:chgData name="Harley Wijeyaratne" userId="d52f8215faed5781" providerId="Windows Live" clId="Web-{7F977A45-C69F-4655-BD5B-6F7E4A80F84B}" dt="2023-05-21T15:17:53.516" v="1" actId="1076"/>
          <ac:spMkLst>
            <pc:docMk/>
            <pc:sldMk cId="4199843140" sldId="1145"/>
            <ac:spMk id="5" creationId="{AC84F134-41B0-E093-900D-9EC4900E34B5}"/>
          </ac:spMkLst>
        </pc:spChg>
        <pc:spChg chg="mod">
          <ac:chgData name="Harley Wijeyaratne" userId="d52f8215faed5781" providerId="Windows Live" clId="Web-{7F977A45-C69F-4655-BD5B-6F7E4A80F84B}" dt="2023-05-21T15:18:03.720" v="2" actId="1076"/>
          <ac:spMkLst>
            <pc:docMk/>
            <pc:sldMk cId="4199843140" sldId="1145"/>
            <ac:spMk id="7" creationId="{42F0B3DC-26D7-C8D7-2095-150058C60ECD}"/>
          </ac:spMkLst>
        </pc:spChg>
        <pc:cxnChg chg="mod">
          <ac:chgData name="Harley Wijeyaratne" userId="d52f8215faed5781" providerId="Windows Live" clId="Web-{7F977A45-C69F-4655-BD5B-6F7E4A80F84B}" dt="2023-05-21T15:17:47.891" v="0" actId="1076"/>
          <ac:cxnSpMkLst>
            <pc:docMk/>
            <pc:sldMk cId="4199843140" sldId="1145"/>
            <ac:cxnSpMk id="6" creationId="{C5B8DB1B-6396-42E4-9133-229F939AFFFA}"/>
          </ac:cxnSpMkLst>
        </pc:cxnChg>
      </pc:sldChg>
      <pc:sldChg chg="addSp delSp modSp add del">
        <pc:chgData name="Harley Wijeyaratne" userId="d52f8215faed5781" providerId="Windows Live" clId="Web-{7F977A45-C69F-4655-BD5B-6F7E4A80F84B}" dt="2023-05-21T15:23:03.599" v="124"/>
        <pc:sldMkLst>
          <pc:docMk/>
          <pc:sldMk cId="1251791079" sldId="1146"/>
        </pc:sldMkLst>
        <pc:spChg chg="add del mod">
          <ac:chgData name="Harley Wijeyaratne" userId="d52f8215faed5781" providerId="Windows Live" clId="Web-{7F977A45-C69F-4655-BD5B-6F7E4A80F84B}" dt="2023-05-21T15:20:12.447" v="55"/>
          <ac:spMkLst>
            <pc:docMk/>
            <pc:sldMk cId="1251791079" sldId="1146"/>
            <ac:spMk id="4" creationId="{3F6D110E-17E0-60F9-444A-4592C41E8A65}"/>
          </ac:spMkLst>
        </pc:spChg>
        <pc:spChg chg="del">
          <ac:chgData name="Harley Wijeyaratne" userId="d52f8215faed5781" providerId="Windows Live" clId="Web-{7F977A45-C69F-4655-BD5B-6F7E4A80F84B}" dt="2023-05-21T15:20:08.916" v="53"/>
          <ac:spMkLst>
            <pc:docMk/>
            <pc:sldMk cId="1251791079" sldId="1146"/>
            <ac:spMk id="5" creationId="{AC84F134-41B0-E093-900D-9EC4900E34B5}"/>
          </ac:spMkLst>
        </pc:spChg>
        <pc:spChg chg="add">
          <ac:chgData name="Harley Wijeyaratne" userId="d52f8215faed5781" providerId="Windows Live" clId="Web-{7F977A45-C69F-4655-BD5B-6F7E4A80F84B}" dt="2023-05-21T15:20:09.510" v="54"/>
          <ac:spMkLst>
            <pc:docMk/>
            <pc:sldMk cId="1251791079" sldId="1146"/>
            <ac:spMk id="13" creationId="{5382C56C-7F29-4126-8F01-A177FD3584E4}"/>
          </ac:spMkLst>
        </pc:spChg>
        <pc:cxnChg chg="del">
          <ac:chgData name="Harley Wijeyaratne" userId="d52f8215faed5781" providerId="Windows Live" clId="Web-{7F977A45-C69F-4655-BD5B-6F7E4A80F84B}" dt="2023-05-21T15:23:03.599" v="124"/>
          <ac:cxnSpMkLst>
            <pc:docMk/>
            <pc:sldMk cId="1251791079" sldId="1146"/>
            <ac:cxnSpMk id="6" creationId="{C5B8DB1B-6396-42E4-9133-229F939AFFFA}"/>
          </ac:cxnSpMkLst>
        </pc:cxnChg>
        <pc:cxnChg chg="add">
          <ac:chgData name="Harley Wijeyaratne" userId="d52f8215faed5781" providerId="Windows Live" clId="Web-{7F977A45-C69F-4655-BD5B-6F7E4A80F84B}" dt="2023-05-21T15:23:01.458" v="123"/>
          <ac:cxnSpMkLst>
            <pc:docMk/>
            <pc:sldMk cId="1251791079" sldId="1146"/>
            <ac:cxnSpMk id="15" creationId="{24598895-25BC-A99D-E6AB-6DF4AD765D28}"/>
          </ac:cxnSpMkLst>
        </pc:cxnChg>
      </pc:sldChg>
      <pc:sldChg chg="addSp delSp">
        <pc:chgData name="Harley Wijeyaratne" userId="d52f8215faed5781" providerId="Windows Live" clId="Web-{7F977A45-C69F-4655-BD5B-6F7E4A80F84B}" dt="2023-05-21T15:24:46.902" v="180"/>
        <pc:sldMkLst>
          <pc:docMk/>
          <pc:sldMk cId="410719719" sldId="1147"/>
        </pc:sldMkLst>
        <pc:cxnChg chg="add del">
          <ac:chgData name="Harley Wijeyaratne" userId="d52f8215faed5781" providerId="Windows Live" clId="Web-{7F977A45-C69F-4655-BD5B-6F7E4A80F84B}" dt="2023-05-21T15:24:46.902" v="180"/>
          <ac:cxnSpMkLst>
            <pc:docMk/>
            <pc:sldMk cId="410719719" sldId="1147"/>
            <ac:cxnSpMk id="4" creationId="{1C57E38C-2BE5-A757-E22F-0B08A705BA20}"/>
          </ac:cxnSpMkLst>
        </pc:cxnChg>
      </pc:sldChg>
      <pc:sldChg chg="del">
        <pc:chgData name="Harley Wijeyaratne" userId="d52f8215faed5781" providerId="Windows Live" clId="Web-{7F977A45-C69F-4655-BD5B-6F7E4A80F84B}" dt="2023-05-21T15:24:23.338" v="174"/>
        <pc:sldMkLst>
          <pc:docMk/>
          <pc:sldMk cId="2876906250" sldId="1148"/>
        </pc:sldMkLst>
      </pc:sldChg>
      <pc:sldChg chg="del">
        <pc:chgData name="Harley Wijeyaratne" userId="d52f8215faed5781" providerId="Windows Live" clId="Web-{7F977A45-C69F-4655-BD5B-6F7E4A80F84B}" dt="2023-05-21T15:24:21.260" v="173"/>
        <pc:sldMkLst>
          <pc:docMk/>
          <pc:sldMk cId="1597050309" sldId="1149"/>
        </pc:sldMkLst>
      </pc:sldChg>
      <pc:sldChg chg="addSp delSp modSp">
        <pc:chgData name="Harley Wijeyaratne" userId="d52f8215faed5781" providerId="Windows Live" clId="Web-{7F977A45-C69F-4655-BD5B-6F7E4A80F84B}" dt="2023-05-21T15:25:23.592" v="190"/>
        <pc:sldMkLst>
          <pc:docMk/>
          <pc:sldMk cId="2854013643" sldId="1152"/>
        </pc:sldMkLst>
        <pc:spChg chg="add mod">
          <ac:chgData name="Harley Wijeyaratne" userId="d52f8215faed5781" providerId="Windows Live" clId="Web-{7F977A45-C69F-4655-BD5B-6F7E4A80F84B}" dt="2023-05-21T15:22:32.722" v="115" actId="20577"/>
          <ac:spMkLst>
            <pc:docMk/>
            <pc:sldMk cId="2854013643" sldId="1152"/>
            <ac:spMk id="3" creationId="{F7719A24-12E5-8827-6E03-ACD1C3B85B53}"/>
          </ac:spMkLst>
        </pc:spChg>
        <pc:spChg chg="del">
          <ac:chgData name="Harley Wijeyaratne" userId="d52f8215faed5781" providerId="Windows Live" clId="Web-{7F977A45-C69F-4655-BD5B-6F7E4A80F84B}" dt="2023-05-21T15:22:21.987" v="109"/>
          <ac:spMkLst>
            <pc:docMk/>
            <pc:sldMk cId="2854013643" sldId="1152"/>
            <ac:spMk id="5" creationId="{AC84F134-41B0-E093-900D-9EC4900E34B5}"/>
          </ac:spMkLst>
        </pc:spChg>
        <pc:spChg chg="del mod">
          <ac:chgData name="Harley Wijeyaratne" userId="d52f8215faed5781" providerId="Windows Live" clId="Web-{7F977A45-C69F-4655-BD5B-6F7E4A80F84B}" dt="2023-05-21T15:22:35.769" v="117"/>
          <ac:spMkLst>
            <pc:docMk/>
            <pc:sldMk cId="2854013643" sldId="1152"/>
            <ac:spMk id="7" creationId="{42F0B3DC-26D7-C8D7-2095-150058C60ECD}"/>
          </ac:spMkLst>
        </pc:spChg>
        <pc:spChg chg="add del mod">
          <ac:chgData name="Harley Wijeyaratne" userId="d52f8215faed5781" providerId="Windows Live" clId="Web-{7F977A45-C69F-4655-BD5B-6F7E4A80F84B}" dt="2023-05-21T15:22:24.565" v="110"/>
          <ac:spMkLst>
            <pc:docMk/>
            <pc:sldMk cId="2854013643" sldId="1152"/>
            <ac:spMk id="8" creationId="{F387B87E-6CD9-D824-F45B-5CCA6A5443FD}"/>
          </ac:spMkLst>
        </pc:spChg>
        <pc:spChg chg="add">
          <ac:chgData name="Harley Wijeyaratne" userId="d52f8215faed5781" providerId="Windows Live" clId="Web-{7F977A45-C69F-4655-BD5B-6F7E4A80F84B}" dt="2023-05-21T15:25:23.592" v="190"/>
          <ac:spMkLst>
            <pc:docMk/>
            <pc:sldMk cId="2854013643" sldId="1152"/>
            <ac:spMk id="16" creationId="{535DAC91-7B16-536D-761A-3EA23AEEE0CD}"/>
          </ac:spMkLst>
        </pc:spChg>
        <pc:cxnChg chg="del">
          <ac:chgData name="Harley Wijeyaratne" userId="d52f8215faed5781" providerId="Windows Live" clId="Web-{7F977A45-C69F-4655-BD5B-6F7E4A80F84B}" dt="2023-05-21T15:22:36.878" v="118"/>
          <ac:cxnSpMkLst>
            <pc:docMk/>
            <pc:sldMk cId="2854013643" sldId="1152"/>
            <ac:cxnSpMk id="6" creationId="{C5B8DB1B-6396-42E4-9133-229F939AFFFA}"/>
          </ac:cxnSpMkLst>
        </pc:cxnChg>
        <pc:cxnChg chg="add">
          <ac:chgData name="Harley Wijeyaratne" userId="d52f8215faed5781" providerId="Windows Live" clId="Web-{7F977A45-C69F-4655-BD5B-6F7E4A80F84B}" dt="2023-05-21T15:24:40.902" v="178"/>
          <ac:cxnSpMkLst>
            <pc:docMk/>
            <pc:sldMk cId="2854013643" sldId="1152"/>
            <ac:cxnSpMk id="14" creationId="{5B215224-AB53-07D1-E0C5-7EFCF45853F2}"/>
          </ac:cxnSpMkLst>
        </pc:cxnChg>
      </pc:sldChg>
      <pc:sldChg chg="addSp delSp modSp">
        <pc:chgData name="Harley Wijeyaratne" userId="d52f8215faed5781" providerId="Windows Live" clId="Web-{7F977A45-C69F-4655-BD5B-6F7E4A80F84B}" dt="2023-05-21T15:25:13.889" v="184"/>
        <pc:sldMkLst>
          <pc:docMk/>
          <pc:sldMk cId="3412354017" sldId="1159"/>
        </pc:sldMkLst>
        <pc:spChg chg="add del mod">
          <ac:chgData name="Harley Wijeyaratne" userId="d52f8215faed5781" providerId="Windows Live" clId="Web-{7F977A45-C69F-4655-BD5B-6F7E4A80F84B}" dt="2023-05-21T15:20:40.637" v="64"/>
          <ac:spMkLst>
            <pc:docMk/>
            <pc:sldMk cId="3412354017" sldId="1159"/>
            <ac:spMk id="3" creationId="{90C308A7-4E55-F73A-8D14-D450CD7D7D15}"/>
          </ac:spMkLst>
        </pc:spChg>
        <pc:spChg chg="del">
          <ac:chgData name="Harley Wijeyaratne" userId="d52f8215faed5781" providerId="Windows Live" clId="Web-{7F977A45-C69F-4655-BD5B-6F7E4A80F84B}" dt="2023-05-21T15:20:38.199" v="62"/>
          <ac:spMkLst>
            <pc:docMk/>
            <pc:sldMk cId="3412354017" sldId="1159"/>
            <ac:spMk id="5" creationId="{AC84F134-41B0-E093-900D-9EC4900E34B5}"/>
          </ac:spMkLst>
        </pc:spChg>
        <pc:spChg chg="del">
          <ac:chgData name="Harley Wijeyaratne" userId="d52f8215faed5781" providerId="Windows Live" clId="Web-{7F977A45-C69F-4655-BD5B-6F7E4A80F84B}" dt="2023-05-21T15:20:52.669" v="75"/>
          <ac:spMkLst>
            <pc:docMk/>
            <pc:sldMk cId="3412354017" sldId="1159"/>
            <ac:spMk id="7" creationId="{42F0B3DC-26D7-C8D7-2095-150058C60ECD}"/>
          </ac:spMkLst>
        </pc:spChg>
        <pc:spChg chg="add mod">
          <ac:chgData name="Harley Wijeyaratne" userId="d52f8215faed5781" providerId="Windows Live" clId="Web-{7F977A45-C69F-4655-BD5B-6F7E4A80F84B}" dt="2023-05-21T15:20:50.247" v="73" actId="20577"/>
          <ac:spMkLst>
            <pc:docMk/>
            <pc:sldMk cId="3412354017" sldId="1159"/>
            <ac:spMk id="8" creationId="{B908EC1E-5A39-3CBB-B02F-439A67C5FE08}"/>
          </ac:spMkLst>
        </pc:spChg>
        <pc:spChg chg="add">
          <ac:chgData name="Harley Wijeyaratne" userId="d52f8215faed5781" providerId="Windows Live" clId="Web-{7F977A45-C69F-4655-BD5B-6F7E4A80F84B}" dt="2023-05-21T15:25:13.889" v="184"/>
          <ac:spMkLst>
            <pc:docMk/>
            <pc:sldMk cId="3412354017" sldId="1159"/>
            <ac:spMk id="16" creationId="{D1FF0424-7EEC-BC55-F6E0-DD99F3F79E50}"/>
          </ac:spMkLst>
        </pc:spChg>
        <pc:cxnChg chg="del">
          <ac:chgData name="Harley Wijeyaratne" userId="d52f8215faed5781" providerId="Windows Live" clId="Web-{7F977A45-C69F-4655-BD5B-6F7E4A80F84B}" dt="2023-05-21T15:20:50.700" v="74"/>
          <ac:cxnSpMkLst>
            <pc:docMk/>
            <pc:sldMk cId="3412354017" sldId="1159"/>
            <ac:cxnSpMk id="6" creationId="{C5B8DB1B-6396-42E4-9133-229F939AFFFA}"/>
          </ac:cxnSpMkLst>
        </pc:cxnChg>
        <pc:cxnChg chg="add">
          <ac:chgData name="Harley Wijeyaratne" userId="d52f8215faed5781" providerId="Windows Live" clId="Web-{7F977A45-C69F-4655-BD5B-6F7E4A80F84B}" dt="2023-05-21T15:23:07.755" v="126"/>
          <ac:cxnSpMkLst>
            <pc:docMk/>
            <pc:sldMk cId="3412354017" sldId="1159"/>
            <ac:cxnSpMk id="14" creationId="{43759147-50F0-8A1C-2335-2A294ABDC717}"/>
          </ac:cxnSpMkLst>
        </pc:cxnChg>
      </pc:sldChg>
      <pc:sldChg chg="addSp delSp modSp">
        <pc:chgData name="Harley Wijeyaratne" userId="d52f8215faed5781" providerId="Windows Live" clId="Web-{7F977A45-C69F-4655-BD5B-6F7E4A80F84B}" dt="2023-05-21T15:25:19.530" v="188"/>
        <pc:sldMkLst>
          <pc:docMk/>
          <pc:sldMk cId="217808446" sldId="1160"/>
        </pc:sldMkLst>
        <pc:spChg chg="add del">
          <ac:chgData name="Harley Wijeyaratne" userId="d52f8215faed5781" providerId="Windows Live" clId="Web-{7F977A45-C69F-4655-BD5B-6F7E4A80F84B}" dt="2023-05-21T15:23:35.773" v="141"/>
          <ac:spMkLst>
            <pc:docMk/>
            <pc:sldMk cId="217808446" sldId="1160"/>
            <ac:spMk id="3" creationId="{DD275671-926C-98D8-65BE-6360F76AE30F}"/>
          </ac:spMkLst>
        </pc:spChg>
        <pc:spChg chg="del mod">
          <ac:chgData name="Harley Wijeyaratne" userId="d52f8215faed5781" providerId="Windows Live" clId="Web-{7F977A45-C69F-4655-BD5B-6F7E4A80F84B}" dt="2023-05-21T15:23:39.242" v="143"/>
          <ac:spMkLst>
            <pc:docMk/>
            <pc:sldMk cId="217808446" sldId="1160"/>
            <ac:spMk id="5" creationId="{AC84F134-41B0-E093-900D-9EC4900E34B5}"/>
          </ac:spMkLst>
        </pc:spChg>
        <pc:spChg chg="del">
          <ac:chgData name="Harley Wijeyaratne" userId="d52f8215faed5781" providerId="Windows Live" clId="Web-{7F977A45-C69F-4655-BD5B-6F7E4A80F84B}" dt="2023-05-21T15:23:53.102" v="156"/>
          <ac:spMkLst>
            <pc:docMk/>
            <pc:sldMk cId="217808446" sldId="1160"/>
            <ac:spMk id="7" creationId="{42F0B3DC-26D7-C8D7-2095-150058C60ECD}"/>
          </ac:spMkLst>
        </pc:spChg>
        <pc:spChg chg="add del mod">
          <ac:chgData name="Harley Wijeyaratne" userId="d52f8215faed5781" providerId="Windows Live" clId="Web-{7F977A45-C69F-4655-BD5B-6F7E4A80F84B}" dt="2023-05-21T15:23:41.601" v="145"/>
          <ac:spMkLst>
            <pc:docMk/>
            <pc:sldMk cId="217808446" sldId="1160"/>
            <ac:spMk id="8" creationId="{C2EED55D-E3F3-0737-DDCB-AC04AEF15D28}"/>
          </ac:spMkLst>
        </pc:spChg>
        <pc:spChg chg="add mod">
          <ac:chgData name="Harley Wijeyaratne" userId="d52f8215faed5781" providerId="Windows Live" clId="Web-{7F977A45-C69F-4655-BD5B-6F7E4A80F84B}" dt="2023-05-21T15:23:48.774" v="154" actId="20577"/>
          <ac:spMkLst>
            <pc:docMk/>
            <pc:sldMk cId="217808446" sldId="1160"/>
            <ac:spMk id="14" creationId="{7AC79565-6F0F-7C1D-D815-BC78529FCA1A}"/>
          </ac:spMkLst>
        </pc:spChg>
        <pc:spChg chg="add">
          <ac:chgData name="Harley Wijeyaratne" userId="d52f8215faed5781" providerId="Windows Live" clId="Web-{7F977A45-C69F-4655-BD5B-6F7E4A80F84B}" dt="2023-05-21T15:25:19.530" v="188"/>
          <ac:spMkLst>
            <pc:docMk/>
            <pc:sldMk cId="217808446" sldId="1160"/>
            <ac:spMk id="18" creationId="{B5DC2886-9119-543B-AD52-C1097C525683}"/>
          </ac:spMkLst>
        </pc:spChg>
        <pc:cxnChg chg="del">
          <ac:chgData name="Harley Wijeyaratne" userId="d52f8215faed5781" providerId="Windows Live" clId="Web-{7F977A45-C69F-4655-BD5B-6F7E4A80F84B}" dt="2023-05-21T15:23:50.821" v="155"/>
          <ac:cxnSpMkLst>
            <pc:docMk/>
            <pc:sldMk cId="217808446" sldId="1160"/>
            <ac:cxnSpMk id="6" creationId="{C5B8DB1B-6396-42E4-9133-229F939AFFFA}"/>
          </ac:cxnSpMkLst>
        </pc:cxnChg>
        <pc:cxnChg chg="add">
          <ac:chgData name="Harley Wijeyaratne" userId="d52f8215faed5781" providerId="Windows Live" clId="Web-{7F977A45-C69F-4655-BD5B-6F7E4A80F84B}" dt="2023-05-21T15:24:35.167" v="175"/>
          <ac:cxnSpMkLst>
            <pc:docMk/>
            <pc:sldMk cId="217808446" sldId="1160"/>
            <ac:cxnSpMk id="16" creationId="{0FC60CA6-38A8-6466-2C14-9E736A589C89}"/>
          </ac:cxnSpMkLst>
        </pc:cxnChg>
      </pc:sldChg>
      <pc:sldChg chg="addSp delSp modSp">
        <pc:chgData name="Harley Wijeyaratne" userId="d52f8215faed5781" providerId="Windows Live" clId="Web-{7F977A45-C69F-4655-BD5B-6F7E4A80F84B}" dt="2023-05-21T15:25:20.952" v="189"/>
        <pc:sldMkLst>
          <pc:docMk/>
          <pc:sldMk cId="1781347348" sldId="1161"/>
        </pc:sldMkLst>
        <pc:spChg chg="add del mod">
          <ac:chgData name="Harley Wijeyaratne" userId="d52f8215faed5781" providerId="Windows Live" clId="Web-{7F977A45-C69F-4655-BD5B-6F7E4A80F84B}" dt="2023-05-21T15:23:59.571" v="159"/>
          <ac:spMkLst>
            <pc:docMk/>
            <pc:sldMk cId="1781347348" sldId="1161"/>
            <ac:spMk id="3" creationId="{F5A11CA0-6004-49D2-545E-9F51031D64BE}"/>
          </ac:spMkLst>
        </pc:spChg>
        <pc:spChg chg="del">
          <ac:chgData name="Harley Wijeyaratne" userId="d52f8215faed5781" providerId="Windows Live" clId="Web-{7F977A45-C69F-4655-BD5B-6F7E4A80F84B}" dt="2023-05-21T15:23:57.696" v="157"/>
          <ac:spMkLst>
            <pc:docMk/>
            <pc:sldMk cId="1781347348" sldId="1161"/>
            <ac:spMk id="5" creationId="{AC84F134-41B0-E093-900D-9EC4900E34B5}"/>
          </ac:spMkLst>
        </pc:spChg>
        <pc:spChg chg="del mod">
          <ac:chgData name="Harley Wijeyaratne" userId="d52f8215faed5781" providerId="Windows Live" clId="Web-{7F977A45-C69F-4655-BD5B-6F7E4A80F84B}" dt="2023-05-21T15:24:08.650" v="170"/>
          <ac:spMkLst>
            <pc:docMk/>
            <pc:sldMk cId="1781347348" sldId="1161"/>
            <ac:spMk id="7" creationId="{42F0B3DC-26D7-C8D7-2095-150058C60ECD}"/>
          </ac:spMkLst>
        </pc:spChg>
        <pc:spChg chg="add mod">
          <ac:chgData name="Harley Wijeyaratne" userId="d52f8215faed5781" providerId="Windows Live" clId="Web-{7F977A45-C69F-4655-BD5B-6F7E4A80F84B}" dt="2023-05-21T15:24:05.103" v="168" actId="20577"/>
          <ac:spMkLst>
            <pc:docMk/>
            <pc:sldMk cId="1781347348" sldId="1161"/>
            <ac:spMk id="8" creationId="{8780F0AB-8ACA-7EED-A411-FA546A03EDC0}"/>
          </ac:spMkLst>
        </pc:spChg>
        <pc:spChg chg="add">
          <ac:chgData name="Harley Wijeyaratne" userId="d52f8215faed5781" providerId="Windows Live" clId="Web-{7F977A45-C69F-4655-BD5B-6F7E4A80F84B}" dt="2023-05-21T15:25:20.952" v="189"/>
          <ac:spMkLst>
            <pc:docMk/>
            <pc:sldMk cId="1781347348" sldId="1161"/>
            <ac:spMk id="16" creationId="{469B93E7-5236-7C05-F091-3265D4029AFA}"/>
          </ac:spMkLst>
        </pc:spChg>
        <pc:cxnChg chg="del">
          <ac:chgData name="Harley Wijeyaratne" userId="d52f8215faed5781" providerId="Windows Live" clId="Web-{7F977A45-C69F-4655-BD5B-6F7E4A80F84B}" dt="2023-05-21T15:24:09.697" v="171"/>
          <ac:cxnSpMkLst>
            <pc:docMk/>
            <pc:sldMk cId="1781347348" sldId="1161"/>
            <ac:cxnSpMk id="6" creationId="{C5B8DB1B-6396-42E4-9133-229F939AFFFA}"/>
          </ac:cxnSpMkLst>
        </pc:cxnChg>
        <pc:cxnChg chg="add">
          <ac:chgData name="Harley Wijeyaratne" userId="d52f8215faed5781" providerId="Windows Live" clId="Web-{7F977A45-C69F-4655-BD5B-6F7E4A80F84B}" dt="2023-05-21T15:24:36.621" v="176"/>
          <ac:cxnSpMkLst>
            <pc:docMk/>
            <pc:sldMk cId="1781347348" sldId="1161"/>
            <ac:cxnSpMk id="14" creationId="{24517EE2-F213-25C2-9756-230FA3522D36}"/>
          </ac:cxnSpMkLst>
        </pc:cxnChg>
      </pc:sldChg>
      <pc:sldChg chg="addSp delSp modSp">
        <pc:chgData name="Harley Wijeyaratne" userId="d52f8215faed5781" providerId="Windows Live" clId="Web-{7F977A45-C69F-4655-BD5B-6F7E4A80F84B}" dt="2023-05-21T15:25:14.701" v="185"/>
        <pc:sldMkLst>
          <pc:docMk/>
          <pc:sldMk cId="3716917777" sldId="1163"/>
        </pc:sldMkLst>
        <pc:spChg chg="add mod">
          <ac:chgData name="Harley Wijeyaratne" userId="d52f8215faed5781" providerId="Windows Live" clId="Web-{7F977A45-C69F-4655-BD5B-6F7E4A80F84B}" dt="2023-05-21T15:21:15.061" v="82" actId="20577"/>
          <ac:spMkLst>
            <pc:docMk/>
            <pc:sldMk cId="3716917777" sldId="1163"/>
            <ac:spMk id="3" creationId="{8B7BB539-E66E-9E91-A9AC-7195446A1830}"/>
          </ac:spMkLst>
        </pc:spChg>
        <pc:spChg chg="del mod">
          <ac:chgData name="Harley Wijeyaratne" userId="d52f8215faed5781" providerId="Windows Live" clId="Web-{7F977A45-C69F-4655-BD5B-6F7E4A80F84B}" dt="2023-05-21T15:21:08.513" v="79"/>
          <ac:spMkLst>
            <pc:docMk/>
            <pc:sldMk cId="3716917777" sldId="1163"/>
            <ac:spMk id="5" creationId="{AC84F134-41B0-E093-900D-9EC4900E34B5}"/>
          </ac:spMkLst>
        </pc:spChg>
        <pc:spChg chg="del">
          <ac:chgData name="Harley Wijeyaratne" userId="d52f8215faed5781" providerId="Windows Live" clId="Web-{7F977A45-C69F-4655-BD5B-6F7E4A80F84B}" dt="2023-05-21T15:21:19.483" v="83"/>
          <ac:spMkLst>
            <pc:docMk/>
            <pc:sldMk cId="3716917777" sldId="1163"/>
            <ac:spMk id="7" creationId="{42F0B3DC-26D7-C8D7-2095-150058C60ECD}"/>
          </ac:spMkLst>
        </pc:spChg>
        <pc:spChg chg="add del mod">
          <ac:chgData name="Harley Wijeyaratne" userId="d52f8215faed5781" providerId="Windows Live" clId="Web-{7F977A45-C69F-4655-BD5B-6F7E4A80F84B}" dt="2023-05-21T15:21:10.482" v="80"/>
          <ac:spMkLst>
            <pc:docMk/>
            <pc:sldMk cId="3716917777" sldId="1163"/>
            <ac:spMk id="8" creationId="{92188B9F-D46B-CA27-12AE-2B660AD3C4EB}"/>
          </ac:spMkLst>
        </pc:spChg>
        <pc:spChg chg="add">
          <ac:chgData name="Harley Wijeyaratne" userId="d52f8215faed5781" providerId="Windows Live" clId="Web-{7F977A45-C69F-4655-BD5B-6F7E4A80F84B}" dt="2023-05-21T15:25:14.701" v="185"/>
          <ac:spMkLst>
            <pc:docMk/>
            <pc:sldMk cId="3716917777" sldId="1163"/>
            <ac:spMk id="16" creationId="{82B22DA5-EF8E-37F5-FC0B-251F58FE3FB4}"/>
          </ac:spMkLst>
        </pc:spChg>
        <pc:cxnChg chg="del">
          <ac:chgData name="Harley Wijeyaratne" userId="d52f8215faed5781" providerId="Windows Live" clId="Web-{7F977A45-C69F-4655-BD5B-6F7E4A80F84B}" dt="2023-05-21T15:21:20.749" v="84"/>
          <ac:cxnSpMkLst>
            <pc:docMk/>
            <pc:sldMk cId="3716917777" sldId="1163"/>
            <ac:cxnSpMk id="6" creationId="{C5B8DB1B-6396-42E4-9133-229F939AFFFA}"/>
          </ac:cxnSpMkLst>
        </pc:cxnChg>
        <pc:cxnChg chg="add">
          <ac:chgData name="Harley Wijeyaratne" userId="d52f8215faed5781" providerId="Windows Live" clId="Web-{7F977A45-C69F-4655-BD5B-6F7E4A80F84B}" dt="2023-05-21T15:23:09.396" v="127"/>
          <ac:cxnSpMkLst>
            <pc:docMk/>
            <pc:sldMk cId="3716917777" sldId="1163"/>
            <ac:cxnSpMk id="14" creationId="{49156D6F-B89D-3F43-2A46-37C9636D8441}"/>
          </ac:cxnSpMkLst>
        </pc:cxnChg>
      </pc:sldChg>
      <pc:sldChg chg="addSp delSp modSp">
        <pc:chgData name="Harley Wijeyaratne" userId="d52f8215faed5781" providerId="Windows Live" clId="Web-{7F977A45-C69F-4655-BD5B-6F7E4A80F84B}" dt="2023-05-21T15:25:17.701" v="187"/>
        <pc:sldMkLst>
          <pc:docMk/>
          <pc:sldMk cId="1464227764" sldId="1164"/>
        </pc:sldMkLst>
        <pc:spChg chg="del mod">
          <ac:chgData name="Harley Wijeyaratne" userId="d52f8215faed5781" providerId="Windows Live" clId="Web-{7F977A45-C69F-4655-BD5B-6F7E4A80F84B}" dt="2023-05-21T15:23:22.225" v="131"/>
          <ac:spMkLst>
            <pc:docMk/>
            <pc:sldMk cId="1464227764" sldId="1164"/>
            <ac:spMk id="5" creationId="{AC84F134-41B0-E093-900D-9EC4900E34B5}"/>
          </ac:spMkLst>
        </pc:spChg>
        <pc:spChg chg="del">
          <ac:chgData name="Harley Wijeyaratne" userId="d52f8215faed5781" providerId="Windows Live" clId="Web-{7F977A45-C69F-4655-BD5B-6F7E4A80F84B}" dt="2023-05-21T15:25:17.701" v="187"/>
          <ac:spMkLst>
            <pc:docMk/>
            <pc:sldMk cId="1464227764" sldId="1164"/>
            <ac:spMk id="7" creationId="{42F0B3DC-26D7-C8D7-2095-150058C60ECD}"/>
          </ac:spMkLst>
        </pc:spChg>
        <pc:spChg chg="add del mod">
          <ac:chgData name="Harley Wijeyaratne" userId="d52f8215faed5781" providerId="Windows Live" clId="Web-{7F977A45-C69F-4655-BD5B-6F7E4A80F84B}" dt="2023-05-21T15:23:24.428" v="133"/>
          <ac:spMkLst>
            <pc:docMk/>
            <pc:sldMk cId="1464227764" sldId="1164"/>
            <ac:spMk id="8" creationId="{F20A1B91-D08E-624E-3BEB-048F7EC722A6}"/>
          </ac:spMkLst>
        </pc:spChg>
        <pc:spChg chg="add mod">
          <ac:chgData name="Harley Wijeyaratne" userId="d52f8215faed5781" providerId="Windows Live" clId="Web-{7F977A45-C69F-4655-BD5B-6F7E4A80F84B}" dt="2023-05-21T15:23:30.132" v="139" actId="20577"/>
          <ac:spMkLst>
            <pc:docMk/>
            <pc:sldMk cId="1464227764" sldId="1164"/>
            <ac:spMk id="14" creationId="{8EEA0733-A80D-2B83-EE1B-891C936300BF}"/>
          </ac:spMkLst>
        </pc:spChg>
        <pc:spChg chg="add">
          <ac:chgData name="Harley Wijeyaratne" userId="d52f8215faed5781" providerId="Windows Live" clId="Web-{7F977A45-C69F-4655-BD5B-6F7E4A80F84B}" dt="2023-05-21T15:25:16.217" v="186"/>
          <ac:spMkLst>
            <pc:docMk/>
            <pc:sldMk cId="1464227764" sldId="1164"/>
            <ac:spMk id="16" creationId="{D4DEAB26-5CD2-5711-D6DC-5E5FBA71478E}"/>
          </ac:spMkLst>
        </pc:spChg>
        <pc:cxnChg chg="add">
          <ac:chgData name="Harley Wijeyaratne" userId="d52f8215faed5781" providerId="Windows Live" clId="Web-{7F977A45-C69F-4655-BD5B-6F7E4A80F84B}" dt="2023-05-21T15:23:11.037" v="128"/>
          <ac:cxnSpMkLst>
            <pc:docMk/>
            <pc:sldMk cId="1464227764" sldId="1164"/>
            <ac:cxnSpMk id="3" creationId="{5BEB9C66-698B-0DC7-9F66-51D0EE2367B0}"/>
          </ac:cxnSpMkLst>
        </pc:cxnChg>
        <pc:cxnChg chg="del">
          <ac:chgData name="Harley Wijeyaratne" userId="d52f8215faed5781" providerId="Windows Live" clId="Web-{7F977A45-C69F-4655-BD5B-6F7E4A80F84B}" dt="2023-05-21T15:23:15.537" v="129"/>
          <ac:cxnSpMkLst>
            <pc:docMk/>
            <pc:sldMk cId="1464227764" sldId="1164"/>
            <ac:cxnSpMk id="6" creationId="{C5B8DB1B-6396-42E4-9133-229F939AFFFA}"/>
          </ac:cxnSpMkLst>
        </pc:cxnChg>
      </pc:sldChg>
      <pc:sldChg chg="addSp delSp modSp">
        <pc:chgData name="Harley Wijeyaratne" userId="d52f8215faed5781" providerId="Windows Live" clId="Web-{7F977A45-C69F-4655-BD5B-6F7E4A80F84B}" dt="2023-05-21T15:30:26.878" v="286" actId="20577"/>
        <pc:sldMkLst>
          <pc:docMk/>
          <pc:sldMk cId="934712502" sldId="1168"/>
        </pc:sldMkLst>
        <pc:spChg chg="mod">
          <ac:chgData name="Harley Wijeyaratne" userId="d52f8215faed5781" providerId="Windows Live" clId="Web-{7F977A45-C69F-4655-BD5B-6F7E4A80F84B}" dt="2023-05-21T15:29:40.985" v="278" actId="14100"/>
          <ac:spMkLst>
            <pc:docMk/>
            <pc:sldMk cId="934712502" sldId="1168"/>
            <ac:spMk id="4" creationId="{76F60E27-0BFF-C116-87AF-1E7EF490A1E5}"/>
          </ac:spMkLst>
        </pc:spChg>
        <pc:spChg chg="del">
          <ac:chgData name="Harley Wijeyaratne" userId="d52f8215faed5781" providerId="Windows Live" clId="Web-{7F977A45-C69F-4655-BD5B-6F7E4A80F84B}" dt="2023-05-21T15:20:26.776" v="60"/>
          <ac:spMkLst>
            <pc:docMk/>
            <pc:sldMk cId="934712502" sldId="1168"/>
            <ac:spMk id="5" creationId="{AC84F134-41B0-E093-900D-9EC4900E34B5}"/>
          </ac:spMkLst>
        </pc:spChg>
        <pc:spChg chg="del mod">
          <ac:chgData name="Harley Wijeyaratne" userId="d52f8215faed5781" providerId="Windows Live" clId="Web-{7F977A45-C69F-4655-BD5B-6F7E4A80F84B}" dt="2023-05-21T15:20:22.917" v="58"/>
          <ac:spMkLst>
            <pc:docMk/>
            <pc:sldMk cId="934712502" sldId="1168"/>
            <ac:spMk id="7" creationId="{42F0B3DC-26D7-C8D7-2095-150058C60ECD}"/>
          </ac:spMkLst>
        </pc:spChg>
        <pc:spChg chg="add mod">
          <ac:chgData name="Harley Wijeyaratne" userId="d52f8215faed5781" providerId="Windows Live" clId="Web-{7F977A45-C69F-4655-BD5B-6F7E4A80F84B}" dt="2023-05-21T15:29:00.529" v="269" actId="20577"/>
          <ac:spMkLst>
            <pc:docMk/>
            <pc:sldMk cId="934712502" sldId="1168"/>
            <ac:spMk id="8" creationId="{79BC9841-38F2-200C-6BF7-A30C5CB10BAC}"/>
          </ac:spMkLst>
        </pc:spChg>
        <pc:spChg chg="add del mod">
          <ac:chgData name="Harley Wijeyaratne" userId="d52f8215faed5781" providerId="Windows Live" clId="Web-{7F977A45-C69F-4655-BD5B-6F7E4A80F84B}" dt="2023-05-21T15:20:29.698" v="61"/>
          <ac:spMkLst>
            <pc:docMk/>
            <pc:sldMk cId="934712502" sldId="1168"/>
            <ac:spMk id="17" creationId="{9AA10130-21A3-9723-B40F-5710A806F41D}"/>
          </ac:spMkLst>
        </pc:spChg>
        <pc:spChg chg="mod">
          <ac:chgData name="Harley Wijeyaratne" userId="d52f8215faed5781" providerId="Windows Live" clId="Web-{7F977A45-C69F-4655-BD5B-6F7E4A80F84B}" dt="2023-05-21T15:30:02.330" v="280"/>
          <ac:spMkLst>
            <pc:docMk/>
            <pc:sldMk cId="934712502" sldId="1168"/>
            <ac:spMk id="23" creationId="{B1B839FC-D28C-86A2-0892-2AAAD22951C0}"/>
          </ac:spMkLst>
        </pc:spChg>
        <pc:spChg chg="mod">
          <ac:chgData name="Harley Wijeyaratne" userId="d52f8215faed5781" providerId="Windows Live" clId="Web-{7F977A45-C69F-4655-BD5B-6F7E4A80F84B}" dt="2023-05-21T15:30:14.393" v="282"/>
          <ac:spMkLst>
            <pc:docMk/>
            <pc:sldMk cId="934712502" sldId="1168"/>
            <ac:spMk id="24" creationId="{B94C1EE6-E798-4AB2-4E22-B3C642927ED9}"/>
          </ac:spMkLst>
        </pc:spChg>
        <pc:spChg chg="mod">
          <ac:chgData name="Harley Wijeyaratne" userId="d52f8215faed5781" providerId="Windows Live" clId="Web-{7F977A45-C69F-4655-BD5B-6F7E4A80F84B}" dt="2023-05-21T15:30:26.878" v="286" actId="20577"/>
          <ac:spMkLst>
            <pc:docMk/>
            <pc:sldMk cId="934712502" sldId="1168"/>
            <ac:spMk id="28" creationId="{DE8C9D22-3CA9-A025-1CE2-AC2E2303835F}"/>
          </ac:spMkLst>
        </pc:spChg>
        <pc:spChg chg="add">
          <ac:chgData name="Harley Wijeyaratne" userId="d52f8215faed5781" providerId="Windows Live" clId="Web-{7F977A45-C69F-4655-BD5B-6F7E4A80F84B}" dt="2023-05-21T15:25:12.185" v="183"/>
          <ac:spMkLst>
            <pc:docMk/>
            <pc:sldMk cId="934712502" sldId="1168"/>
            <ac:spMk id="31" creationId="{9D562B0F-4921-44AE-7734-D463C469B390}"/>
          </ac:spMkLst>
        </pc:spChg>
        <pc:cxnChg chg="del">
          <ac:chgData name="Harley Wijeyaratne" userId="d52f8215faed5781" providerId="Windows Live" clId="Web-{7F977A45-C69F-4655-BD5B-6F7E4A80F84B}" dt="2023-05-21T15:20:24.073" v="59"/>
          <ac:cxnSpMkLst>
            <pc:docMk/>
            <pc:sldMk cId="934712502" sldId="1168"/>
            <ac:cxnSpMk id="6" creationId="{C5B8DB1B-6396-42E4-9133-229F939AFFFA}"/>
          </ac:cxnSpMkLst>
        </pc:cxnChg>
        <pc:cxnChg chg="add">
          <ac:chgData name="Harley Wijeyaratne" userId="d52f8215faed5781" providerId="Windows Live" clId="Web-{7F977A45-C69F-4655-BD5B-6F7E4A80F84B}" dt="2023-05-21T15:23:05.318" v="125"/>
          <ac:cxnSpMkLst>
            <pc:docMk/>
            <pc:sldMk cId="934712502" sldId="1168"/>
            <ac:cxnSpMk id="19" creationId="{A232867E-8FE6-9D8A-632A-90A306FC97B6}"/>
          </ac:cxnSpMkLst>
        </pc:cxnChg>
        <pc:cxnChg chg="add del">
          <ac:chgData name="Harley Wijeyaratne" userId="d52f8215faed5781" providerId="Windows Live" clId="Web-{7F977A45-C69F-4655-BD5B-6F7E4A80F84B}" dt="2023-05-21T15:25:04.466" v="182"/>
          <ac:cxnSpMkLst>
            <pc:docMk/>
            <pc:sldMk cId="934712502" sldId="1168"/>
            <ac:cxnSpMk id="29" creationId="{E9CC74A6-D278-ECAF-3AEF-2540CDEC832F}"/>
          </ac:cxnSpMkLst>
        </pc:cxnChg>
      </pc:sldChg>
      <pc:sldChg chg="addSp delSp modSp">
        <pc:chgData name="Harley Wijeyaratne" userId="d52f8215faed5781" providerId="Windows Live" clId="Web-{7F977A45-C69F-4655-BD5B-6F7E4A80F84B}" dt="2023-05-21T15:26:31.425" v="260"/>
        <pc:sldMkLst>
          <pc:docMk/>
          <pc:sldMk cId="3973152249" sldId="1170"/>
        </pc:sldMkLst>
        <pc:spChg chg="add mod">
          <ac:chgData name="Harley Wijeyaratne" userId="d52f8215faed5781" providerId="Windows Live" clId="Web-{7F977A45-C69F-4655-BD5B-6F7E4A80F84B}" dt="2023-05-21T15:22:08.924" v="107" actId="14100"/>
          <ac:spMkLst>
            <pc:docMk/>
            <pc:sldMk cId="3973152249" sldId="1170"/>
            <ac:spMk id="4" creationId="{D4BD33E0-9529-560A-D81D-4D02C7CF1DB1}"/>
          </ac:spMkLst>
        </pc:spChg>
        <pc:spChg chg="del">
          <ac:chgData name="Harley Wijeyaratne" userId="d52f8215faed5781" providerId="Windows Live" clId="Web-{7F977A45-C69F-4655-BD5B-6F7E4A80F84B}" dt="2023-05-21T15:21:56.048" v="90"/>
          <ac:spMkLst>
            <pc:docMk/>
            <pc:sldMk cId="3973152249" sldId="1170"/>
            <ac:spMk id="5" creationId="{AC84F134-41B0-E093-900D-9EC4900E34B5}"/>
          </ac:spMkLst>
        </pc:spChg>
        <pc:spChg chg="add del mod">
          <ac:chgData name="Harley Wijeyaratne" userId="d52f8215faed5781" providerId="Windows Live" clId="Web-{7F977A45-C69F-4655-BD5B-6F7E4A80F84B}" dt="2023-05-21T15:26:31.425" v="260"/>
          <ac:spMkLst>
            <pc:docMk/>
            <pc:sldMk cId="3973152249" sldId="1170"/>
            <ac:spMk id="7" creationId="{42F0B3DC-26D7-C8D7-2095-150058C60ECD}"/>
          </ac:spMkLst>
        </pc:spChg>
        <pc:spChg chg="add del mod">
          <ac:chgData name="Harley Wijeyaratne" userId="d52f8215faed5781" providerId="Windows Live" clId="Web-{7F977A45-C69F-4655-BD5B-6F7E4A80F84B}" dt="2023-05-21T15:21:59.439" v="91"/>
          <ac:spMkLst>
            <pc:docMk/>
            <pc:sldMk cId="3973152249" sldId="1170"/>
            <ac:spMk id="10" creationId="{E65087A7-DDAC-EFA0-8BEE-57FFDF5528EC}"/>
          </ac:spMkLst>
        </pc:spChg>
        <pc:spChg chg="add mod">
          <ac:chgData name="Harley Wijeyaratne" userId="d52f8215faed5781" providerId="Windows Live" clId="Web-{7F977A45-C69F-4655-BD5B-6F7E4A80F84B}" dt="2023-05-21T15:26:28.081" v="258" actId="20577"/>
          <ac:spMkLst>
            <pc:docMk/>
            <pc:sldMk cId="3973152249" sldId="1170"/>
            <ac:spMk id="17" creationId="{B2C54276-F9FB-108A-DF8E-BFFAA41844FA}"/>
          </ac:spMkLst>
        </pc:spChg>
        <pc:cxnChg chg="del">
          <ac:chgData name="Harley Wijeyaratne" userId="d52f8215faed5781" providerId="Windows Live" clId="Web-{7F977A45-C69F-4655-BD5B-6F7E4A80F84B}" dt="2023-05-21T15:21:45.328" v="88"/>
          <ac:cxnSpMkLst>
            <pc:docMk/>
            <pc:sldMk cId="3973152249" sldId="1170"/>
            <ac:cxnSpMk id="6" creationId="{C5B8DB1B-6396-42E4-9133-229F939AFFFA}"/>
          </ac:cxnSpMkLst>
        </pc:cxnChg>
        <pc:cxnChg chg="add">
          <ac:chgData name="Harley Wijeyaratne" userId="d52f8215faed5781" providerId="Windows Live" clId="Web-{7F977A45-C69F-4655-BD5B-6F7E4A80F84B}" dt="2023-05-21T15:24:38.933" v="177"/>
          <ac:cxnSpMkLst>
            <pc:docMk/>
            <pc:sldMk cId="3973152249" sldId="1170"/>
            <ac:cxnSpMk id="14" creationId="{5A842CD4-BBD0-E99C-101A-FB1BFBA4E72D}"/>
          </ac:cxnSpMkLst>
        </pc:cxnChg>
      </pc:sldChg>
      <pc:sldChg chg="addSp delSp modSp">
        <pc:chgData name="Harley Wijeyaratne" userId="d52f8215faed5781" providerId="Windows Live" clId="Web-{7F977A45-C69F-4655-BD5B-6F7E4A80F84B}" dt="2023-05-21T15:22:57.802" v="122"/>
        <pc:sldMkLst>
          <pc:docMk/>
          <pc:sldMk cId="2684757179" sldId="1173"/>
        </pc:sldMkLst>
        <pc:spChg chg="add del mod">
          <ac:chgData name="Harley Wijeyaratne" userId="d52f8215faed5781" providerId="Windows Live" clId="Web-{7F977A45-C69F-4655-BD5B-6F7E4A80F84B}" dt="2023-05-21T15:19:29.523" v="40"/>
          <ac:spMkLst>
            <pc:docMk/>
            <pc:sldMk cId="2684757179" sldId="1173"/>
            <ac:spMk id="3" creationId="{7AE67069-B25A-177B-5EFF-31211C29BB9E}"/>
          </ac:spMkLst>
        </pc:spChg>
        <pc:spChg chg="del">
          <ac:chgData name="Harley Wijeyaratne" userId="d52f8215faed5781" providerId="Windows Live" clId="Web-{7F977A45-C69F-4655-BD5B-6F7E4A80F84B}" dt="2023-05-21T15:19:27.944" v="39"/>
          <ac:spMkLst>
            <pc:docMk/>
            <pc:sldMk cId="2684757179" sldId="1173"/>
            <ac:spMk id="5" creationId="{AC84F134-41B0-E093-900D-9EC4900E34B5}"/>
          </ac:spMkLst>
        </pc:spChg>
        <pc:spChg chg="del mod">
          <ac:chgData name="Harley Wijeyaratne" userId="d52f8215faed5781" providerId="Windows Live" clId="Web-{7F977A45-C69F-4655-BD5B-6F7E4A80F84B}" dt="2023-05-21T15:19:33.835" v="43"/>
          <ac:spMkLst>
            <pc:docMk/>
            <pc:sldMk cId="2684757179" sldId="1173"/>
            <ac:spMk id="7" creationId="{42F0B3DC-26D7-C8D7-2095-150058C60ECD}"/>
          </ac:spMkLst>
        </pc:spChg>
        <pc:spChg chg="add">
          <ac:chgData name="Harley Wijeyaratne" userId="d52f8215faed5781" providerId="Windows Live" clId="Web-{7F977A45-C69F-4655-BD5B-6F7E4A80F84B}" dt="2023-05-21T15:19:41.805" v="45"/>
          <ac:spMkLst>
            <pc:docMk/>
            <pc:sldMk cId="2684757179" sldId="1173"/>
            <ac:spMk id="15" creationId="{9E7075FD-BB39-E1D1-B9CB-6F5000CB73E0}"/>
          </ac:spMkLst>
        </pc:spChg>
        <pc:spChg chg="add">
          <ac:chgData name="Harley Wijeyaratne" userId="d52f8215faed5781" providerId="Windows Live" clId="Web-{7F977A45-C69F-4655-BD5B-6F7E4A80F84B}" dt="2023-05-21T15:19:46.789" v="46"/>
          <ac:spMkLst>
            <pc:docMk/>
            <pc:sldMk cId="2684757179" sldId="1173"/>
            <ac:spMk id="18" creationId="{650D82AB-48EF-7F08-ACDA-9B6C658517C7}"/>
          </ac:spMkLst>
        </pc:spChg>
        <pc:cxnChg chg="del">
          <ac:chgData name="Harley Wijeyaratne" userId="d52f8215faed5781" providerId="Windows Live" clId="Web-{7F977A45-C69F-4655-BD5B-6F7E4A80F84B}" dt="2023-05-21T15:19:30.695" v="41"/>
          <ac:cxnSpMkLst>
            <pc:docMk/>
            <pc:sldMk cId="2684757179" sldId="1173"/>
            <ac:cxnSpMk id="6" creationId="{C5B8DB1B-6396-42E4-9133-229F939AFFFA}"/>
          </ac:cxnSpMkLst>
        </pc:cxnChg>
        <pc:cxnChg chg="add">
          <ac:chgData name="Harley Wijeyaratne" userId="d52f8215faed5781" providerId="Windows Live" clId="Web-{7F977A45-C69F-4655-BD5B-6F7E4A80F84B}" dt="2023-05-21T15:19:34.601" v="44"/>
          <ac:cxnSpMkLst>
            <pc:docMk/>
            <pc:sldMk cId="2684757179" sldId="1173"/>
            <ac:cxnSpMk id="13" creationId="{EC9705B3-6497-32AD-EFBF-73B012885F6C}"/>
          </ac:cxnSpMkLst>
        </pc:cxnChg>
        <pc:cxnChg chg="add del">
          <ac:chgData name="Harley Wijeyaratne" userId="d52f8215faed5781" providerId="Windows Live" clId="Web-{7F977A45-C69F-4655-BD5B-6F7E4A80F84B}" dt="2023-05-21T15:22:57.802" v="122"/>
          <ac:cxnSpMkLst>
            <pc:docMk/>
            <pc:sldMk cId="2684757179" sldId="1173"/>
            <ac:cxnSpMk id="20" creationId="{81C73C1F-A549-01DE-FBB4-A1D02BFC781B}"/>
          </ac:cxnSpMkLst>
        </pc:cxnChg>
      </pc:sldChg>
      <pc:sldChg chg="addSp delSp modSp">
        <pc:chgData name="Harley Wijeyaratne" userId="d52f8215faed5781" providerId="Windows Live" clId="Web-{7F977A45-C69F-4655-BD5B-6F7E4A80F84B}" dt="2023-05-21T15:19:54.946" v="50" actId="20577"/>
        <pc:sldMkLst>
          <pc:docMk/>
          <pc:sldMk cId="1901006668" sldId="1174"/>
        </pc:sldMkLst>
        <pc:spChg chg="add mod">
          <ac:chgData name="Harley Wijeyaratne" userId="d52f8215faed5781" providerId="Windows Live" clId="Web-{7F977A45-C69F-4655-BD5B-6F7E4A80F84B}" dt="2023-05-21T15:19:54.946" v="50" actId="20577"/>
          <ac:spMkLst>
            <pc:docMk/>
            <pc:sldMk cId="1901006668" sldId="1174"/>
            <ac:spMk id="3" creationId="{598A108B-143B-9AAD-898E-433E1C4E1B7E}"/>
          </ac:spMkLst>
        </pc:spChg>
        <pc:spChg chg="del">
          <ac:chgData name="Harley Wijeyaratne" userId="d52f8215faed5781" providerId="Windows Live" clId="Web-{7F977A45-C69F-4655-BD5B-6F7E4A80F84B}" dt="2023-05-21T15:18:14.299" v="4"/>
          <ac:spMkLst>
            <pc:docMk/>
            <pc:sldMk cId="1901006668" sldId="1174"/>
            <ac:spMk id="5" creationId="{AC84F134-41B0-E093-900D-9EC4900E34B5}"/>
          </ac:spMkLst>
        </pc:spChg>
        <pc:spChg chg="add del mod">
          <ac:chgData name="Harley Wijeyaratne" userId="d52f8215faed5781" providerId="Windows Live" clId="Web-{7F977A45-C69F-4655-BD5B-6F7E4A80F84B}" dt="2023-05-21T15:18:16.580" v="5"/>
          <ac:spMkLst>
            <pc:docMk/>
            <pc:sldMk cId="1901006668" sldId="1174"/>
            <ac:spMk id="8" creationId="{89651DF7-F11F-32E4-4816-5086A648AC4F}"/>
          </ac:spMkLst>
        </pc:spChg>
        <pc:spChg chg="add mod">
          <ac:chgData name="Harley Wijeyaratne" userId="d52f8215faed5781" providerId="Windows Live" clId="Web-{7F977A45-C69F-4655-BD5B-6F7E4A80F84B}" dt="2023-05-21T15:19:12.115" v="36" actId="20577"/>
          <ac:spMkLst>
            <pc:docMk/>
            <pc:sldMk cId="1901006668" sldId="1174"/>
            <ac:spMk id="16" creationId="{ABEDE7A0-BBDF-FFF7-5C76-3D7840FF9E22}"/>
          </ac:spMkLst>
        </pc:spChg>
        <pc:cxnChg chg="del">
          <ac:chgData name="Harley Wijeyaratne" userId="d52f8215faed5781" providerId="Windows Live" clId="Web-{7F977A45-C69F-4655-BD5B-6F7E4A80F84B}" dt="2023-05-21T15:18:33.582" v="17"/>
          <ac:cxnSpMkLst>
            <pc:docMk/>
            <pc:sldMk cId="1901006668" sldId="1174"/>
            <ac:cxnSpMk id="6" creationId="{C5B8DB1B-6396-42E4-9133-229F939AFFFA}"/>
          </ac:cxnSpMkLst>
        </pc:cxnChg>
        <pc:cxnChg chg="add">
          <ac:chgData name="Harley Wijeyaratne" userId="d52f8215faed5781" providerId="Windows Live" clId="Web-{7F977A45-C69F-4655-BD5B-6F7E4A80F84B}" dt="2023-05-21T15:18:31.581" v="16"/>
          <ac:cxnSpMkLst>
            <pc:docMk/>
            <pc:sldMk cId="1901006668" sldId="1174"/>
            <ac:cxnSpMk id="14" creationId="{A8FF699E-C2F0-10E6-75B8-677935A425EC}"/>
          </ac:cxnSpMkLst>
        </pc:cxnChg>
      </pc:sldChg>
      <pc:sldChg chg="add del replId">
        <pc:chgData name="Harley Wijeyaratne" userId="d52f8215faed5781" providerId="Windows Live" clId="Web-{7F977A45-C69F-4655-BD5B-6F7E4A80F84B}" dt="2023-05-21T15:26:42.176" v="262"/>
        <pc:sldMkLst>
          <pc:docMk/>
          <pc:sldMk cId="947101735" sldId="1175"/>
        </pc:sldMkLst>
      </pc:sldChg>
    </pc:docChg>
  </pc:docChgLst>
  <pc:docChgLst>
    <pc:chgData name="Adrian Panas" userId="d278786ae386eb0f" providerId="LiveId" clId="{E1B930A5-A7C8-4A1E-BF72-AC5694CCB633}"/>
    <pc:docChg chg="undo custSel addSld modSld">
      <pc:chgData name="Adrian Panas" userId="d278786ae386eb0f" providerId="LiveId" clId="{E1B930A5-A7C8-4A1E-BF72-AC5694CCB633}" dt="2023-05-23T16:03:34.937" v="2852" actId="14100"/>
      <pc:docMkLst>
        <pc:docMk/>
      </pc:docMkLst>
      <pc:sldChg chg="modSp mod">
        <pc:chgData name="Adrian Panas" userId="d278786ae386eb0f" providerId="LiveId" clId="{E1B930A5-A7C8-4A1E-BF72-AC5694CCB633}" dt="2023-05-20T01:19:04.896" v="18" actId="20577"/>
        <pc:sldMkLst>
          <pc:docMk/>
          <pc:sldMk cId="1382891996" sldId="1113"/>
        </pc:sldMkLst>
        <pc:spChg chg="mod">
          <ac:chgData name="Adrian Panas" userId="d278786ae386eb0f" providerId="LiveId" clId="{E1B930A5-A7C8-4A1E-BF72-AC5694CCB633}" dt="2023-05-20T01:19:04.896" v="18" actId="20577"/>
          <ac:spMkLst>
            <pc:docMk/>
            <pc:sldMk cId="1382891996" sldId="1113"/>
            <ac:spMk id="3" creationId="{CC80E7FD-6D0C-4B24-2D07-2A4BB8F5C59D}"/>
          </ac:spMkLst>
        </pc:spChg>
      </pc:sldChg>
      <pc:sldChg chg="modSp mod">
        <pc:chgData name="Adrian Panas" userId="d278786ae386eb0f" providerId="LiveId" clId="{E1B930A5-A7C8-4A1E-BF72-AC5694CCB633}" dt="2023-05-20T01:19:23.924" v="49" actId="20577"/>
        <pc:sldMkLst>
          <pc:docMk/>
          <pc:sldMk cId="2016640805" sldId="1114"/>
        </pc:sldMkLst>
        <pc:spChg chg="mod">
          <ac:chgData name="Adrian Panas" userId="d278786ae386eb0f" providerId="LiveId" clId="{E1B930A5-A7C8-4A1E-BF72-AC5694CCB633}" dt="2023-05-20T01:19:23.924" v="49" actId="20577"/>
          <ac:spMkLst>
            <pc:docMk/>
            <pc:sldMk cId="2016640805" sldId="1114"/>
            <ac:spMk id="12" creationId="{3C133DE0-7037-EE6A-5FBC-1131B6B56617}"/>
          </ac:spMkLst>
        </pc:spChg>
      </pc:sldChg>
      <pc:sldChg chg="addSp modSp mod">
        <pc:chgData name="Adrian Panas" userId="d278786ae386eb0f" providerId="LiveId" clId="{E1B930A5-A7C8-4A1E-BF72-AC5694CCB633}" dt="2023-05-22T17:36:54.471" v="1622" actId="20577"/>
        <pc:sldMkLst>
          <pc:docMk/>
          <pc:sldMk cId="1010945764" sldId="1118"/>
        </pc:sldMkLst>
        <pc:spChg chg="add mod">
          <ac:chgData name="Adrian Panas" userId="d278786ae386eb0f" providerId="LiveId" clId="{E1B930A5-A7C8-4A1E-BF72-AC5694CCB633}" dt="2023-05-22T17:36:54.471" v="1622" actId="20577"/>
          <ac:spMkLst>
            <pc:docMk/>
            <pc:sldMk cId="1010945764" sldId="1118"/>
            <ac:spMk id="10" creationId="{5FCFF417-65F3-F0E0-6944-90DE1B663455}"/>
          </ac:spMkLst>
        </pc:spChg>
      </pc:sldChg>
      <pc:sldChg chg="modSp mod addCm modCm">
        <pc:chgData name="Adrian Panas" userId="d278786ae386eb0f" providerId="LiveId" clId="{E1B930A5-A7C8-4A1E-BF72-AC5694CCB633}" dt="2023-05-23T02:24:14.174" v="1625" actId="2056"/>
        <pc:sldMkLst>
          <pc:docMk/>
          <pc:sldMk cId="2684757179" sldId="1173"/>
        </pc:sldMkLst>
        <pc:picChg chg="mod">
          <ac:chgData name="Adrian Panas" userId="d278786ae386eb0f" providerId="LiveId" clId="{E1B930A5-A7C8-4A1E-BF72-AC5694CCB633}" dt="2023-05-23T01:28:01.415" v="1624" actId="1076"/>
          <ac:picMkLst>
            <pc:docMk/>
            <pc:sldMk cId="2684757179" sldId="1173"/>
            <ac:picMk id="35" creationId="{F97AB1F6-F76F-638A-FFBB-B4B21B18DD5D}"/>
          </ac:picMkLst>
        </pc:picChg>
      </pc:sldChg>
      <pc:sldChg chg="modSp mod">
        <pc:chgData name="Adrian Panas" userId="d278786ae386eb0f" providerId="LiveId" clId="{E1B930A5-A7C8-4A1E-BF72-AC5694CCB633}" dt="2023-05-22T16:47:51.556" v="72" actId="20577"/>
        <pc:sldMkLst>
          <pc:docMk/>
          <pc:sldMk cId="2074895071" sldId="1180"/>
        </pc:sldMkLst>
        <pc:spChg chg="mod">
          <ac:chgData name="Adrian Panas" userId="d278786ae386eb0f" providerId="LiveId" clId="{E1B930A5-A7C8-4A1E-BF72-AC5694CCB633}" dt="2023-05-22T16:47:49.195" v="71" actId="20577"/>
          <ac:spMkLst>
            <pc:docMk/>
            <pc:sldMk cId="2074895071" sldId="1180"/>
            <ac:spMk id="5" creationId="{AC84F134-41B0-E093-900D-9EC4900E34B5}"/>
          </ac:spMkLst>
        </pc:spChg>
        <pc:spChg chg="mod">
          <ac:chgData name="Adrian Panas" userId="d278786ae386eb0f" providerId="LiveId" clId="{E1B930A5-A7C8-4A1E-BF72-AC5694CCB633}" dt="2023-05-22T16:47:51.556" v="72" actId="20577"/>
          <ac:spMkLst>
            <pc:docMk/>
            <pc:sldMk cId="2074895071" sldId="1180"/>
            <ac:spMk id="7" creationId="{42F0B3DC-26D7-C8D7-2095-150058C60ECD}"/>
          </ac:spMkLst>
        </pc:spChg>
      </pc:sldChg>
      <pc:sldChg chg="addSp delSp modSp mod">
        <pc:chgData name="Adrian Panas" userId="d278786ae386eb0f" providerId="LiveId" clId="{E1B930A5-A7C8-4A1E-BF72-AC5694CCB633}" dt="2023-05-23T16:03:34.937" v="2852" actId="14100"/>
        <pc:sldMkLst>
          <pc:docMk/>
          <pc:sldMk cId="604582989" sldId="1182"/>
        </pc:sldMkLst>
        <pc:spChg chg="mod">
          <ac:chgData name="Adrian Panas" userId="d278786ae386eb0f" providerId="LiveId" clId="{E1B930A5-A7C8-4A1E-BF72-AC5694CCB633}" dt="2023-05-23T16:02:40.457" v="2850" actId="1076"/>
          <ac:spMkLst>
            <pc:docMk/>
            <pc:sldMk cId="604582989" sldId="1182"/>
            <ac:spMk id="4" creationId="{AB5EFB00-423F-DDBC-89A5-2D47A3B5A53F}"/>
          </ac:spMkLst>
        </pc:spChg>
        <pc:spChg chg="del">
          <ac:chgData name="Adrian Panas" userId="d278786ae386eb0f" providerId="LiveId" clId="{E1B930A5-A7C8-4A1E-BF72-AC5694CCB633}" dt="2023-05-23T15:37:11.977" v="2139" actId="478"/>
          <ac:spMkLst>
            <pc:docMk/>
            <pc:sldMk cId="604582989" sldId="1182"/>
            <ac:spMk id="10" creationId="{1F93AE4B-1AD3-DF49-A82D-15D970233F59}"/>
          </ac:spMkLst>
        </pc:spChg>
        <pc:spChg chg="mod">
          <ac:chgData name="Adrian Panas" userId="d278786ae386eb0f" providerId="LiveId" clId="{E1B930A5-A7C8-4A1E-BF72-AC5694CCB633}" dt="2023-05-23T15:36:23.524" v="2134" actId="20577"/>
          <ac:spMkLst>
            <pc:docMk/>
            <pc:sldMk cId="604582989" sldId="1182"/>
            <ac:spMk id="16" creationId="{D1FF0424-7EEC-BC55-F6E0-DD99F3F79E50}"/>
          </ac:spMkLst>
        </pc:spChg>
        <pc:spChg chg="mod">
          <ac:chgData name="Adrian Panas" userId="d278786ae386eb0f" providerId="LiveId" clId="{E1B930A5-A7C8-4A1E-BF72-AC5694CCB633}" dt="2023-05-23T16:03:26.405" v="2851" actId="552"/>
          <ac:spMkLst>
            <pc:docMk/>
            <pc:sldMk cId="604582989" sldId="1182"/>
            <ac:spMk id="19" creationId="{6C9E0132-E071-4972-E0A2-E8467135C779}"/>
          </ac:spMkLst>
        </pc:spChg>
        <pc:spChg chg="mod">
          <ac:chgData name="Adrian Panas" userId="d278786ae386eb0f" providerId="LiveId" clId="{E1B930A5-A7C8-4A1E-BF72-AC5694CCB633}" dt="2023-05-23T16:02:40.457" v="2850" actId="1076"/>
          <ac:spMkLst>
            <pc:docMk/>
            <pc:sldMk cId="604582989" sldId="1182"/>
            <ac:spMk id="20" creationId="{EEF777F5-F6BE-141B-0EB9-597CB24C8A58}"/>
          </ac:spMkLst>
        </pc:spChg>
        <pc:spChg chg="add mod">
          <ac:chgData name="Adrian Panas" userId="d278786ae386eb0f" providerId="LiveId" clId="{E1B930A5-A7C8-4A1E-BF72-AC5694CCB633}" dt="2023-05-23T16:02:40.457" v="2850" actId="1076"/>
          <ac:spMkLst>
            <pc:docMk/>
            <pc:sldMk cId="604582989" sldId="1182"/>
            <ac:spMk id="24" creationId="{146CEEFD-5B10-F002-5CCC-628C7BB5BC30}"/>
          </ac:spMkLst>
        </pc:spChg>
        <pc:spChg chg="add mod">
          <ac:chgData name="Adrian Panas" userId="d278786ae386eb0f" providerId="LiveId" clId="{E1B930A5-A7C8-4A1E-BF72-AC5694CCB633}" dt="2023-05-23T16:02:40.457" v="2850" actId="1076"/>
          <ac:spMkLst>
            <pc:docMk/>
            <pc:sldMk cId="604582989" sldId="1182"/>
            <ac:spMk id="25" creationId="{2174515A-B7C1-AC9A-1B90-85705F995B98}"/>
          </ac:spMkLst>
        </pc:spChg>
        <pc:graphicFrameChg chg="add del mod">
          <ac:chgData name="Adrian Panas" userId="d278786ae386eb0f" providerId="LiveId" clId="{E1B930A5-A7C8-4A1E-BF72-AC5694CCB633}" dt="2023-05-23T15:32:47.957" v="2119"/>
          <ac:graphicFrameMkLst>
            <pc:docMk/>
            <pc:sldMk cId="604582989" sldId="1182"/>
            <ac:graphicFrameMk id="2" creationId="{31F8E55F-C54B-0F28-6853-E95617E8278D}"/>
          </ac:graphicFrameMkLst>
        </pc:graphicFrameChg>
        <pc:graphicFrameChg chg="add del mod">
          <ac:chgData name="Adrian Panas" userId="d278786ae386eb0f" providerId="LiveId" clId="{E1B930A5-A7C8-4A1E-BF72-AC5694CCB633}" dt="2023-05-23T15:32:55.045" v="2121"/>
          <ac:graphicFrameMkLst>
            <pc:docMk/>
            <pc:sldMk cId="604582989" sldId="1182"/>
            <ac:graphicFrameMk id="17" creationId="{DD4126AA-E2C5-F07F-6601-DDBCCBC84853}"/>
          </ac:graphicFrameMkLst>
        </pc:graphicFrameChg>
        <pc:graphicFrameChg chg="add del mod">
          <ac:chgData name="Adrian Panas" userId="d278786ae386eb0f" providerId="LiveId" clId="{E1B930A5-A7C8-4A1E-BF72-AC5694CCB633}" dt="2023-05-23T15:33:07.335" v="2123"/>
          <ac:graphicFrameMkLst>
            <pc:docMk/>
            <pc:sldMk cId="604582989" sldId="1182"/>
            <ac:graphicFrameMk id="18" creationId="{8D267FCB-FE2E-2E6B-14A6-4BD0A7C21D29}"/>
          </ac:graphicFrameMkLst>
        </pc:graphicFrameChg>
        <pc:graphicFrameChg chg="add del mod modGraphic">
          <ac:chgData name="Adrian Panas" userId="d278786ae386eb0f" providerId="LiveId" clId="{E1B930A5-A7C8-4A1E-BF72-AC5694CCB633}" dt="2023-05-23T15:36:05.383" v="2127" actId="478"/>
          <ac:graphicFrameMkLst>
            <pc:docMk/>
            <pc:sldMk cId="604582989" sldId="1182"/>
            <ac:graphicFrameMk id="22" creationId="{EC898E86-EE3A-0E0F-C3DA-7E9E07AD555A}"/>
          </ac:graphicFrameMkLst>
        </pc:graphicFrameChg>
        <pc:graphicFrameChg chg="add mod modGraphic">
          <ac:chgData name="Adrian Panas" userId="d278786ae386eb0f" providerId="LiveId" clId="{E1B930A5-A7C8-4A1E-BF72-AC5694CCB633}" dt="2023-05-23T16:02:40.457" v="2850" actId="1076"/>
          <ac:graphicFrameMkLst>
            <pc:docMk/>
            <pc:sldMk cId="604582989" sldId="1182"/>
            <ac:graphicFrameMk id="23" creationId="{CD9A997C-5CEB-86FB-8EBF-126D9FC1E900}"/>
          </ac:graphicFrameMkLst>
        </pc:graphicFrameChg>
        <pc:graphicFrameChg chg="add del mod modGraphic">
          <ac:chgData name="Adrian Panas" userId="d278786ae386eb0f" providerId="LiveId" clId="{E1B930A5-A7C8-4A1E-BF72-AC5694CCB633}" dt="2023-05-23T15:40:18.358" v="2294" actId="478"/>
          <ac:graphicFrameMkLst>
            <pc:docMk/>
            <pc:sldMk cId="604582989" sldId="1182"/>
            <ac:graphicFrameMk id="26" creationId="{8DFC885D-D64D-7524-DCAC-D4966A16D436}"/>
          </ac:graphicFrameMkLst>
        </pc:graphicFrameChg>
        <pc:graphicFrameChg chg="add mod modGraphic">
          <ac:chgData name="Adrian Panas" userId="d278786ae386eb0f" providerId="LiveId" clId="{E1B930A5-A7C8-4A1E-BF72-AC5694CCB633}" dt="2023-05-23T16:02:40.457" v="2850" actId="1076"/>
          <ac:graphicFrameMkLst>
            <pc:docMk/>
            <pc:sldMk cId="604582989" sldId="1182"/>
            <ac:graphicFrameMk id="27" creationId="{37C14981-A436-ABF2-03A0-0DB6B7307044}"/>
          </ac:graphicFrameMkLst>
        </pc:graphicFrameChg>
        <pc:graphicFrameChg chg="add del mod modGraphic">
          <ac:chgData name="Adrian Panas" userId="d278786ae386eb0f" providerId="LiveId" clId="{E1B930A5-A7C8-4A1E-BF72-AC5694CCB633}" dt="2023-05-23T15:49:32.269" v="2689" actId="478"/>
          <ac:graphicFrameMkLst>
            <pc:docMk/>
            <pc:sldMk cId="604582989" sldId="1182"/>
            <ac:graphicFrameMk id="28" creationId="{79662C8A-D6C4-EEA6-291D-3ECED42E8D50}"/>
          </ac:graphicFrameMkLst>
        </pc:graphicFrameChg>
        <pc:graphicFrameChg chg="add del mod modGraphic">
          <ac:chgData name="Adrian Panas" userId="d278786ae386eb0f" providerId="LiveId" clId="{E1B930A5-A7C8-4A1E-BF72-AC5694CCB633}" dt="2023-05-23T15:50:49.067" v="2709" actId="478"/>
          <ac:graphicFrameMkLst>
            <pc:docMk/>
            <pc:sldMk cId="604582989" sldId="1182"/>
            <ac:graphicFrameMk id="29" creationId="{DB13153B-32D8-1CA0-C6D1-717D572E8D3F}"/>
          </ac:graphicFrameMkLst>
        </pc:graphicFrameChg>
        <pc:graphicFrameChg chg="add del mod modGraphic">
          <ac:chgData name="Adrian Panas" userId="d278786ae386eb0f" providerId="LiveId" clId="{E1B930A5-A7C8-4A1E-BF72-AC5694CCB633}" dt="2023-05-23T16:01:36.865" v="2837" actId="478"/>
          <ac:graphicFrameMkLst>
            <pc:docMk/>
            <pc:sldMk cId="604582989" sldId="1182"/>
            <ac:graphicFrameMk id="30" creationId="{C6EB38A7-512D-5F76-DF97-9C3A73793F7B}"/>
          </ac:graphicFrameMkLst>
        </pc:graphicFrameChg>
        <pc:picChg chg="add del mod">
          <ac:chgData name="Adrian Panas" userId="d278786ae386eb0f" providerId="LiveId" clId="{E1B930A5-A7C8-4A1E-BF72-AC5694CCB633}" dt="2023-05-23T16:02:16.599" v="2843" actId="478"/>
          <ac:picMkLst>
            <pc:docMk/>
            <pc:sldMk cId="604582989" sldId="1182"/>
            <ac:picMk id="31" creationId="{72DBFA94-F3CA-E684-3C76-1098194B525E}"/>
          </ac:picMkLst>
        </pc:picChg>
        <pc:picChg chg="add mod">
          <ac:chgData name="Adrian Panas" userId="d278786ae386eb0f" providerId="LiveId" clId="{E1B930A5-A7C8-4A1E-BF72-AC5694CCB633}" dt="2023-05-23T16:03:34.937" v="2852" actId="14100"/>
          <ac:picMkLst>
            <pc:docMk/>
            <pc:sldMk cId="604582989" sldId="1182"/>
            <ac:picMk id="32" creationId="{10AF01C3-C7AB-8DF2-C950-4CEBD160DDB7}"/>
          </ac:picMkLst>
        </pc:picChg>
      </pc:sldChg>
      <pc:sldChg chg="modCm">
        <pc:chgData name="Adrian Panas" userId="d278786ae386eb0f" providerId="LiveId" clId="{E1B930A5-A7C8-4A1E-BF72-AC5694CCB633}" dt="2023-05-22T08:33:39.989" v="50" actId="2056"/>
        <pc:sldMkLst>
          <pc:docMk/>
          <pc:sldMk cId="4090889681" sldId="1184"/>
        </pc:sldMkLst>
      </pc:sldChg>
      <pc:sldChg chg="add">
        <pc:chgData name="Adrian Panas" userId="d278786ae386eb0f" providerId="LiveId" clId="{E1B930A5-A7C8-4A1E-BF72-AC5694CCB633}" dt="2023-05-22T16:47:43.277" v="54" actId="2890"/>
        <pc:sldMkLst>
          <pc:docMk/>
          <pc:sldMk cId="2445795124" sldId="1188"/>
        </pc:sldMkLst>
      </pc:sldChg>
      <pc:sldChg chg="addSp delSp modSp add mod">
        <pc:chgData name="Adrian Panas" userId="d278786ae386eb0f" providerId="LiveId" clId="{E1B930A5-A7C8-4A1E-BF72-AC5694CCB633}" dt="2023-05-23T15:37:17.190" v="2140" actId="478"/>
        <pc:sldMkLst>
          <pc:docMk/>
          <pc:sldMk cId="2802494229" sldId="1200"/>
        </pc:sldMkLst>
        <pc:spChg chg="del">
          <ac:chgData name="Adrian Panas" userId="d278786ae386eb0f" providerId="LiveId" clId="{E1B930A5-A7C8-4A1E-BF72-AC5694CCB633}" dt="2023-05-23T15:30:16.121" v="2117" actId="478"/>
          <ac:spMkLst>
            <pc:docMk/>
            <pc:sldMk cId="2802494229" sldId="1200"/>
            <ac:spMk id="3" creationId="{29C4508D-D705-6AC2-9CD3-DD0218C8BA0C}"/>
          </ac:spMkLst>
        </pc:spChg>
        <pc:spChg chg="del mod">
          <ac:chgData name="Adrian Panas" userId="d278786ae386eb0f" providerId="LiveId" clId="{E1B930A5-A7C8-4A1E-BF72-AC5694CCB633}" dt="2023-05-23T15:06:32.732" v="1629" actId="478"/>
          <ac:spMkLst>
            <pc:docMk/>
            <pc:sldMk cId="2802494229" sldId="1200"/>
            <ac:spMk id="5" creationId="{54DA6C7A-A487-8FA5-437F-1045F9AE6082}"/>
          </ac:spMkLst>
        </pc:spChg>
        <pc:spChg chg="del">
          <ac:chgData name="Adrian Panas" userId="d278786ae386eb0f" providerId="LiveId" clId="{E1B930A5-A7C8-4A1E-BF72-AC5694CCB633}" dt="2023-05-23T15:06:38.960" v="1630" actId="478"/>
          <ac:spMkLst>
            <pc:docMk/>
            <pc:sldMk cId="2802494229" sldId="1200"/>
            <ac:spMk id="7" creationId="{0FB13AE9-035D-0BCA-2444-10D8CABDA54C}"/>
          </ac:spMkLst>
        </pc:spChg>
        <pc:spChg chg="del">
          <ac:chgData name="Adrian Panas" userId="d278786ae386eb0f" providerId="LiveId" clId="{E1B930A5-A7C8-4A1E-BF72-AC5694CCB633}" dt="2023-05-23T15:37:17.190" v="2140" actId="478"/>
          <ac:spMkLst>
            <pc:docMk/>
            <pc:sldMk cId="2802494229" sldId="1200"/>
            <ac:spMk id="10" creationId="{1F93AE4B-1AD3-DF49-A82D-15D970233F59}"/>
          </ac:spMkLst>
        </pc:spChg>
        <pc:spChg chg="del">
          <ac:chgData name="Adrian Panas" userId="d278786ae386eb0f" providerId="LiveId" clId="{E1B930A5-A7C8-4A1E-BF72-AC5694CCB633}" dt="2023-05-23T15:06:38.960" v="1630" actId="478"/>
          <ac:spMkLst>
            <pc:docMk/>
            <pc:sldMk cId="2802494229" sldId="1200"/>
            <ac:spMk id="15" creationId="{D9282DB7-1265-6541-242D-85CA7D4EDA48}"/>
          </ac:spMkLst>
        </pc:spChg>
        <pc:spChg chg="mod">
          <ac:chgData name="Adrian Panas" userId="d278786ae386eb0f" providerId="LiveId" clId="{E1B930A5-A7C8-4A1E-BF72-AC5694CCB633}" dt="2023-05-23T15:25:54.197" v="1876" actId="20577"/>
          <ac:spMkLst>
            <pc:docMk/>
            <pc:sldMk cId="2802494229" sldId="1200"/>
            <ac:spMk id="16" creationId="{D1FF0424-7EEC-BC55-F6E0-DD99F3F79E50}"/>
          </ac:spMkLst>
        </pc:spChg>
        <pc:spChg chg="del">
          <ac:chgData name="Adrian Panas" userId="d278786ae386eb0f" providerId="LiveId" clId="{E1B930A5-A7C8-4A1E-BF72-AC5694CCB633}" dt="2023-05-23T15:06:38.960" v="1630" actId="478"/>
          <ac:spMkLst>
            <pc:docMk/>
            <pc:sldMk cId="2802494229" sldId="1200"/>
            <ac:spMk id="18" creationId="{EB659B89-9934-1281-3D6C-3E8839349AB6}"/>
          </ac:spMkLst>
        </pc:spChg>
        <pc:spChg chg="del">
          <ac:chgData name="Adrian Panas" userId="d278786ae386eb0f" providerId="LiveId" clId="{E1B930A5-A7C8-4A1E-BF72-AC5694CCB633}" dt="2023-05-23T15:06:38.960" v="1630" actId="478"/>
          <ac:spMkLst>
            <pc:docMk/>
            <pc:sldMk cId="2802494229" sldId="1200"/>
            <ac:spMk id="20" creationId="{AF9E85D7-E57C-CDBC-E70F-50E53A37C394}"/>
          </ac:spMkLst>
        </pc:spChg>
        <pc:spChg chg="del">
          <ac:chgData name="Adrian Panas" userId="d278786ae386eb0f" providerId="LiveId" clId="{E1B930A5-A7C8-4A1E-BF72-AC5694CCB633}" dt="2023-05-23T15:06:38.960" v="1630" actId="478"/>
          <ac:spMkLst>
            <pc:docMk/>
            <pc:sldMk cId="2802494229" sldId="1200"/>
            <ac:spMk id="22" creationId="{FADAEAB5-2D66-7FDB-6E32-E96903AE0B48}"/>
          </ac:spMkLst>
        </pc:spChg>
        <pc:spChg chg="del">
          <ac:chgData name="Adrian Panas" userId="d278786ae386eb0f" providerId="LiveId" clId="{E1B930A5-A7C8-4A1E-BF72-AC5694CCB633}" dt="2023-05-23T15:06:38.960" v="1630" actId="478"/>
          <ac:spMkLst>
            <pc:docMk/>
            <pc:sldMk cId="2802494229" sldId="1200"/>
            <ac:spMk id="23" creationId="{EFABC798-4622-46BF-5F43-EEA6A3597269}"/>
          </ac:spMkLst>
        </pc:spChg>
        <pc:spChg chg="del">
          <ac:chgData name="Adrian Panas" userId="d278786ae386eb0f" providerId="LiveId" clId="{E1B930A5-A7C8-4A1E-BF72-AC5694CCB633}" dt="2023-05-23T15:06:38.960" v="1630" actId="478"/>
          <ac:spMkLst>
            <pc:docMk/>
            <pc:sldMk cId="2802494229" sldId="1200"/>
            <ac:spMk id="24" creationId="{3B579DBD-CA31-C6FF-7B85-EC6E6514E429}"/>
          </ac:spMkLst>
        </pc:spChg>
        <pc:spChg chg="del">
          <ac:chgData name="Adrian Panas" userId="d278786ae386eb0f" providerId="LiveId" clId="{E1B930A5-A7C8-4A1E-BF72-AC5694CCB633}" dt="2023-05-23T15:06:38.960" v="1630" actId="478"/>
          <ac:spMkLst>
            <pc:docMk/>
            <pc:sldMk cId="2802494229" sldId="1200"/>
            <ac:spMk id="25" creationId="{3CD22542-2E47-F537-7240-334F5565BBD0}"/>
          </ac:spMkLst>
        </pc:spChg>
        <pc:spChg chg="del">
          <ac:chgData name="Adrian Panas" userId="d278786ae386eb0f" providerId="LiveId" clId="{E1B930A5-A7C8-4A1E-BF72-AC5694CCB633}" dt="2023-05-23T15:06:38.960" v="1630" actId="478"/>
          <ac:spMkLst>
            <pc:docMk/>
            <pc:sldMk cId="2802494229" sldId="1200"/>
            <ac:spMk id="26" creationId="{4C788B3A-E067-9EBD-BCCF-563D5358F241}"/>
          </ac:spMkLst>
        </pc:spChg>
        <pc:spChg chg="del">
          <ac:chgData name="Adrian Panas" userId="d278786ae386eb0f" providerId="LiveId" clId="{E1B930A5-A7C8-4A1E-BF72-AC5694CCB633}" dt="2023-05-23T15:06:38.960" v="1630" actId="478"/>
          <ac:spMkLst>
            <pc:docMk/>
            <pc:sldMk cId="2802494229" sldId="1200"/>
            <ac:spMk id="27" creationId="{EF7473B4-CE22-C602-A4BD-9D4E901585D6}"/>
          </ac:spMkLst>
        </pc:spChg>
        <pc:spChg chg="del">
          <ac:chgData name="Adrian Panas" userId="d278786ae386eb0f" providerId="LiveId" clId="{E1B930A5-A7C8-4A1E-BF72-AC5694CCB633}" dt="2023-05-23T15:06:38.960" v="1630" actId="478"/>
          <ac:spMkLst>
            <pc:docMk/>
            <pc:sldMk cId="2802494229" sldId="1200"/>
            <ac:spMk id="28" creationId="{A88EC742-3B26-D27C-5FEE-C0F17D8F329A}"/>
          </ac:spMkLst>
        </pc:spChg>
        <pc:spChg chg="mod">
          <ac:chgData name="Adrian Panas" userId="d278786ae386eb0f" providerId="LiveId" clId="{E1B930A5-A7C8-4A1E-BF72-AC5694CCB633}" dt="2023-05-23T15:29:39.306" v="2097" actId="12788"/>
          <ac:spMkLst>
            <pc:docMk/>
            <pc:sldMk cId="2802494229" sldId="1200"/>
            <ac:spMk id="29" creationId="{B86D133C-8863-D294-E340-E5E84C5AC6EB}"/>
          </ac:spMkLst>
        </pc:spChg>
        <pc:spChg chg="del mod">
          <ac:chgData name="Adrian Panas" userId="d278786ae386eb0f" providerId="LiveId" clId="{E1B930A5-A7C8-4A1E-BF72-AC5694CCB633}" dt="2023-05-23T15:26:33.704" v="1923" actId="478"/>
          <ac:spMkLst>
            <pc:docMk/>
            <pc:sldMk cId="2802494229" sldId="1200"/>
            <ac:spMk id="30" creationId="{4ACF8181-D783-B528-0F12-67EF135061B6}"/>
          </ac:spMkLst>
        </pc:spChg>
        <pc:spChg chg="del mod">
          <ac:chgData name="Adrian Panas" userId="d278786ae386eb0f" providerId="LiveId" clId="{E1B930A5-A7C8-4A1E-BF72-AC5694CCB633}" dt="2023-05-23T15:26:33.704" v="1923" actId="478"/>
          <ac:spMkLst>
            <pc:docMk/>
            <pc:sldMk cId="2802494229" sldId="1200"/>
            <ac:spMk id="31" creationId="{84DE96C0-705A-22F0-EC20-0539FFA0A635}"/>
          </ac:spMkLst>
        </pc:spChg>
        <pc:spChg chg="del mod">
          <ac:chgData name="Adrian Panas" userId="d278786ae386eb0f" providerId="LiveId" clId="{E1B930A5-A7C8-4A1E-BF72-AC5694CCB633}" dt="2023-05-23T15:26:33.704" v="1923" actId="478"/>
          <ac:spMkLst>
            <pc:docMk/>
            <pc:sldMk cId="2802494229" sldId="1200"/>
            <ac:spMk id="32" creationId="{8D7B148D-6C75-F3EB-1C15-649832DFBD9A}"/>
          </ac:spMkLst>
        </pc:spChg>
        <pc:spChg chg="del mod">
          <ac:chgData name="Adrian Panas" userId="d278786ae386eb0f" providerId="LiveId" clId="{E1B930A5-A7C8-4A1E-BF72-AC5694CCB633}" dt="2023-05-23T15:26:33.704" v="1923" actId="478"/>
          <ac:spMkLst>
            <pc:docMk/>
            <pc:sldMk cId="2802494229" sldId="1200"/>
            <ac:spMk id="33" creationId="{8F53B538-1791-F512-2563-7290A9529D02}"/>
          </ac:spMkLst>
        </pc:spChg>
        <pc:spChg chg="del">
          <ac:chgData name="Adrian Panas" userId="d278786ae386eb0f" providerId="LiveId" clId="{E1B930A5-A7C8-4A1E-BF72-AC5694CCB633}" dt="2023-05-23T15:06:38.960" v="1630" actId="478"/>
          <ac:spMkLst>
            <pc:docMk/>
            <pc:sldMk cId="2802494229" sldId="1200"/>
            <ac:spMk id="34" creationId="{D4C7A02E-4F6C-D8BE-514C-1A43B3DA928B}"/>
          </ac:spMkLst>
        </pc:spChg>
        <pc:spChg chg="del">
          <ac:chgData name="Adrian Panas" userId="d278786ae386eb0f" providerId="LiveId" clId="{E1B930A5-A7C8-4A1E-BF72-AC5694CCB633}" dt="2023-05-23T15:12:48.134" v="1724" actId="478"/>
          <ac:spMkLst>
            <pc:docMk/>
            <pc:sldMk cId="2802494229" sldId="1200"/>
            <ac:spMk id="36" creationId="{D4F8AB75-74C5-34F3-238A-FD8D99B1EB73}"/>
          </ac:spMkLst>
        </pc:spChg>
        <pc:spChg chg="del">
          <ac:chgData name="Adrian Panas" userId="d278786ae386eb0f" providerId="LiveId" clId="{E1B930A5-A7C8-4A1E-BF72-AC5694CCB633}" dt="2023-05-23T15:12:48.134" v="1724" actId="478"/>
          <ac:spMkLst>
            <pc:docMk/>
            <pc:sldMk cId="2802494229" sldId="1200"/>
            <ac:spMk id="37" creationId="{F1703405-4E20-5E4D-54AC-5A9EA50A1177}"/>
          </ac:spMkLst>
        </pc:spChg>
        <pc:spChg chg="add mod">
          <ac:chgData name="Adrian Panas" userId="d278786ae386eb0f" providerId="LiveId" clId="{E1B930A5-A7C8-4A1E-BF72-AC5694CCB633}" dt="2023-05-23T15:12:43.666" v="1723" actId="554"/>
          <ac:spMkLst>
            <pc:docMk/>
            <pc:sldMk cId="2802494229" sldId="1200"/>
            <ac:spMk id="41" creationId="{CA895A41-E05A-9544-7003-28FD0898057D}"/>
          </ac:spMkLst>
        </pc:spChg>
        <pc:spChg chg="add mod">
          <ac:chgData name="Adrian Panas" userId="d278786ae386eb0f" providerId="LiveId" clId="{E1B930A5-A7C8-4A1E-BF72-AC5694CCB633}" dt="2023-05-23T15:22:30.405" v="1749" actId="1038"/>
          <ac:spMkLst>
            <pc:docMk/>
            <pc:sldMk cId="2802494229" sldId="1200"/>
            <ac:spMk id="42" creationId="{A0968F8A-E3AF-2CC8-9031-67C54F2D6E59}"/>
          </ac:spMkLst>
        </pc:spChg>
        <pc:spChg chg="add del mod">
          <ac:chgData name="Adrian Panas" userId="d278786ae386eb0f" providerId="LiveId" clId="{E1B930A5-A7C8-4A1E-BF72-AC5694CCB633}" dt="2023-05-23T15:29:39.306" v="2097" actId="12788"/>
          <ac:spMkLst>
            <pc:docMk/>
            <pc:sldMk cId="2802494229" sldId="1200"/>
            <ac:spMk id="48" creationId="{93084C12-C2EF-91F2-0E6B-3A223C398BCF}"/>
          </ac:spMkLst>
        </pc:spChg>
        <pc:spChg chg="add mod">
          <ac:chgData name="Adrian Panas" userId="d278786ae386eb0f" providerId="LiveId" clId="{E1B930A5-A7C8-4A1E-BF72-AC5694CCB633}" dt="2023-05-23T15:29:54.811" v="2105" actId="465"/>
          <ac:spMkLst>
            <pc:docMk/>
            <pc:sldMk cId="2802494229" sldId="1200"/>
            <ac:spMk id="52" creationId="{5BD32A7A-C859-78D5-3BD6-8E27C240BFFA}"/>
          </ac:spMkLst>
        </pc:spChg>
        <pc:spChg chg="add mod">
          <ac:chgData name="Adrian Panas" userId="d278786ae386eb0f" providerId="LiveId" clId="{E1B930A5-A7C8-4A1E-BF72-AC5694CCB633}" dt="2023-05-23T15:29:54.811" v="2105" actId="465"/>
          <ac:spMkLst>
            <pc:docMk/>
            <pc:sldMk cId="2802494229" sldId="1200"/>
            <ac:spMk id="53" creationId="{F4213B8D-F6DB-E4AE-0B96-D2BA19CB141D}"/>
          </ac:spMkLst>
        </pc:spChg>
        <pc:spChg chg="add mod">
          <ac:chgData name="Adrian Panas" userId="d278786ae386eb0f" providerId="LiveId" clId="{E1B930A5-A7C8-4A1E-BF72-AC5694CCB633}" dt="2023-05-23T15:29:54.811" v="2105" actId="465"/>
          <ac:spMkLst>
            <pc:docMk/>
            <pc:sldMk cId="2802494229" sldId="1200"/>
            <ac:spMk id="54" creationId="{A5A277FF-01EC-0DEF-C6EC-F4C18168F681}"/>
          </ac:spMkLst>
        </pc:spChg>
        <pc:spChg chg="add mod">
          <ac:chgData name="Adrian Panas" userId="d278786ae386eb0f" providerId="LiveId" clId="{E1B930A5-A7C8-4A1E-BF72-AC5694CCB633}" dt="2023-05-23T15:29:50.437" v="2104" actId="1035"/>
          <ac:spMkLst>
            <pc:docMk/>
            <pc:sldMk cId="2802494229" sldId="1200"/>
            <ac:spMk id="55" creationId="{2E0B82D8-A5E1-34DB-6DB5-D7EB67B41D0F}"/>
          </ac:spMkLst>
        </pc:spChg>
        <pc:graphicFrameChg chg="add mod">
          <ac:chgData name="Adrian Panas" userId="d278786ae386eb0f" providerId="LiveId" clId="{E1B930A5-A7C8-4A1E-BF72-AC5694CCB633}" dt="2023-05-23T15:22:47.356" v="1751"/>
          <ac:graphicFrameMkLst>
            <pc:docMk/>
            <pc:sldMk cId="2802494229" sldId="1200"/>
            <ac:graphicFrameMk id="2" creationId="{15AF64CD-EA04-A9E4-C4FF-CD231C9472BC}"/>
          </ac:graphicFrameMkLst>
        </pc:graphicFrameChg>
        <pc:cxnChg chg="add mod">
          <ac:chgData name="Adrian Panas" userId="d278786ae386eb0f" providerId="LiveId" clId="{E1B930A5-A7C8-4A1E-BF72-AC5694CCB633}" dt="2023-05-23T15:22:30.405" v="1749" actId="1038"/>
          <ac:cxnSpMkLst>
            <pc:docMk/>
            <pc:sldMk cId="2802494229" sldId="1200"/>
            <ac:cxnSpMk id="6" creationId="{456205A5-DBF8-CA19-F0F0-F7533F8761C3}"/>
          </ac:cxnSpMkLst>
        </pc:cxnChg>
        <pc:cxnChg chg="add mod">
          <ac:chgData name="Adrian Panas" userId="d278786ae386eb0f" providerId="LiveId" clId="{E1B930A5-A7C8-4A1E-BF72-AC5694CCB633}" dt="2023-05-23T15:11:28.572" v="1683" actId="1582"/>
          <ac:cxnSpMkLst>
            <pc:docMk/>
            <pc:sldMk cId="2802494229" sldId="1200"/>
            <ac:cxnSpMk id="19" creationId="{B35071AF-2D37-6CCE-5128-3003E4A7FC1A}"/>
          </ac:cxnSpMkLst>
        </pc:cxnChg>
        <pc:cxnChg chg="add mod">
          <ac:chgData name="Adrian Panas" userId="d278786ae386eb0f" providerId="LiveId" clId="{E1B930A5-A7C8-4A1E-BF72-AC5694CCB633}" dt="2023-05-23T15:27:18.193" v="2042" actId="552"/>
          <ac:cxnSpMkLst>
            <pc:docMk/>
            <pc:sldMk cId="2802494229" sldId="1200"/>
            <ac:cxnSpMk id="44" creationId="{1AD2545E-C32B-7E4E-99B4-8AFDE466F6CA}"/>
          </ac:cxnSpMkLst>
        </pc:cxnChg>
        <pc:cxnChg chg="add mod">
          <ac:chgData name="Adrian Panas" userId="d278786ae386eb0f" providerId="LiveId" clId="{E1B930A5-A7C8-4A1E-BF72-AC5694CCB633}" dt="2023-05-23T15:27:18.193" v="2042" actId="552"/>
          <ac:cxnSpMkLst>
            <pc:docMk/>
            <pc:sldMk cId="2802494229" sldId="1200"/>
            <ac:cxnSpMk id="45" creationId="{BEB3A1D0-35C7-788C-3C2B-216711AF0CB5}"/>
          </ac:cxnSpMkLst>
        </pc:cxnChg>
        <pc:cxnChg chg="add mod">
          <ac:chgData name="Adrian Panas" userId="d278786ae386eb0f" providerId="LiveId" clId="{E1B930A5-A7C8-4A1E-BF72-AC5694CCB633}" dt="2023-05-23T15:27:18.193" v="2042" actId="552"/>
          <ac:cxnSpMkLst>
            <pc:docMk/>
            <pc:sldMk cId="2802494229" sldId="1200"/>
            <ac:cxnSpMk id="46" creationId="{9E8505C1-52D7-CA6A-539E-16EC561446C0}"/>
          </ac:cxnSpMkLst>
        </pc:cxnChg>
        <pc:cxnChg chg="add mod">
          <ac:chgData name="Adrian Panas" userId="d278786ae386eb0f" providerId="LiveId" clId="{E1B930A5-A7C8-4A1E-BF72-AC5694CCB633}" dt="2023-05-23T15:27:18.193" v="2042" actId="552"/>
          <ac:cxnSpMkLst>
            <pc:docMk/>
            <pc:sldMk cId="2802494229" sldId="1200"/>
            <ac:cxnSpMk id="47" creationId="{84DCE87A-215B-AA1F-D656-4B4AE38278F3}"/>
          </ac:cxnSpMkLst>
        </pc:cxnChg>
        <pc:cxnChg chg="add mod">
          <ac:chgData name="Adrian Panas" userId="d278786ae386eb0f" providerId="LiveId" clId="{E1B930A5-A7C8-4A1E-BF72-AC5694CCB633}" dt="2023-05-23T15:30:13.129" v="2116" actId="1038"/>
          <ac:cxnSpMkLst>
            <pc:docMk/>
            <pc:sldMk cId="2802494229" sldId="1200"/>
            <ac:cxnSpMk id="49" creationId="{26377461-67EC-8362-E60E-D7BF374196A0}"/>
          </ac:cxnSpMkLst>
        </pc:cxnChg>
      </pc:sldChg>
    </pc:docChg>
  </pc:docChgLst>
  <pc:docChgLst>
    <pc:chgData name="Harley Wijeyaratne" userId="d52f8215faed5781" providerId="Windows Live" clId="Web-{5FF62669-32A1-4919-AB62-C754577175F7}"/>
    <pc:docChg chg="modSld">
      <pc:chgData name="Harley Wijeyaratne" userId="d52f8215faed5781" providerId="Windows Live" clId="Web-{5FF62669-32A1-4919-AB62-C754577175F7}" dt="2023-05-22T13:11:42.945" v="23" actId="14100"/>
      <pc:docMkLst>
        <pc:docMk/>
      </pc:docMkLst>
      <pc:sldChg chg="modSp">
        <pc:chgData name="Harley Wijeyaratne" userId="d52f8215faed5781" providerId="Windows Live" clId="Web-{5FF62669-32A1-4919-AB62-C754577175F7}" dt="2023-05-22T13:11:42.945" v="23" actId="14100"/>
        <pc:sldMkLst>
          <pc:docMk/>
          <pc:sldMk cId="410719719" sldId="1147"/>
        </pc:sldMkLst>
        <pc:spChg chg="mod">
          <ac:chgData name="Harley Wijeyaratne" userId="d52f8215faed5781" providerId="Windows Live" clId="Web-{5FF62669-32A1-4919-AB62-C754577175F7}" dt="2023-05-22T13:11:42.945" v="23" actId="14100"/>
          <ac:spMkLst>
            <pc:docMk/>
            <pc:sldMk cId="410719719" sldId="1147"/>
            <ac:spMk id="2" creationId="{75678105-487D-61CC-DC4D-EA15FAD25658}"/>
          </ac:spMkLst>
        </pc:spChg>
      </pc:sldChg>
    </pc:docChg>
  </pc:docChgLst>
  <pc:docChgLst>
    <pc:chgData name="Harley Wijeyaratne" userId="d52f8215faed5781" providerId="LiveId" clId="{6793C514-E353-8C46-9847-D66659FD37D3}"/>
    <pc:docChg chg="undo custSel addSld delSld modSld sldOrd modMainMaster">
      <pc:chgData name="Harley Wijeyaratne" userId="d52f8215faed5781" providerId="LiveId" clId="{6793C514-E353-8C46-9847-D66659FD37D3}" dt="2023-05-23T18:08:42.441" v="7307" actId="1076"/>
      <pc:docMkLst>
        <pc:docMk/>
      </pc:docMkLst>
      <pc:sldChg chg="modSp mod">
        <pc:chgData name="Harley Wijeyaratne" userId="d52f8215faed5781" providerId="LiveId" clId="{6793C514-E353-8C46-9847-D66659FD37D3}" dt="2023-05-23T17:46:45.846" v="7287" actId="1076"/>
        <pc:sldMkLst>
          <pc:docMk/>
          <pc:sldMk cId="1010945764" sldId="1118"/>
        </pc:sldMkLst>
        <pc:spChg chg="mod">
          <ac:chgData name="Harley Wijeyaratne" userId="d52f8215faed5781" providerId="LiveId" clId="{6793C514-E353-8C46-9847-D66659FD37D3}" dt="2023-05-23T17:46:43.679" v="7286" actId="1076"/>
          <ac:spMkLst>
            <pc:docMk/>
            <pc:sldMk cId="1010945764" sldId="1118"/>
            <ac:spMk id="3" creationId="{FF51D68C-2C4B-A134-46EF-F5EF3FA50BC1}"/>
          </ac:spMkLst>
        </pc:spChg>
        <pc:spChg chg="mod">
          <ac:chgData name="Harley Wijeyaratne" userId="d52f8215faed5781" providerId="LiveId" clId="{6793C514-E353-8C46-9847-D66659FD37D3}" dt="2023-05-23T17:46:45.846" v="7287" actId="1076"/>
          <ac:spMkLst>
            <pc:docMk/>
            <pc:sldMk cId="1010945764" sldId="1118"/>
            <ac:spMk id="10" creationId="{5FCFF417-65F3-F0E0-6944-90DE1B663455}"/>
          </ac:spMkLst>
        </pc:spChg>
        <pc:picChg chg="mod">
          <ac:chgData name="Harley Wijeyaratne" userId="d52f8215faed5781" providerId="LiveId" clId="{6793C514-E353-8C46-9847-D66659FD37D3}" dt="2023-05-23T17:46:41.410" v="7285" actId="1076"/>
          <ac:picMkLst>
            <pc:docMk/>
            <pc:sldMk cId="1010945764" sldId="1118"/>
            <ac:picMk id="13" creationId="{55A0DBCC-2ECC-4834-AD77-E8F90CB550A7}"/>
          </ac:picMkLst>
        </pc:picChg>
      </pc:sldChg>
      <pc:sldChg chg="ord">
        <pc:chgData name="Harley Wijeyaratne" userId="d52f8215faed5781" providerId="LiveId" clId="{6793C514-E353-8C46-9847-D66659FD37D3}" dt="2023-05-23T15:05:03.803" v="5165" actId="20578"/>
        <pc:sldMkLst>
          <pc:docMk/>
          <pc:sldMk cId="410719719" sldId="1147"/>
        </pc:sldMkLst>
      </pc:sldChg>
      <pc:sldChg chg="addSp delSp modSp mod">
        <pc:chgData name="Harley Wijeyaratne" userId="d52f8215faed5781" providerId="LiveId" clId="{6793C514-E353-8C46-9847-D66659FD37D3}" dt="2023-05-23T15:38:06.929" v="5575" actId="20577"/>
        <pc:sldMkLst>
          <pc:docMk/>
          <pc:sldMk cId="1781347348" sldId="1161"/>
        </pc:sldMkLst>
        <pc:spChg chg="add del mod">
          <ac:chgData name="Harley Wijeyaratne" userId="d52f8215faed5781" providerId="LiveId" clId="{6793C514-E353-8C46-9847-D66659FD37D3}" dt="2023-05-23T15:24:12.993" v="5208" actId="478"/>
          <ac:spMkLst>
            <pc:docMk/>
            <pc:sldMk cId="1781347348" sldId="1161"/>
            <ac:spMk id="2" creationId="{16B60B75-9881-301B-654D-7650D8A71465}"/>
          </ac:spMkLst>
        </pc:spChg>
        <pc:spChg chg="mod">
          <ac:chgData name="Harley Wijeyaratne" userId="d52f8215faed5781" providerId="LiveId" clId="{6793C514-E353-8C46-9847-D66659FD37D3}" dt="2023-05-23T15:38:06.929" v="5575" actId="20577"/>
          <ac:spMkLst>
            <pc:docMk/>
            <pc:sldMk cId="1781347348" sldId="1161"/>
            <ac:spMk id="31" creationId="{AE122126-418C-DFEB-94D5-DB502D44FEFD}"/>
          </ac:spMkLst>
        </pc:spChg>
      </pc:sldChg>
      <pc:sldChg chg="ord">
        <pc:chgData name="Harley Wijeyaratne" userId="d52f8215faed5781" providerId="LiveId" clId="{6793C514-E353-8C46-9847-D66659FD37D3}" dt="2023-05-23T16:59:33.413" v="6606" actId="20578"/>
        <pc:sldMkLst>
          <pc:docMk/>
          <pc:sldMk cId="1464227764" sldId="1164"/>
        </pc:sldMkLst>
      </pc:sldChg>
      <pc:sldChg chg="addSp delSp modSp mod ord modCm">
        <pc:chgData name="Harley Wijeyaratne" userId="d52f8215faed5781" providerId="LiveId" clId="{6793C514-E353-8C46-9847-D66659FD37D3}" dt="2023-05-23T18:08:42.441" v="7307" actId="1076"/>
        <pc:sldMkLst>
          <pc:docMk/>
          <pc:sldMk cId="934712502" sldId="1168"/>
        </pc:sldMkLst>
        <pc:spChg chg="del mod">
          <ac:chgData name="Harley Wijeyaratne" userId="d52f8215faed5781" providerId="LiveId" clId="{6793C514-E353-8C46-9847-D66659FD37D3}" dt="2023-05-23T13:21:45.719" v="1014" actId="478"/>
          <ac:spMkLst>
            <pc:docMk/>
            <pc:sldMk cId="934712502" sldId="1168"/>
            <ac:spMk id="3" creationId="{986E3720-DEAA-701D-C389-5D2EFE889F83}"/>
          </ac:spMkLst>
        </pc:spChg>
        <pc:spChg chg="mod">
          <ac:chgData name="Harley Wijeyaratne" userId="d52f8215faed5781" providerId="LiveId" clId="{6793C514-E353-8C46-9847-D66659FD37D3}" dt="2023-05-23T13:21:14.828" v="984" actId="20577"/>
          <ac:spMkLst>
            <pc:docMk/>
            <pc:sldMk cId="934712502" sldId="1168"/>
            <ac:spMk id="5" creationId="{971A9813-3227-E616-A613-9C2EF55645AC}"/>
          </ac:spMkLst>
        </pc:spChg>
        <pc:spChg chg="mod">
          <ac:chgData name="Harley Wijeyaratne" userId="d52f8215faed5781" providerId="LiveId" clId="{6793C514-E353-8C46-9847-D66659FD37D3}" dt="2023-05-23T15:11:44.482" v="5196" actId="1076"/>
          <ac:spMkLst>
            <pc:docMk/>
            <pc:sldMk cId="934712502" sldId="1168"/>
            <ac:spMk id="13" creationId="{70ED1100-1244-A7A6-CCA2-43C92E0AAA44}"/>
          </ac:spMkLst>
        </pc:spChg>
        <pc:spChg chg="mod">
          <ac:chgData name="Harley Wijeyaratne" userId="d52f8215faed5781" providerId="LiveId" clId="{6793C514-E353-8C46-9847-D66659FD37D3}" dt="2023-05-23T13:19:48.294" v="709" actId="20577"/>
          <ac:spMkLst>
            <pc:docMk/>
            <pc:sldMk cId="934712502" sldId="1168"/>
            <ac:spMk id="26" creationId="{66DE277B-F658-C092-8AAC-D7D32B5DBB5E}"/>
          </ac:spMkLst>
        </pc:spChg>
        <pc:spChg chg="mod">
          <ac:chgData name="Harley Wijeyaratne" userId="d52f8215faed5781" providerId="LiveId" clId="{6793C514-E353-8C46-9847-D66659FD37D3}" dt="2023-05-23T13:19:37.746" v="668" actId="20577"/>
          <ac:spMkLst>
            <pc:docMk/>
            <pc:sldMk cId="934712502" sldId="1168"/>
            <ac:spMk id="27" creationId="{C8420534-AAF3-E43D-671C-D7D79894D03D}"/>
          </ac:spMkLst>
        </pc:spChg>
        <pc:spChg chg="del">
          <ac:chgData name="Harley Wijeyaratne" userId="d52f8215faed5781" providerId="LiveId" clId="{6793C514-E353-8C46-9847-D66659FD37D3}" dt="2023-05-23T13:48:00.166" v="2951" actId="478"/>
          <ac:spMkLst>
            <pc:docMk/>
            <pc:sldMk cId="934712502" sldId="1168"/>
            <ac:spMk id="28" creationId="{E804D1EA-E325-D192-F2BD-E415BAA01314}"/>
          </ac:spMkLst>
        </pc:spChg>
        <pc:spChg chg="mod">
          <ac:chgData name="Harley Wijeyaratne" userId="d52f8215faed5781" providerId="LiveId" clId="{6793C514-E353-8C46-9847-D66659FD37D3}" dt="2023-05-23T15:12:27.367" v="5203" actId="1076"/>
          <ac:spMkLst>
            <pc:docMk/>
            <pc:sldMk cId="934712502" sldId="1168"/>
            <ac:spMk id="30" creationId="{CE288DF2-F9A7-0CE9-122B-35AAF834B21E}"/>
          </ac:spMkLst>
        </pc:spChg>
        <pc:spChg chg="mod">
          <ac:chgData name="Harley Wijeyaratne" userId="d52f8215faed5781" providerId="LiveId" clId="{6793C514-E353-8C46-9847-D66659FD37D3}" dt="2023-05-23T13:50:27.351" v="3154" actId="207"/>
          <ac:spMkLst>
            <pc:docMk/>
            <pc:sldMk cId="934712502" sldId="1168"/>
            <ac:spMk id="31" creationId="{9D562B0F-4921-44AE-7734-D463C469B390}"/>
          </ac:spMkLst>
        </pc:spChg>
        <pc:spChg chg="mod">
          <ac:chgData name="Harley Wijeyaratne" userId="d52f8215faed5781" providerId="LiveId" clId="{6793C514-E353-8C46-9847-D66659FD37D3}" dt="2023-05-23T17:11:49.748" v="6628" actId="313"/>
          <ac:spMkLst>
            <pc:docMk/>
            <pc:sldMk cId="934712502" sldId="1168"/>
            <ac:spMk id="32" creationId="{26667D1F-2E74-8049-8316-7A6B77970C4E}"/>
          </ac:spMkLst>
        </pc:spChg>
        <pc:spChg chg="mod">
          <ac:chgData name="Harley Wijeyaratne" userId="d52f8215faed5781" providerId="LiveId" clId="{6793C514-E353-8C46-9847-D66659FD37D3}" dt="2023-05-23T13:46:27.082" v="2810" actId="20577"/>
          <ac:spMkLst>
            <pc:docMk/>
            <pc:sldMk cId="934712502" sldId="1168"/>
            <ac:spMk id="33" creationId="{0C3ACBB6-DD71-05CD-D82B-305847253AE0}"/>
          </ac:spMkLst>
        </pc:spChg>
        <pc:spChg chg="mod">
          <ac:chgData name="Harley Wijeyaratne" userId="d52f8215faed5781" providerId="LiveId" clId="{6793C514-E353-8C46-9847-D66659FD37D3}" dt="2023-05-23T15:12:18.433" v="5202" actId="1076"/>
          <ac:spMkLst>
            <pc:docMk/>
            <pc:sldMk cId="934712502" sldId="1168"/>
            <ac:spMk id="35" creationId="{C92EBAC9-310D-4686-0428-4A35DA9FD924}"/>
          </ac:spMkLst>
        </pc:spChg>
        <pc:spChg chg="mod">
          <ac:chgData name="Harley Wijeyaratne" userId="d52f8215faed5781" providerId="LiveId" clId="{6793C514-E353-8C46-9847-D66659FD37D3}" dt="2023-05-23T15:10:36.310" v="5169" actId="1076"/>
          <ac:spMkLst>
            <pc:docMk/>
            <pc:sldMk cId="934712502" sldId="1168"/>
            <ac:spMk id="36" creationId="{49965E83-D8F3-1A41-45BC-D251B6A6A398}"/>
          </ac:spMkLst>
        </pc:spChg>
        <pc:spChg chg="mod">
          <ac:chgData name="Harley Wijeyaratne" userId="d52f8215faed5781" providerId="LiveId" clId="{6793C514-E353-8C46-9847-D66659FD37D3}" dt="2023-05-23T15:11:05.368" v="5186" actId="20577"/>
          <ac:spMkLst>
            <pc:docMk/>
            <pc:sldMk cId="934712502" sldId="1168"/>
            <ac:spMk id="37" creationId="{58064B91-401E-F3D1-F4EB-E8C19CCD12C6}"/>
          </ac:spMkLst>
        </pc:spChg>
        <pc:spChg chg="mod">
          <ac:chgData name="Harley Wijeyaratne" userId="d52f8215faed5781" providerId="LiveId" clId="{6793C514-E353-8C46-9847-D66659FD37D3}" dt="2023-05-23T15:12:01.099" v="5199" actId="1076"/>
          <ac:spMkLst>
            <pc:docMk/>
            <pc:sldMk cId="934712502" sldId="1168"/>
            <ac:spMk id="38" creationId="{8665B112-98C0-B60D-0D94-392AACBA3DFB}"/>
          </ac:spMkLst>
        </pc:spChg>
        <pc:spChg chg="mod">
          <ac:chgData name="Harley Wijeyaratne" userId="d52f8215faed5781" providerId="LiveId" clId="{6793C514-E353-8C46-9847-D66659FD37D3}" dt="2023-05-23T13:35:12.208" v="2183" actId="20577"/>
          <ac:spMkLst>
            <pc:docMk/>
            <pc:sldMk cId="934712502" sldId="1168"/>
            <ac:spMk id="39" creationId="{4EE2ACC8-1270-D692-168E-FE76140E0E42}"/>
          </ac:spMkLst>
        </pc:spChg>
        <pc:spChg chg="mod">
          <ac:chgData name="Harley Wijeyaratne" userId="d52f8215faed5781" providerId="LiveId" clId="{6793C514-E353-8C46-9847-D66659FD37D3}" dt="2023-05-23T13:33:36.811" v="2054" actId="20577"/>
          <ac:spMkLst>
            <pc:docMk/>
            <pc:sldMk cId="934712502" sldId="1168"/>
            <ac:spMk id="40" creationId="{3E250F49-D764-FDA8-7A0D-EDC74E24B7DE}"/>
          </ac:spMkLst>
        </pc:spChg>
        <pc:spChg chg="mod">
          <ac:chgData name="Harley Wijeyaratne" userId="d52f8215faed5781" providerId="LiveId" clId="{6793C514-E353-8C46-9847-D66659FD37D3}" dt="2023-05-23T15:12:04.682" v="5200" actId="1076"/>
          <ac:spMkLst>
            <pc:docMk/>
            <pc:sldMk cId="934712502" sldId="1168"/>
            <ac:spMk id="41" creationId="{52CEBBBD-C95B-07FF-7A9B-9319BA3F2799}"/>
          </ac:spMkLst>
        </pc:spChg>
        <pc:spChg chg="mod">
          <ac:chgData name="Harley Wijeyaratne" userId="d52f8215faed5781" providerId="LiveId" clId="{6793C514-E353-8C46-9847-D66659FD37D3}" dt="2023-05-23T13:42:53.393" v="2547" actId="20577"/>
          <ac:spMkLst>
            <pc:docMk/>
            <pc:sldMk cId="934712502" sldId="1168"/>
            <ac:spMk id="43" creationId="{E28D399E-08A4-DB5C-2CC7-04D638CA7902}"/>
          </ac:spMkLst>
        </pc:spChg>
        <pc:spChg chg="del">
          <ac:chgData name="Harley Wijeyaratne" userId="d52f8215faed5781" providerId="LiveId" clId="{6793C514-E353-8C46-9847-D66659FD37D3}" dt="2023-05-23T13:47:59.030" v="2950" actId="478"/>
          <ac:spMkLst>
            <pc:docMk/>
            <pc:sldMk cId="934712502" sldId="1168"/>
            <ac:spMk id="44" creationId="{DB8E79EC-300B-CF52-23F8-C51DEA821C08}"/>
          </ac:spMkLst>
        </pc:spChg>
        <pc:spChg chg="del">
          <ac:chgData name="Harley Wijeyaratne" userId="d52f8215faed5781" providerId="LiveId" clId="{6793C514-E353-8C46-9847-D66659FD37D3}" dt="2023-05-23T13:47:57.343" v="2949" actId="478"/>
          <ac:spMkLst>
            <pc:docMk/>
            <pc:sldMk cId="934712502" sldId="1168"/>
            <ac:spMk id="45" creationId="{AB0093B9-DB0A-231F-F5AB-F603C48C8092}"/>
          </ac:spMkLst>
        </pc:spChg>
        <pc:spChg chg="add mod">
          <ac:chgData name="Harley Wijeyaratne" userId="d52f8215faed5781" providerId="LiveId" clId="{6793C514-E353-8C46-9847-D66659FD37D3}" dt="2023-05-23T13:47:32.839" v="2948" actId="20577"/>
          <ac:spMkLst>
            <pc:docMk/>
            <pc:sldMk cId="934712502" sldId="1168"/>
            <ac:spMk id="47" creationId="{85F2B6DC-9BB3-E02E-980C-DF98DB5E82D0}"/>
          </ac:spMkLst>
        </pc:spChg>
        <pc:spChg chg="add mod">
          <ac:chgData name="Harley Wijeyaratne" userId="d52f8215faed5781" providerId="LiveId" clId="{6793C514-E353-8C46-9847-D66659FD37D3}" dt="2023-05-23T18:08:42.441" v="7307" actId="1076"/>
          <ac:spMkLst>
            <pc:docMk/>
            <pc:sldMk cId="934712502" sldId="1168"/>
            <ac:spMk id="48" creationId="{BBABA110-AEB3-6DF3-6CC6-89672812F963}"/>
          </ac:spMkLst>
        </pc:spChg>
        <pc:extLst>
          <p:ext xmlns:p="http://schemas.openxmlformats.org/presentationml/2006/main" uri="{D6D511B9-2390-475A-947B-AFAB55BFBCF1}">
            <pc226:cmChg xmlns:pc226="http://schemas.microsoft.com/office/powerpoint/2022/06/main/command" chg="mod">
              <pc226:chgData name="Harley Wijeyaratne" userId="d52f8215faed5781" providerId="LiveId" clId="{6793C514-E353-8C46-9847-D66659FD37D3}" dt="2023-05-23T13:46:20.496" v="2799" actId="20577"/>
              <pc2:cmMkLst xmlns:pc2="http://schemas.microsoft.com/office/powerpoint/2019/9/main/command">
                <pc:docMk/>
                <pc:sldMk cId="934712502" sldId="1168"/>
                <pc2:cmMk id="{BB9E2331-F258-4229-989B-9EE85AFE34A0}"/>
              </pc2:cmMkLst>
            </pc226:cmChg>
            <pc226:cmChg xmlns:pc226="http://schemas.microsoft.com/office/powerpoint/2022/06/main/command" chg="mod">
              <pc226:chgData name="Harley Wijeyaratne" userId="d52f8215faed5781" providerId="LiveId" clId="{6793C514-E353-8C46-9847-D66659FD37D3}" dt="2023-05-23T13:42:39.411" v="2545" actId="20577"/>
              <pc2:cmMkLst xmlns:pc2="http://schemas.microsoft.com/office/powerpoint/2019/9/main/command">
                <pc:docMk/>
                <pc:sldMk cId="934712502" sldId="1168"/>
                <pc2:cmMk id="{B9CA4394-EDAE-4A7B-9C28-ABD4768330F9}"/>
              </pc2:cmMkLst>
            </pc226:cmChg>
          </p:ext>
        </pc:extLst>
      </pc:sldChg>
      <pc:sldChg chg="addSp delSp modSp mod ord">
        <pc:chgData name="Harley Wijeyaratne" userId="d52f8215faed5781" providerId="LiveId" clId="{6793C514-E353-8C46-9847-D66659FD37D3}" dt="2023-05-23T16:03:21.921" v="5612" actId="1076"/>
        <pc:sldMkLst>
          <pc:docMk/>
          <pc:sldMk cId="2684757179" sldId="1173"/>
        </pc:sldMkLst>
        <pc:spChg chg="mod">
          <ac:chgData name="Harley Wijeyaratne" userId="d52f8215faed5781" providerId="LiveId" clId="{6793C514-E353-8C46-9847-D66659FD37D3}" dt="2023-05-23T12:57:40.592" v="187" actId="113"/>
          <ac:spMkLst>
            <pc:docMk/>
            <pc:sldMk cId="2684757179" sldId="1173"/>
            <ac:spMk id="6" creationId="{E0C6B965-139D-976A-7123-BE325B6B8AA4}"/>
          </ac:spMkLst>
        </pc:spChg>
        <pc:spChg chg="mod">
          <ac:chgData name="Harley Wijeyaratne" userId="d52f8215faed5781" providerId="LiveId" clId="{6793C514-E353-8C46-9847-D66659FD37D3}" dt="2023-05-23T15:00:25.742" v="5160" actId="1076"/>
          <ac:spMkLst>
            <pc:docMk/>
            <pc:sldMk cId="2684757179" sldId="1173"/>
            <ac:spMk id="8" creationId="{980F5F14-3970-9AA3-E405-DC82E9CC153A}"/>
          </ac:spMkLst>
        </pc:spChg>
        <pc:spChg chg="mod">
          <ac:chgData name="Harley Wijeyaratne" userId="d52f8215faed5781" providerId="LiveId" clId="{6793C514-E353-8C46-9847-D66659FD37D3}" dt="2023-05-23T14:55:33.520" v="5092" actId="1076"/>
          <ac:spMkLst>
            <pc:docMk/>
            <pc:sldMk cId="2684757179" sldId="1173"/>
            <ac:spMk id="14" creationId="{4A362749-56B8-2537-F9A4-DAE8E151075A}"/>
          </ac:spMkLst>
        </pc:spChg>
        <pc:spChg chg="mod">
          <ac:chgData name="Harley Wijeyaratne" userId="d52f8215faed5781" providerId="LiveId" clId="{6793C514-E353-8C46-9847-D66659FD37D3}" dt="2023-05-23T14:56:23.362" v="5098" actId="2085"/>
          <ac:spMkLst>
            <pc:docMk/>
            <pc:sldMk cId="2684757179" sldId="1173"/>
            <ac:spMk id="18" creationId="{650D82AB-48EF-7F08-ACDA-9B6C658517C7}"/>
          </ac:spMkLst>
        </pc:spChg>
        <pc:spChg chg="mod">
          <ac:chgData name="Harley Wijeyaratne" userId="d52f8215faed5781" providerId="LiveId" clId="{6793C514-E353-8C46-9847-D66659FD37D3}" dt="2023-05-23T16:02:28.636" v="5605" actId="1076"/>
          <ac:spMkLst>
            <pc:docMk/>
            <pc:sldMk cId="2684757179" sldId="1173"/>
            <ac:spMk id="20" creationId="{74F5A526-0DA4-3D0D-FF2E-62BE25C1F914}"/>
          </ac:spMkLst>
        </pc:spChg>
        <pc:spChg chg="mod">
          <ac:chgData name="Harley Wijeyaratne" userId="d52f8215faed5781" providerId="LiveId" clId="{6793C514-E353-8C46-9847-D66659FD37D3}" dt="2023-05-23T16:02:48.086" v="5608" actId="1076"/>
          <ac:spMkLst>
            <pc:docMk/>
            <pc:sldMk cId="2684757179" sldId="1173"/>
            <ac:spMk id="21" creationId="{41EF1B78-E3FE-940B-B517-CB767D7738DF}"/>
          </ac:spMkLst>
        </pc:spChg>
        <pc:spChg chg="mod">
          <ac:chgData name="Harley Wijeyaratne" userId="d52f8215faed5781" providerId="LiveId" clId="{6793C514-E353-8C46-9847-D66659FD37D3}" dt="2023-05-23T15:00:00.292" v="5152" actId="2085"/>
          <ac:spMkLst>
            <pc:docMk/>
            <pc:sldMk cId="2684757179" sldId="1173"/>
            <ac:spMk id="22" creationId="{23DA208E-25DF-93DB-2B7F-7A0D3B02CE84}"/>
          </ac:spMkLst>
        </pc:spChg>
        <pc:spChg chg="mod">
          <ac:chgData name="Harley Wijeyaratne" userId="d52f8215faed5781" providerId="LiveId" clId="{6793C514-E353-8C46-9847-D66659FD37D3}" dt="2023-05-23T15:00:03.429" v="5154" actId="2085"/>
          <ac:spMkLst>
            <pc:docMk/>
            <pc:sldMk cId="2684757179" sldId="1173"/>
            <ac:spMk id="23" creationId="{B31BE8BC-E8A2-FBC4-4B15-E38853CA5807}"/>
          </ac:spMkLst>
        </pc:spChg>
        <pc:spChg chg="mod">
          <ac:chgData name="Harley Wijeyaratne" userId="d52f8215faed5781" providerId="LiveId" clId="{6793C514-E353-8C46-9847-D66659FD37D3}" dt="2023-05-23T16:03:10.251" v="5610" actId="1076"/>
          <ac:spMkLst>
            <pc:docMk/>
            <pc:sldMk cId="2684757179" sldId="1173"/>
            <ac:spMk id="24" creationId="{5174C567-6E79-81AE-545B-A9E886AC6C0C}"/>
          </ac:spMkLst>
        </pc:spChg>
        <pc:spChg chg="mod">
          <ac:chgData name="Harley Wijeyaratne" userId="d52f8215faed5781" providerId="LiveId" clId="{6793C514-E353-8C46-9847-D66659FD37D3}" dt="2023-05-23T16:03:17.254" v="5611" actId="1076"/>
          <ac:spMkLst>
            <pc:docMk/>
            <pc:sldMk cId="2684757179" sldId="1173"/>
            <ac:spMk id="25" creationId="{D2FE7E54-022B-E9C4-2774-9B32A34EEFFC}"/>
          </ac:spMkLst>
        </pc:spChg>
        <pc:spChg chg="mod">
          <ac:chgData name="Harley Wijeyaratne" userId="d52f8215faed5781" providerId="LiveId" clId="{6793C514-E353-8C46-9847-D66659FD37D3}" dt="2023-05-23T16:03:07.369" v="5609" actId="1076"/>
          <ac:spMkLst>
            <pc:docMk/>
            <pc:sldMk cId="2684757179" sldId="1173"/>
            <ac:spMk id="27" creationId="{B0A20DFD-EA3F-FFE8-D0B2-7C7315A3820C}"/>
          </ac:spMkLst>
        </pc:spChg>
        <pc:spChg chg="mod">
          <ac:chgData name="Harley Wijeyaratne" userId="d52f8215faed5781" providerId="LiveId" clId="{6793C514-E353-8C46-9847-D66659FD37D3}" dt="2023-05-23T16:03:21.921" v="5612" actId="1076"/>
          <ac:spMkLst>
            <pc:docMk/>
            <pc:sldMk cId="2684757179" sldId="1173"/>
            <ac:spMk id="29" creationId="{FDB8673A-579A-74E3-03E0-AD722A8A207B}"/>
          </ac:spMkLst>
        </pc:spChg>
        <pc:spChg chg="add mod">
          <ac:chgData name="Harley Wijeyaratne" userId="d52f8215faed5781" providerId="LiveId" clId="{6793C514-E353-8C46-9847-D66659FD37D3}" dt="2023-05-23T15:03:11.838" v="5164" actId="2085"/>
          <ac:spMkLst>
            <pc:docMk/>
            <pc:sldMk cId="2684757179" sldId="1173"/>
            <ac:spMk id="31" creationId="{1DE6802A-A3E4-284F-E6E8-BEF10D13B9CB}"/>
          </ac:spMkLst>
        </pc:spChg>
        <pc:spChg chg="add del mod">
          <ac:chgData name="Harley Wijeyaratne" userId="d52f8215faed5781" providerId="LiveId" clId="{6793C514-E353-8C46-9847-D66659FD37D3}" dt="2023-05-23T14:34:45.268" v="4856" actId="478"/>
          <ac:spMkLst>
            <pc:docMk/>
            <pc:sldMk cId="2684757179" sldId="1173"/>
            <ac:spMk id="32" creationId="{4DB90AF4-B417-8FC0-ED3D-8D7328BA4190}"/>
          </ac:spMkLst>
        </pc:spChg>
        <pc:spChg chg="add mod">
          <ac:chgData name="Harley Wijeyaratne" userId="d52f8215faed5781" providerId="LiveId" clId="{6793C514-E353-8C46-9847-D66659FD37D3}" dt="2023-05-23T14:58:18.929" v="5126" actId="2085"/>
          <ac:spMkLst>
            <pc:docMk/>
            <pc:sldMk cId="2684757179" sldId="1173"/>
            <ac:spMk id="33" creationId="{01B70F36-67AC-1FE7-0167-8B8F4090A546}"/>
          </ac:spMkLst>
        </pc:spChg>
        <pc:spChg chg="add mod">
          <ac:chgData name="Harley Wijeyaratne" userId="d52f8215faed5781" providerId="LiveId" clId="{6793C514-E353-8C46-9847-D66659FD37D3}" dt="2023-05-23T14:58:07.965" v="5123" actId="207"/>
          <ac:spMkLst>
            <pc:docMk/>
            <pc:sldMk cId="2684757179" sldId="1173"/>
            <ac:spMk id="34" creationId="{1A561A1B-70B7-94CA-C80F-9D68353D2ED8}"/>
          </ac:spMkLst>
        </pc:spChg>
        <pc:spChg chg="add mod">
          <ac:chgData name="Harley Wijeyaratne" userId="d52f8215faed5781" providerId="LiveId" clId="{6793C514-E353-8C46-9847-D66659FD37D3}" dt="2023-05-23T14:58:05.696" v="5122" actId="2085"/>
          <ac:spMkLst>
            <pc:docMk/>
            <pc:sldMk cId="2684757179" sldId="1173"/>
            <ac:spMk id="35" creationId="{F9BA7F71-6810-DC56-9D45-B82A8E6762AD}"/>
          </ac:spMkLst>
        </pc:spChg>
        <pc:spChg chg="add mod">
          <ac:chgData name="Harley Wijeyaratne" userId="d52f8215faed5781" providerId="LiveId" clId="{6793C514-E353-8C46-9847-D66659FD37D3}" dt="2023-05-23T14:57:48.381" v="5117" actId="207"/>
          <ac:spMkLst>
            <pc:docMk/>
            <pc:sldMk cId="2684757179" sldId="1173"/>
            <ac:spMk id="36" creationId="{D589CFA2-0425-CEDC-68A7-0BD51435CF43}"/>
          </ac:spMkLst>
        </pc:spChg>
        <pc:spChg chg="add mod">
          <ac:chgData name="Harley Wijeyaratne" userId="d52f8215faed5781" providerId="LiveId" clId="{6793C514-E353-8C46-9847-D66659FD37D3}" dt="2023-05-23T14:58:01.430" v="5120" actId="2085"/>
          <ac:spMkLst>
            <pc:docMk/>
            <pc:sldMk cId="2684757179" sldId="1173"/>
            <ac:spMk id="37" creationId="{57136EDA-C609-6C5D-A5F8-70453687C336}"/>
          </ac:spMkLst>
        </pc:spChg>
        <pc:spChg chg="add mod">
          <ac:chgData name="Harley Wijeyaratne" userId="d52f8215faed5781" providerId="LiveId" clId="{6793C514-E353-8C46-9847-D66659FD37D3}" dt="2023-05-23T14:57:56.281" v="5119" actId="2085"/>
          <ac:spMkLst>
            <pc:docMk/>
            <pc:sldMk cId="2684757179" sldId="1173"/>
            <ac:spMk id="38" creationId="{D71EE04C-A696-2744-CDD7-DB65BC3DF92F}"/>
          </ac:spMkLst>
        </pc:spChg>
        <pc:spChg chg="add mod">
          <ac:chgData name="Harley Wijeyaratne" userId="d52f8215faed5781" providerId="LiveId" clId="{6793C514-E353-8C46-9847-D66659FD37D3}" dt="2023-05-23T15:37:23.409" v="5574" actId="207"/>
          <ac:spMkLst>
            <pc:docMk/>
            <pc:sldMk cId="2684757179" sldId="1173"/>
            <ac:spMk id="39" creationId="{B943305F-C7BD-14C4-3CDC-603A066280DC}"/>
          </ac:spMkLst>
        </pc:spChg>
        <pc:spChg chg="mod">
          <ac:chgData name="Harley Wijeyaratne" userId="d52f8215faed5781" providerId="LiveId" clId="{6793C514-E353-8C46-9847-D66659FD37D3}" dt="2023-05-23T14:55:17.503" v="5089" actId="1076"/>
          <ac:spMkLst>
            <pc:docMk/>
            <pc:sldMk cId="2684757179" sldId="1173"/>
            <ac:spMk id="43" creationId="{0F75D1E2-59C5-9A5A-825F-810D62D2850A}"/>
          </ac:spMkLst>
        </pc:spChg>
        <pc:spChg chg="del">
          <ac:chgData name="Harley Wijeyaratne" userId="d52f8215faed5781" providerId="LiveId" clId="{6793C514-E353-8C46-9847-D66659FD37D3}" dt="2023-05-23T14:33:57.723" v="4844" actId="478"/>
          <ac:spMkLst>
            <pc:docMk/>
            <pc:sldMk cId="2684757179" sldId="1173"/>
            <ac:spMk id="50" creationId="{B485B0BA-D1FF-5D2E-2A8E-DF977283F402}"/>
          </ac:spMkLst>
        </pc:spChg>
        <pc:spChg chg="mod">
          <ac:chgData name="Harley Wijeyaratne" userId="d52f8215faed5781" providerId="LiveId" clId="{6793C514-E353-8C46-9847-D66659FD37D3}" dt="2023-05-23T14:55:37.688" v="5093" actId="1076"/>
          <ac:spMkLst>
            <pc:docMk/>
            <pc:sldMk cId="2684757179" sldId="1173"/>
            <ac:spMk id="65" creationId="{3CC34D2E-2DED-CB65-7403-9EF096A3C9F9}"/>
          </ac:spMkLst>
        </pc:spChg>
        <pc:graphicFrameChg chg="add del mod">
          <ac:chgData name="Harley Wijeyaratne" userId="d52f8215faed5781" providerId="LiveId" clId="{6793C514-E353-8C46-9847-D66659FD37D3}" dt="2023-05-23T14:38:19.295" v="4898" actId="478"/>
          <ac:graphicFrameMkLst>
            <pc:docMk/>
            <pc:sldMk cId="2684757179" sldId="1173"/>
            <ac:graphicFrameMk id="3" creationId="{3A6B460C-722E-4DEF-AA0D-1A3769467E60}"/>
          </ac:graphicFrameMkLst>
        </pc:graphicFrameChg>
        <pc:graphicFrameChg chg="add mod">
          <ac:chgData name="Harley Wijeyaratne" userId="d52f8215faed5781" providerId="LiveId" clId="{6793C514-E353-8C46-9847-D66659FD37D3}" dt="2023-05-23T14:59:29.058" v="5138"/>
          <ac:graphicFrameMkLst>
            <pc:docMk/>
            <pc:sldMk cId="2684757179" sldId="1173"/>
            <ac:graphicFrameMk id="40" creationId="{3A6B460C-722E-4DEF-AA0D-1A3769467E60}"/>
          </ac:graphicFrameMkLst>
        </pc:graphicFrameChg>
        <pc:cxnChg chg="del">
          <ac:chgData name="Harley Wijeyaratne" userId="d52f8215faed5781" providerId="LiveId" clId="{6793C514-E353-8C46-9847-D66659FD37D3}" dt="2023-05-23T14:33:54.019" v="4842" actId="478"/>
          <ac:cxnSpMkLst>
            <pc:docMk/>
            <pc:sldMk cId="2684757179" sldId="1173"/>
            <ac:cxnSpMk id="19" creationId="{7F201026-F33F-08B4-1D77-2FEBE7A23739}"/>
          </ac:cxnSpMkLst>
        </pc:cxnChg>
        <pc:cxnChg chg="del">
          <ac:chgData name="Harley Wijeyaratne" userId="d52f8215faed5781" providerId="LiveId" clId="{6793C514-E353-8C46-9847-D66659FD37D3}" dt="2023-05-23T14:33:55.209" v="4843" actId="478"/>
          <ac:cxnSpMkLst>
            <pc:docMk/>
            <pc:sldMk cId="2684757179" sldId="1173"/>
            <ac:cxnSpMk id="49" creationId="{7EAE2353-C616-6944-805C-0D6E77951FC8}"/>
          </ac:cxnSpMkLst>
        </pc:cxnChg>
      </pc:sldChg>
      <pc:sldChg chg="addSp modSp mod">
        <pc:chgData name="Harley Wijeyaratne" userId="d52f8215faed5781" providerId="LiveId" clId="{6793C514-E353-8C46-9847-D66659FD37D3}" dt="2023-05-23T15:05:47.174" v="5167" actId="208"/>
        <pc:sldMkLst>
          <pc:docMk/>
          <pc:sldMk cId="144985452" sldId="1175"/>
        </pc:sldMkLst>
        <pc:graphicFrameChg chg="modGraphic">
          <ac:chgData name="Harley Wijeyaratne" userId="d52f8215faed5781" providerId="LiveId" clId="{6793C514-E353-8C46-9847-D66659FD37D3}" dt="2023-05-23T14:09:06.804" v="4134" actId="20577"/>
          <ac:graphicFrameMkLst>
            <pc:docMk/>
            <pc:sldMk cId="144985452" sldId="1175"/>
            <ac:graphicFrameMk id="2" creationId="{1A8B5163-E38F-1197-D21A-670FC79A3706}"/>
          </ac:graphicFrameMkLst>
        </pc:graphicFrameChg>
        <pc:graphicFrameChg chg="add mod">
          <ac:chgData name="Harley Wijeyaratne" userId="d52f8215faed5781" providerId="LiveId" clId="{6793C514-E353-8C46-9847-D66659FD37D3}" dt="2023-05-23T15:05:47.174" v="5167" actId="208"/>
          <ac:graphicFrameMkLst>
            <pc:docMk/>
            <pc:sldMk cId="144985452" sldId="1175"/>
            <ac:graphicFrameMk id="3" creationId="{D4FFB116-432A-CB89-A2CF-33ED7E503BEF}"/>
          </ac:graphicFrameMkLst>
        </pc:graphicFrameChg>
      </pc:sldChg>
      <pc:sldChg chg="addSp delSp modSp mod">
        <pc:chgData name="Harley Wijeyaratne" userId="d52f8215faed5781" providerId="LiveId" clId="{6793C514-E353-8C46-9847-D66659FD37D3}" dt="2023-05-23T14:51:51.815" v="5068" actId="1076"/>
        <pc:sldMkLst>
          <pc:docMk/>
          <pc:sldMk cId="2857505401" sldId="1178"/>
        </pc:sldMkLst>
        <pc:spChg chg="add mod">
          <ac:chgData name="Harley Wijeyaratne" userId="d52f8215faed5781" providerId="LiveId" clId="{6793C514-E353-8C46-9847-D66659FD37D3}" dt="2023-05-23T14:02:46.318" v="4066" actId="1076"/>
          <ac:spMkLst>
            <pc:docMk/>
            <pc:sldMk cId="2857505401" sldId="1178"/>
            <ac:spMk id="2" creationId="{7B2B9C8D-7DC2-F2B5-B55E-478DF76CD705}"/>
          </ac:spMkLst>
        </pc:spChg>
        <pc:spChg chg="add del mod">
          <ac:chgData name="Harley Wijeyaratne" userId="d52f8215faed5781" providerId="LiveId" clId="{6793C514-E353-8C46-9847-D66659FD37D3}" dt="2023-05-23T14:43:50.628" v="4960"/>
          <ac:spMkLst>
            <pc:docMk/>
            <pc:sldMk cId="2857505401" sldId="1178"/>
            <ac:spMk id="5" creationId="{86CD6EEA-29E8-9E5C-4116-0D6B6EBFC416}"/>
          </ac:spMkLst>
        </pc:spChg>
        <pc:spChg chg="del mod">
          <ac:chgData name="Harley Wijeyaratne" userId="d52f8215faed5781" providerId="LiveId" clId="{6793C514-E353-8C46-9847-D66659FD37D3}" dt="2023-05-23T14:43:27.068" v="4948" actId="478"/>
          <ac:spMkLst>
            <pc:docMk/>
            <pc:sldMk cId="2857505401" sldId="1178"/>
            <ac:spMk id="6" creationId="{BA64492D-B30D-521F-7A81-726C0358AF1D}"/>
          </ac:spMkLst>
        </pc:spChg>
        <pc:spChg chg="add mod">
          <ac:chgData name="Harley Wijeyaratne" userId="d52f8215faed5781" providerId="LiveId" clId="{6793C514-E353-8C46-9847-D66659FD37D3}" dt="2023-05-23T14:51:51.815" v="5068" actId="1076"/>
          <ac:spMkLst>
            <pc:docMk/>
            <pc:sldMk cId="2857505401" sldId="1178"/>
            <ac:spMk id="27" creationId="{1025B448-9E7B-6012-93E0-641E06F4EEE4}"/>
          </ac:spMkLst>
        </pc:spChg>
        <pc:spChg chg="mod">
          <ac:chgData name="Harley Wijeyaratne" userId="d52f8215faed5781" providerId="LiveId" clId="{6793C514-E353-8C46-9847-D66659FD37D3}" dt="2023-05-23T14:51:35.616" v="5064" actId="1076"/>
          <ac:spMkLst>
            <pc:docMk/>
            <pc:sldMk cId="2857505401" sldId="1178"/>
            <ac:spMk id="34" creationId="{46B1A724-FA91-8D83-D963-A6EC1DBCC164}"/>
          </ac:spMkLst>
        </pc:spChg>
        <pc:spChg chg="mod">
          <ac:chgData name="Harley Wijeyaratne" userId="d52f8215faed5781" providerId="LiveId" clId="{6793C514-E353-8C46-9847-D66659FD37D3}" dt="2023-05-23T14:51:31.440" v="5063" actId="1076"/>
          <ac:spMkLst>
            <pc:docMk/>
            <pc:sldMk cId="2857505401" sldId="1178"/>
            <ac:spMk id="35" creationId="{992EF88C-A416-81B6-A1F7-64C5D75C91B0}"/>
          </ac:spMkLst>
        </pc:spChg>
        <pc:spChg chg="mod">
          <ac:chgData name="Harley Wijeyaratne" userId="d52f8215faed5781" providerId="LiveId" clId="{6793C514-E353-8C46-9847-D66659FD37D3}" dt="2023-05-23T14:51:22.466" v="5062" actId="1076"/>
          <ac:spMkLst>
            <pc:docMk/>
            <pc:sldMk cId="2857505401" sldId="1178"/>
            <ac:spMk id="38" creationId="{E25CD8EB-50AA-E1D3-9358-EBE30335BA33}"/>
          </ac:spMkLst>
        </pc:spChg>
        <pc:spChg chg="add del mod">
          <ac:chgData name="Harley Wijeyaratne" userId="d52f8215faed5781" providerId="LiveId" clId="{6793C514-E353-8C46-9847-D66659FD37D3}" dt="2023-05-23T14:50:20.385" v="5050" actId="478"/>
          <ac:spMkLst>
            <pc:docMk/>
            <pc:sldMk cId="2857505401" sldId="1178"/>
            <ac:spMk id="43" creationId="{7602B963-9216-FFDF-6AE7-2403B41115B1}"/>
          </ac:spMkLst>
        </pc:spChg>
        <pc:graphicFrameChg chg="add mod">
          <ac:chgData name="Harley Wijeyaratne" userId="d52f8215faed5781" providerId="LiveId" clId="{6793C514-E353-8C46-9847-D66659FD37D3}" dt="2023-05-23T14:51:48.851" v="5067" actId="1076"/>
          <ac:graphicFrameMkLst>
            <pc:docMk/>
            <pc:sldMk cId="2857505401" sldId="1178"/>
            <ac:graphicFrameMk id="4" creationId="{F5AD1CFB-B650-614B-A747-C159F34AA626}"/>
          </ac:graphicFrameMkLst>
        </pc:graphicFrameChg>
        <pc:graphicFrameChg chg="add mod">
          <ac:chgData name="Harley Wijeyaratne" userId="d52f8215faed5781" providerId="LiveId" clId="{6793C514-E353-8C46-9847-D66659FD37D3}" dt="2023-05-23T14:48:54.791" v="5034" actId="1076"/>
          <ac:graphicFrameMkLst>
            <pc:docMk/>
            <pc:sldMk cId="2857505401" sldId="1178"/>
            <ac:graphicFrameMk id="28" creationId="{6732E148-6553-B34E-3DFE-AAE01AB823DA}"/>
          </ac:graphicFrameMkLst>
        </pc:graphicFrameChg>
        <pc:graphicFrameChg chg="add del mod">
          <ac:chgData name="Harley Wijeyaratne" userId="d52f8215faed5781" providerId="LiveId" clId="{6793C514-E353-8C46-9847-D66659FD37D3}" dt="2023-05-23T14:48:37.450" v="5033" actId="478"/>
          <ac:graphicFrameMkLst>
            <pc:docMk/>
            <pc:sldMk cId="2857505401" sldId="1178"/>
            <ac:graphicFrameMk id="36" creationId="{AC6AC8BA-DC68-B7C5-A455-CA2250173A8D}"/>
          </ac:graphicFrameMkLst>
        </pc:graphicFrameChg>
        <pc:picChg chg="add del mod">
          <ac:chgData name="Harley Wijeyaratne" userId="d52f8215faed5781" providerId="LiveId" clId="{6793C514-E353-8C46-9847-D66659FD37D3}" dt="2023-05-23T14:44:34.284" v="4972" actId="478"/>
          <ac:picMkLst>
            <pc:docMk/>
            <pc:sldMk cId="2857505401" sldId="1178"/>
            <ac:picMk id="18" creationId="{EE2B9BA6-84D0-9BB6-2A86-ABE5A27FEB82}"/>
          </ac:picMkLst>
        </pc:picChg>
        <pc:picChg chg="del">
          <ac:chgData name="Harley Wijeyaratne" userId="d52f8215faed5781" providerId="LiveId" clId="{6793C514-E353-8C46-9847-D66659FD37D3}" dt="2023-05-23T14:47:48.614" v="5022" actId="478"/>
          <ac:picMkLst>
            <pc:docMk/>
            <pc:sldMk cId="2857505401" sldId="1178"/>
            <ac:picMk id="19" creationId="{E23C03A5-E8A4-8C95-D8C3-F9C5D47F1940}"/>
          </ac:picMkLst>
        </pc:picChg>
        <pc:picChg chg="add del mod">
          <ac:chgData name="Harley Wijeyaratne" userId="d52f8215faed5781" providerId="LiveId" clId="{6793C514-E353-8C46-9847-D66659FD37D3}" dt="2023-05-23T14:44:52.787" v="4977" actId="478"/>
          <ac:picMkLst>
            <pc:docMk/>
            <pc:sldMk cId="2857505401" sldId="1178"/>
            <ac:picMk id="25" creationId="{21C9BD18-BCAE-E1D1-1285-B76555C35427}"/>
          </ac:picMkLst>
        </pc:picChg>
        <pc:cxnChg chg="mod">
          <ac:chgData name="Harley Wijeyaratne" userId="d52f8215faed5781" providerId="LiveId" clId="{6793C514-E353-8C46-9847-D66659FD37D3}" dt="2023-05-23T14:49:14.992" v="5037" actId="14100"/>
          <ac:cxnSpMkLst>
            <pc:docMk/>
            <pc:sldMk cId="2857505401" sldId="1178"/>
            <ac:cxnSpMk id="26" creationId="{DE672A17-F34D-E690-5667-F06205948F73}"/>
          </ac:cxnSpMkLst>
        </pc:cxnChg>
        <pc:cxnChg chg="del mod">
          <ac:chgData name="Harley Wijeyaratne" userId="d52f8215faed5781" providerId="LiveId" clId="{6793C514-E353-8C46-9847-D66659FD37D3}" dt="2023-05-23T14:49:23.410" v="5039" actId="478"/>
          <ac:cxnSpMkLst>
            <pc:docMk/>
            <pc:sldMk cId="2857505401" sldId="1178"/>
            <ac:cxnSpMk id="29" creationId="{839F9E8A-7508-FEA4-9F49-FEC6613802CE}"/>
          </ac:cxnSpMkLst>
        </pc:cxnChg>
        <pc:cxnChg chg="add mod">
          <ac:chgData name="Harley Wijeyaratne" userId="d52f8215faed5781" providerId="LiveId" clId="{6793C514-E353-8C46-9847-D66659FD37D3}" dt="2023-05-23T14:50:39.029" v="5054" actId="14100"/>
          <ac:cxnSpMkLst>
            <pc:docMk/>
            <pc:sldMk cId="2857505401" sldId="1178"/>
            <ac:cxnSpMk id="44" creationId="{1A103403-40E0-81A3-85DC-9F9178C370D4}"/>
          </ac:cxnSpMkLst>
        </pc:cxnChg>
      </pc:sldChg>
      <pc:sldChg chg="addSp delSp modSp del mod modCm">
        <pc:chgData name="Harley Wijeyaratne" userId="d52f8215faed5781" providerId="LiveId" clId="{6793C514-E353-8C46-9847-D66659FD37D3}" dt="2023-05-23T14:10:05.393" v="4144" actId="2696"/>
        <pc:sldMkLst>
          <pc:docMk/>
          <pc:sldMk cId="2029368940" sldId="1181"/>
        </pc:sldMkLst>
        <pc:graphicFrameChg chg="add del mod modGraphic">
          <ac:chgData name="Harley Wijeyaratne" userId="d52f8215faed5781" providerId="LiveId" clId="{6793C514-E353-8C46-9847-D66659FD37D3}" dt="2023-05-23T14:09:44.902" v="4141" actId="478"/>
          <ac:graphicFrameMkLst>
            <pc:docMk/>
            <pc:sldMk cId="2029368940" sldId="1181"/>
            <ac:graphicFrameMk id="2" creationId="{E466811F-FF63-BCF7-5C52-D8AFD6D6E5DC}"/>
          </ac:graphicFrameMkLst>
        </pc:graphicFrameChg>
        <pc:extLst>
          <p:ext xmlns:p="http://schemas.openxmlformats.org/presentationml/2006/main" uri="{D6D511B9-2390-475A-947B-AFAB55BFBCF1}">
            <pc226:cmChg xmlns:pc226="http://schemas.microsoft.com/office/powerpoint/2022/06/main/command" chg="mod">
              <pc226:chgData name="Harley Wijeyaratne" userId="d52f8215faed5781" providerId="LiveId" clId="{6793C514-E353-8C46-9847-D66659FD37D3}" dt="2023-05-23T14:09:44.902" v="4141" actId="478"/>
              <pc2:cmMkLst xmlns:pc2="http://schemas.microsoft.com/office/powerpoint/2019/9/main/command">
                <pc:docMk/>
                <pc:sldMk cId="2029368940" sldId="1181"/>
                <pc2:cmMk id="{7FB912B0-C118-41F5-8523-02D0B49DEAE9}"/>
              </pc2:cmMkLst>
            </pc226:cmChg>
          </p:ext>
        </pc:extLst>
      </pc:sldChg>
      <pc:sldChg chg="addSp delSp modSp mod">
        <pc:chgData name="Harley Wijeyaratne" userId="d52f8215faed5781" providerId="LiveId" clId="{6793C514-E353-8C46-9847-D66659FD37D3}" dt="2023-05-23T18:08:26.747" v="7304" actId="20577"/>
        <pc:sldMkLst>
          <pc:docMk/>
          <pc:sldMk cId="2445795124" sldId="1188"/>
        </pc:sldMkLst>
        <pc:spChg chg="del">
          <ac:chgData name="Harley Wijeyaratne" userId="d52f8215faed5781" providerId="LiveId" clId="{6793C514-E353-8C46-9847-D66659FD37D3}" dt="2023-05-23T15:36:24.023" v="5547" actId="478"/>
          <ac:spMkLst>
            <pc:docMk/>
            <pc:sldMk cId="2445795124" sldId="1188"/>
            <ac:spMk id="2" creationId="{6A0D7B79-D146-49B9-4A95-4CBD170408AD}"/>
          </ac:spMkLst>
        </pc:spChg>
        <pc:spChg chg="add mod">
          <ac:chgData name="Harley Wijeyaratne" userId="d52f8215faed5781" providerId="LiveId" clId="{6793C514-E353-8C46-9847-D66659FD37D3}" dt="2023-05-23T18:08:26.747" v="7304" actId="20577"/>
          <ac:spMkLst>
            <pc:docMk/>
            <pc:sldMk cId="2445795124" sldId="1188"/>
            <ac:spMk id="2" creationId="{BFB902B7-15DC-E827-2F7F-77C50CA94F29}"/>
          </ac:spMkLst>
        </pc:spChg>
        <pc:spChg chg="del">
          <ac:chgData name="Harley Wijeyaratne" userId="d52f8215faed5781" providerId="LiveId" clId="{6793C514-E353-8C46-9847-D66659FD37D3}" dt="2023-05-23T15:36:29.758" v="5548" actId="478"/>
          <ac:spMkLst>
            <pc:docMk/>
            <pc:sldMk cId="2445795124" sldId="1188"/>
            <ac:spMk id="4" creationId="{8AC7C513-4DA2-9AB1-27FE-36D364983F9D}"/>
          </ac:spMkLst>
        </pc:spChg>
        <pc:spChg chg="mod">
          <ac:chgData name="Harley Wijeyaratne" userId="d52f8215faed5781" providerId="LiveId" clId="{6793C514-E353-8C46-9847-D66659FD37D3}" dt="2023-05-23T15:36:57.841" v="5570" actId="1076"/>
          <ac:spMkLst>
            <pc:docMk/>
            <pc:sldMk cId="2445795124" sldId="1188"/>
            <ac:spMk id="21" creationId="{2170263F-04B6-67BD-6BFA-FD5FC2A46F8B}"/>
          </ac:spMkLst>
        </pc:spChg>
        <pc:spChg chg="mod">
          <ac:chgData name="Harley Wijeyaratne" userId="d52f8215faed5781" providerId="LiveId" clId="{6793C514-E353-8C46-9847-D66659FD37D3}" dt="2023-05-23T15:39:58.731" v="5577" actId="20577"/>
          <ac:spMkLst>
            <pc:docMk/>
            <pc:sldMk cId="2445795124" sldId="1188"/>
            <ac:spMk id="22" creationId="{49462830-D6DA-2B51-A2A2-C44538F42D0B}"/>
          </ac:spMkLst>
        </pc:spChg>
        <pc:spChg chg="mod">
          <ac:chgData name="Harley Wijeyaratne" userId="d52f8215faed5781" providerId="LiveId" clId="{6793C514-E353-8C46-9847-D66659FD37D3}" dt="2023-05-23T15:36:37.611" v="5557" actId="14100"/>
          <ac:spMkLst>
            <pc:docMk/>
            <pc:sldMk cId="2445795124" sldId="1188"/>
            <ac:spMk id="23" creationId="{CEEA02E8-8535-BEB3-E690-67B6532284C4}"/>
          </ac:spMkLst>
        </pc:spChg>
        <pc:spChg chg="mod">
          <ac:chgData name="Harley Wijeyaratne" userId="d52f8215faed5781" providerId="LiveId" clId="{6793C514-E353-8C46-9847-D66659FD37D3}" dt="2023-05-23T15:36:46.156" v="5569" actId="14100"/>
          <ac:spMkLst>
            <pc:docMk/>
            <pc:sldMk cId="2445795124" sldId="1188"/>
            <ac:spMk id="24" creationId="{0219C338-1A57-BCD2-5674-BBCA96D5C46F}"/>
          </ac:spMkLst>
        </pc:spChg>
        <pc:spChg chg="mod">
          <ac:chgData name="Harley Wijeyaratne" userId="d52f8215faed5781" providerId="LiveId" clId="{6793C514-E353-8C46-9847-D66659FD37D3}" dt="2023-05-23T15:31:34.797" v="5510" actId="1076"/>
          <ac:spMkLst>
            <pc:docMk/>
            <pc:sldMk cId="2445795124" sldId="1188"/>
            <ac:spMk id="42" creationId="{10ACAC7A-C335-13B0-616F-1768A6EE8A7E}"/>
          </ac:spMkLst>
        </pc:spChg>
        <pc:spChg chg="mod">
          <ac:chgData name="Harley Wijeyaratne" userId="d52f8215faed5781" providerId="LiveId" clId="{6793C514-E353-8C46-9847-D66659FD37D3}" dt="2023-05-23T16:31:02.028" v="5775" actId="20577"/>
          <ac:spMkLst>
            <pc:docMk/>
            <pc:sldMk cId="2445795124" sldId="1188"/>
            <ac:spMk id="43" creationId="{4AB59EDE-F5AF-B0E0-D28A-0177FF20D5F8}"/>
          </ac:spMkLst>
        </pc:spChg>
        <pc:spChg chg="mod">
          <ac:chgData name="Harley Wijeyaratne" userId="d52f8215faed5781" providerId="LiveId" clId="{6793C514-E353-8C46-9847-D66659FD37D3}" dt="2023-05-23T16:31:05.179" v="5777" actId="20577"/>
          <ac:spMkLst>
            <pc:docMk/>
            <pc:sldMk cId="2445795124" sldId="1188"/>
            <ac:spMk id="44" creationId="{0A6D0953-B5CF-4076-AE1A-D9C872C59DD7}"/>
          </ac:spMkLst>
        </pc:spChg>
        <pc:spChg chg="mod">
          <ac:chgData name="Harley Wijeyaratne" userId="d52f8215faed5781" providerId="LiveId" clId="{6793C514-E353-8C46-9847-D66659FD37D3}" dt="2023-05-23T16:30:58.462" v="5774" actId="113"/>
          <ac:spMkLst>
            <pc:docMk/>
            <pc:sldMk cId="2445795124" sldId="1188"/>
            <ac:spMk id="53" creationId="{BD19B8B8-081A-1F1D-415B-F72D343EFF60}"/>
          </ac:spMkLst>
        </pc:spChg>
        <pc:spChg chg="mod">
          <ac:chgData name="Harley Wijeyaratne" userId="d52f8215faed5781" providerId="LiveId" clId="{6793C514-E353-8C46-9847-D66659FD37D3}" dt="2023-05-23T16:30:55.233" v="5773" actId="20577"/>
          <ac:spMkLst>
            <pc:docMk/>
            <pc:sldMk cId="2445795124" sldId="1188"/>
            <ac:spMk id="54" creationId="{A305D18C-8F87-874D-3A65-33587F12A67B}"/>
          </ac:spMkLst>
        </pc:spChg>
      </pc:sldChg>
      <pc:sldChg chg="addSp delSp modSp mod ord">
        <pc:chgData name="Harley Wijeyaratne" userId="d52f8215faed5781" providerId="LiveId" clId="{6793C514-E353-8C46-9847-D66659FD37D3}" dt="2023-05-23T14:42:22.600" v="4937" actId="478"/>
        <pc:sldMkLst>
          <pc:docMk/>
          <pc:sldMk cId="1734238477" sldId="1189"/>
        </pc:sldMkLst>
        <pc:spChg chg="add del mod">
          <ac:chgData name="Harley Wijeyaratne" userId="d52f8215faed5781" providerId="LiveId" clId="{6793C514-E353-8C46-9847-D66659FD37D3}" dt="2023-05-23T14:22:32.341" v="4687" actId="478"/>
          <ac:spMkLst>
            <pc:docMk/>
            <pc:sldMk cId="1734238477" sldId="1189"/>
            <ac:spMk id="7" creationId="{7E94E103-117F-8870-7BD0-99FA4841A576}"/>
          </ac:spMkLst>
        </pc:spChg>
        <pc:spChg chg="add del mod">
          <ac:chgData name="Harley Wijeyaratne" userId="d52f8215faed5781" providerId="LiveId" clId="{6793C514-E353-8C46-9847-D66659FD37D3}" dt="2023-05-23T14:22:26.641" v="4683" actId="478"/>
          <ac:spMkLst>
            <pc:docMk/>
            <pc:sldMk cId="1734238477" sldId="1189"/>
            <ac:spMk id="8" creationId="{D3D1FF9C-6395-D595-D1C0-DC4509EA205C}"/>
          </ac:spMkLst>
        </pc:spChg>
        <pc:spChg chg="add del mod">
          <ac:chgData name="Harley Wijeyaratne" userId="d52f8215faed5781" providerId="LiveId" clId="{6793C514-E353-8C46-9847-D66659FD37D3}" dt="2023-05-23T14:42:22.600" v="4937" actId="478"/>
          <ac:spMkLst>
            <pc:docMk/>
            <pc:sldMk cId="1734238477" sldId="1189"/>
            <ac:spMk id="10" creationId="{AF77BA09-5553-0CE6-31A2-C56FAE72BFC9}"/>
          </ac:spMkLst>
        </pc:spChg>
        <pc:spChg chg="mod">
          <ac:chgData name="Harley Wijeyaratne" userId="d52f8215faed5781" providerId="LiveId" clId="{6793C514-E353-8C46-9847-D66659FD37D3}" dt="2023-05-23T14:10:23.046" v="4149" actId="207"/>
          <ac:spMkLst>
            <pc:docMk/>
            <pc:sldMk cId="1734238477" sldId="1189"/>
            <ac:spMk id="17" creationId="{B2C54276-F9FB-108A-DF8E-BFFAA41844FA}"/>
          </ac:spMkLst>
        </pc:spChg>
        <pc:graphicFrameChg chg="mod modGraphic">
          <ac:chgData name="Harley Wijeyaratne" userId="d52f8215faed5781" providerId="LiveId" clId="{6793C514-E353-8C46-9847-D66659FD37D3}" dt="2023-05-23T14:26:17.935" v="4735" actId="20577"/>
          <ac:graphicFrameMkLst>
            <pc:docMk/>
            <pc:sldMk cId="1734238477" sldId="1189"/>
            <ac:graphicFrameMk id="20" creationId="{BB37D4B3-541C-5260-73C0-E94E305BDA71}"/>
          </ac:graphicFrameMkLst>
        </pc:graphicFrameChg>
        <pc:picChg chg="add del mod">
          <ac:chgData name="Harley Wijeyaratne" userId="d52f8215faed5781" providerId="LiveId" clId="{6793C514-E353-8C46-9847-D66659FD37D3}" dt="2023-05-23T14:22:29.719" v="4686" actId="478"/>
          <ac:picMkLst>
            <pc:docMk/>
            <pc:sldMk cId="1734238477" sldId="1189"/>
            <ac:picMk id="2" creationId="{C6F7545B-0B5C-0AFF-C3CE-8E90AC9C6289}"/>
          </ac:picMkLst>
        </pc:picChg>
        <pc:picChg chg="add del mod">
          <ac:chgData name="Harley Wijeyaratne" userId="d52f8215faed5781" providerId="LiveId" clId="{6793C514-E353-8C46-9847-D66659FD37D3}" dt="2023-05-23T14:22:28.855" v="4685" actId="478"/>
          <ac:picMkLst>
            <pc:docMk/>
            <pc:sldMk cId="1734238477" sldId="1189"/>
            <ac:picMk id="3" creationId="{B6C10B50-BAB6-A5A9-1C51-34668F4B4099}"/>
          </ac:picMkLst>
        </pc:picChg>
        <pc:picChg chg="add del mod">
          <ac:chgData name="Harley Wijeyaratne" userId="d52f8215faed5781" providerId="LiveId" clId="{6793C514-E353-8C46-9847-D66659FD37D3}" dt="2023-05-23T14:22:27.990" v="4684" actId="478"/>
          <ac:picMkLst>
            <pc:docMk/>
            <pc:sldMk cId="1734238477" sldId="1189"/>
            <ac:picMk id="6" creationId="{DFBA1BFB-7AF1-9578-468B-49CF93DA9EC9}"/>
          </ac:picMkLst>
        </pc:picChg>
      </pc:sldChg>
      <pc:sldChg chg="addSp delSp modSp mod">
        <pc:chgData name="Harley Wijeyaratne" userId="d52f8215faed5781" providerId="LiveId" clId="{6793C514-E353-8C46-9847-D66659FD37D3}" dt="2023-05-23T14:32:52.823" v="4829" actId="1076"/>
        <pc:sldMkLst>
          <pc:docMk/>
          <pc:sldMk cId="217566027" sldId="1193"/>
        </pc:sldMkLst>
        <pc:spChg chg="del">
          <ac:chgData name="Harley Wijeyaratne" userId="d52f8215faed5781" providerId="LiveId" clId="{6793C514-E353-8C46-9847-D66659FD37D3}" dt="2023-05-23T14:32:44.997" v="4827" actId="478"/>
          <ac:spMkLst>
            <pc:docMk/>
            <pc:sldMk cId="217566027" sldId="1193"/>
            <ac:spMk id="5" creationId="{8934195C-193E-EBA3-E1B0-827AE089C8AB}"/>
          </ac:spMkLst>
        </pc:spChg>
        <pc:spChg chg="del mod">
          <ac:chgData name="Harley Wijeyaratne" userId="d52f8215faed5781" providerId="LiveId" clId="{6793C514-E353-8C46-9847-D66659FD37D3}" dt="2023-05-23T14:32:43.534" v="4826" actId="478"/>
          <ac:spMkLst>
            <pc:docMk/>
            <pc:sldMk cId="217566027" sldId="1193"/>
            <ac:spMk id="7" creationId="{EBC910D1-276C-9F57-4D73-AE8054CC13D9}"/>
          </ac:spMkLst>
        </pc:spChg>
        <pc:spChg chg="add mod">
          <ac:chgData name="Harley Wijeyaratne" userId="d52f8215faed5781" providerId="LiveId" clId="{6793C514-E353-8C46-9847-D66659FD37D3}" dt="2023-05-23T14:32:48.924" v="4828" actId="1076"/>
          <ac:spMkLst>
            <pc:docMk/>
            <pc:sldMk cId="217566027" sldId="1193"/>
            <ac:spMk id="17" creationId="{10503C1A-E368-945C-0455-32AFCDE3AE13}"/>
          </ac:spMkLst>
        </pc:spChg>
        <pc:spChg chg="add mod">
          <ac:chgData name="Harley Wijeyaratne" userId="d52f8215faed5781" providerId="LiveId" clId="{6793C514-E353-8C46-9847-D66659FD37D3}" dt="2023-05-23T14:32:52.823" v="4829" actId="1076"/>
          <ac:spMkLst>
            <pc:docMk/>
            <pc:sldMk cId="217566027" sldId="1193"/>
            <ac:spMk id="18" creationId="{1233E945-E64E-70EC-3966-59E285F040AB}"/>
          </ac:spMkLst>
        </pc:spChg>
        <pc:spChg chg="mod">
          <ac:chgData name="Harley Wijeyaratne" userId="d52f8215faed5781" providerId="LiveId" clId="{6793C514-E353-8C46-9847-D66659FD37D3}" dt="2023-05-23T14:31:50.960" v="4812" actId="20577"/>
          <ac:spMkLst>
            <pc:docMk/>
            <pc:sldMk cId="217566027" sldId="1193"/>
            <ac:spMk id="19" creationId="{6C9E0132-E071-4972-E0A2-E8467135C779}"/>
          </ac:spMkLst>
        </pc:spChg>
        <pc:spChg chg="mod">
          <ac:chgData name="Harley Wijeyaratne" userId="d52f8215faed5781" providerId="LiveId" clId="{6793C514-E353-8C46-9847-D66659FD37D3}" dt="2023-05-23T14:31:46.112" v="4808" actId="20577"/>
          <ac:spMkLst>
            <pc:docMk/>
            <pc:sldMk cId="217566027" sldId="1193"/>
            <ac:spMk id="20" creationId="{EEF777F5-F6BE-141B-0EB9-597CB24C8A58}"/>
          </ac:spMkLst>
        </pc:spChg>
        <pc:cxnChg chg="add mod">
          <ac:chgData name="Harley Wijeyaratne" userId="d52f8215faed5781" providerId="LiveId" clId="{6793C514-E353-8C46-9847-D66659FD37D3}" dt="2023-05-23T14:30:15.195" v="4774" actId="1076"/>
          <ac:cxnSpMkLst>
            <pc:docMk/>
            <pc:sldMk cId="217566027" sldId="1193"/>
            <ac:cxnSpMk id="2" creationId="{5D1E18A6-F96D-560C-283A-117E2B61FA8F}"/>
          </ac:cxnSpMkLst>
        </pc:cxnChg>
        <pc:cxnChg chg="add mod">
          <ac:chgData name="Harley Wijeyaratne" userId="d52f8215faed5781" providerId="LiveId" clId="{6793C514-E353-8C46-9847-D66659FD37D3}" dt="2023-05-23T14:32:31.223" v="4823" actId="1076"/>
          <ac:cxnSpMkLst>
            <pc:docMk/>
            <pc:sldMk cId="217566027" sldId="1193"/>
            <ac:cxnSpMk id="22" creationId="{2DFA8E6F-3821-5506-56F2-8E984D5F80FB}"/>
          </ac:cxnSpMkLst>
        </pc:cxnChg>
      </pc:sldChg>
      <pc:sldChg chg="addSp delSp modSp mod">
        <pc:chgData name="Harley Wijeyaratne" userId="d52f8215faed5781" providerId="LiveId" clId="{6793C514-E353-8C46-9847-D66659FD37D3}" dt="2023-05-23T17:45:57.111" v="7276"/>
        <pc:sldMkLst>
          <pc:docMk/>
          <pc:sldMk cId="2468828793" sldId="1194"/>
        </pc:sldMkLst>
        <pc:spChg chg="del mod">
          <ac:chgData name="Harley Wijeyaratne" userId="d52f8215faed5781" providerId="LiveId" clId="{6793C514-E353-8C46-9847-D66659FD37D3}" dt="2023-05-23T17:23:45.638" v="7096" actId="478"/>
          <ac:spMkLst>
            <pc:docMk/>
            <pc:sldMk cId="2468828793" sldId="1194"/>
            <ac:spMk id="4" creationId="{AB5EFB00-423F-DDBC-89A5-2D47A3B5A53F}"/>
          </ac:spMkLst>
        </pc:spChg>
        <pc:spChg chg="mod">
          <ac:chgData name="Harley Wijeyaratne" userId="d52f8215faed5781" providerId="LiveId" clId="{6793C514-E353-8C46-9847-D66659FD37D3}" dt="2023-05-23T17:28:20.403" v="7117" actId="20577"/>
          <ac:spMkLst>
            <pc:docMk/>
            <pc:sldMk cId="2468828793" sldId="1194"/>
            <ac:spMk id="13" creationId="{F61FC415-B18A-741A-270E-F3B411A840E2}"/>
          </ac:spMkLst>
        </pc:spChg>
        <pc:graphicFrameChg chg="add del mod">
          <ac:chgData name="Harley Wijeyaratne" userId="d52f8215faed5781" providerId="LiveId" clId="{6793C514-E353-8C46-9847-D66659FD37D3}" dt="2023-05-23T17:09:17.441" v="6608" actId="478"/>
          <ac:graphicFrameMkLst>
            <pc:docMk/>
            <pc:sldMk cId="2468828793" sldId="1194"/>
            <ac:graphicFrameMk id="5" creationId="{F4C0194A-7AF1-1850-03A5-120A846D7B82}"/>
          </ac:graphicFrameMkLst>
        </pc:graphicFrameChg>
        <pc:graphicFrameChg chg="del modGraphic">
          <ac:chgData name="Harley Wijeyaratne" userId="d52f8215faed5781" providerId="LiveId" clId="{6793C514-E353-8C46-9847-D66659FD37D3}" dt="2023-05-23T17:44:48.737" v="7259" actId="478"/>
          <ac:graphicFrameMkLst>
            <pc:docMk/>
            <pc:sldMk cId="2468828793" sldId="1194"/>
            <ac:graphicFrameMk id="9" creationId="{9753F1B0-E695-F0B7-EF80-1B67E8C0E0AA}"/>
          </ac:graphicFrameMkLst>
        </pc:graphicFrameChg>
        <pc:graphicFrameChg chg="add mod modGraphic">
          <ac:chgData name="Harley Wijeyaratne" userId="d52f8215faed5781" providerId="LiveId" clId="{6793C514-E353-8C46-9847-D66659FD37D3}" dt="2023-05-23T17:10:21.311" v="6627" actId="14100"/>
          <ac:graphicFrameMkLst>
            <pc:docMk/>
            <pc:sldMk cId="2468828793" sldId="1194"/>
            <ac:graphicFrameMk id="15" creationId="{A3126A4F-6034-FCB9-A5B0-A5E997ECA493}"/>
          </ac:graphicFrameMkLst>
        </pc:graphicFrameChg>
        <pc:graphicFrameChg chg="add del mod modGraphic">
          <ac:chgData name="Harley Wijeyaratne" userId="d52f8215faed5781" providerId="LiveId" clId="{6793C514-E353-8C46-9847-D66659FD37D3}" dt="2023-05-23T17:21:24.822" v="7060" actId="478"/>
          <ac:graphicFrameMkLst>
            <pc:docMk/>
            <pc:sldMk cId="2468828793" sldId="1194"/>
            <ac:graphicFrameMk id="18" creationId="{2EE9240A-D0BA-9FD5-2F32-885533D59A66}"/>
          </ac:graphicFrameMkLst>
        </pc:graphicFrameChg>
        <pc:graphicFrameChg chg="add del mod modGraphic">
          <ac:chgData name="Harley Wijeyaratne" userId="d52f8215faed5781" providerId="LiveId" clId="{6793C514-E353-8C46-9847-D66659FD37D3}" dt="2023-05-23T17:16:11.928" v="6720" actId="478"/>
          <ac:graphicFrameMkLst>
            <pc:docMk/>
            <pc:sldMk cId="2468828793" sldId="1194"/>
            <ac:graphicFrameMk id="21" creationId="{DD2AADFB-6582-F707-0A5B-BEAB7CAFFC5D}"/>
          </ac:graphicFrameMkLst>
        </pc:graphicFrameChg>
        <pc:graphicFrameChg chg="add del mod modGraphic">
          <ac:chgData name="Harley Wijeyaratne" userId="d52f8215faed5781" providerId="LiveId" clId="{6793C514-E353-8C46-9847-D66659FD37D3}" dt="2023-05-23T17:33:10.081" v="7143" actId="1076"/>
          <ac:graphicFrameMkLst>
            <pc:docMk/>
            <pc:sldMk cId="2468828793" sldId="1194"/>
            <ac:graphicFrameMk id="22" creationId="{D0BBC3DE-D024-8B3E-DE47-8D302C055B7C}"/>
          </ac:graphicFrameMkLst>
        </pc:graphicFrameChg>
        <pc:graphicFrameChg chg="add mod modGraphic">
          <ac:chgData name="Harley Wijeyaratne" userId="d52f8215faed5781" providerId="LiveId" clId="{6793C514-E353-8C46-9847-D66659FD37D3}" dt="2023-05-23T17:32:56.462" v="7140" actId="1076"/>
          <ac:graphicFrameMkLst>
            <pc:docMk/>
            <pc:sldMk cId="2468828793" sldId="1194"/>
            <ac:graphicFrameMk id="23" creationId="{4DE61E3C-434D-7E26-0E82-D4DA53362B57}"/>
          </ac:graphicFrameMkLst>
        </pc:graphicFrameChg>
        <pc:graphicFrameChg chg="del mod">
          <ac:chgData name="Harley Wijeyaratne" userId="d52f8215faed5781" providerId="LiveId" clId="{6793C514-E353-8C46-9847-D66659FD37D3}" dt="2023-05-23T17:44:47.370" v="7258" actId="478"/>
          <ac:graphicFrameMkLst>
            <pc:docMk/>
            <pc:sldMk cId="2468828793" sldId="1194"/>
            <ac:graphicFrameMk id="24" creationId="{19AFCC90-E71A-3EBD-070D-FF6D79DE5AD4}"/>
          </ac:graphicFrameMkLst>
        </pc:graphicFrameChg>
        <pc:graphicFrameChg chg="add mod">
          <ac:chgData name="Harley Wijeyaratne" userId="d52f8215faed5781" providerId="LiveId" clId="{6793C514-E353-8C46-9847-D66659FD37D3}" dt="2023-05-23T17:33:17.637" v="7144" actId="1076"/>
          <ac:graphicFrameMkLst>
            <pc:docMk/>
            <pc:sldMk cId="2468828793" sldId="1194"/>
            <ac:graphicFrameMk id="25" creationId="{23B2A817-99F9-8EFB-6C14-9D4A09A0B741}"/>
          </ac:graphicFrameMkLst>
        </pc:graphicFrameChg>
        <pc:graphicFrameChg chg="add mod modGraphic">
          <ac:chgData name="Harley Wijeyaratne" userId="d52f8215faed5781" providerId="LiveId" clId="{6793C514-E353-8C46-9847-D66659FD37D3}" dt="2023-05-23T17:45:57.111" v="7276"/>
          <ac:graphicFrameMkLst>
            <pc:docMk/>
            <pc:sldMk cId="2468828793" sldId="1194"/>
            <ac:graphicFrameMk id="26" creationId="{2D73D7F5-4B5B-4A6C-8170-C06C84CDAC26}"/>
          </ac:graphicFrameMkLst>
        </pc:graphicFrameChg>
        <pc:picChg chg="mod">
          <ac:chgData name="Harley Wijeyaratne" userId="d52f8215faed5781" providerId="LiveId" clId="{6793C514-E353-8C46-9847-D66659FD37D3}" dt="2023-05-23T17:29:01.546" v="7120" actId="1076"/>
          <ac:picMkLst>
            <pc:docMk/>
            <pc:sldMk cId="2468828793" sldId="1194"/>
            <ac:picMk id="7" creationId="{50ACC56A-35BF-FC20-1803-778AA7D0E4B0}"/>
          </ac:picMkLst>
        </pc:picChg>
      </pc:sldChg>
      <pc:sldChg chg="delSp modSp mod">
        <pc:chgData name="Harley Wijeyaratne" userId="d52f8215faed5781" providerId="LiveId" clId="{6793C514-E353-8C46-9847-D66659FD37D3}" dt="2023-05-23T14:53:03.335" v="5072" actId="478"/>
        <pc:sldMkLst>
          <pc:docMk/>
          <pc:sldMk cId="1306931824" sldId="1195"/>
        </pc:sldMkLst>
        <pc:spChg chg="del">
          <ac:chgData name="Harley Wijeyaratne" userId="d52f8215faed5781" providerId="LiveId" clId="{6793C514-E353-8C46-9847-D66659FD37D3}" dt="2023-05-23T14:53:01.636" v="5071" actId="478"/>
          <ac:spMkLst>
            <pc:docMk/>
            <pc:sldMk cId="1306931824" sldId="1195"/>
            <ac:spMk id="4" creationId="{78EDE618-3416-CEEB-CD54-CAED08DAA3FE}"/>
          </ac:spMkLst>
        </pc:spChg>
        <pc:spChg chg="del">
          <ac:chgData name="Harley Wijeyaratne" userId="d52f8215faed5781" providerId="LiveId" clId="{6793C514-E353-8C46-9847-D66659FD37D3}" dt="2023-05-23T14:52:59.067" v="5070" actId="478"/>
          <ac:spMkLst>
            <pc:docMk/>
            <pc:sldMk cId="1306931824" sldId="1195"/>
            <ac:spMk id="19" creationId="{71742600-B167-754B-53AC-B6738EB833C4}"/>
          </ac:spMkLst>
        </pc:spChg>
        <pc:spChg chg="del">
          <ac:chgData name="Harley Wijeyaratne" userId="d52f8215faed5781" providerId="LiveId" clId="{6793C514-E353-8C46-9847-D66659FD37D3}" dt="2023-05-23T14:53:03.335" v="5072" actId="478"/>
          <ac:spMkLst>
            <pc:docMk/>
            <pc:sldMk cId="1306931824" sldId="1195"/>
            <ac:spMk id="21" creationId="{B907E1F6-5C9D-6C55-BBA1-FF027776FB6C}"/>
          </ac:spMkLst>
        </pc:spChg>
        <pc:graphicFrameChg chg="del">
          <ac:chgData name="Harley Wijeyaratne" userId="d52f8215faed5781" providerId="LiveId" clId="{6793C514-E353-8C46-9847-D66659FD37D3}" dt="2023-05-23T14:52:56.858" v="5069" actId="478"/>
          <ac:graphicFrameMkLst>
            <pc:docMk/>
            <pc:sldMk cId="1306931824" sldId="1195"/>
            <ac:graphicFrameMk id="20" creationId="{05D3B3A4-485A-661D-CB80-C4B601B7F6F0}"/>
          </ac:graphicFrameMkLst>
        </pc:graphicFrameChg>
        <pc:graphicFrameChg chg="mod modGraphic">
          <ac:chgData name="Harley Wijeyaratne" userId="d52f8215faed5781" providerId="LiveId" clId="{6793C514-E353-8C46-9847-D66659FD37D3}" dt="2023-05-23T14:04:12.721" v="4087" actId="14100"/>
          <ac:graphicFrameMkLst>
            <pc:docMk/>
            <pc:sldMk cId="1306931824" sldId="1195"/>
            <ac:graphicFrameMk id="26" creationId="{006024AA-6A43-D14B-A938-388A9F8ECE85}"/>
          </ac:graphicFrameMkLst>
        </pc:graphicFrameChg>
      </pc:sldChg>
      <pc:sldChg chg="addSp delSp modSp mod">
        <pc:chgData name="Harley Wijeyaratne" userId="d52f8215faed5781" providerId="LiveId" clId="{6793C514-E353-8C46-9847-D66659FD37D3}" dt="2023-05-23T16:01:54.601" v="5604" actId="1076"/>
        <pc:sldMkLst>
          <pc:docMk/>
          <pc:sldMk cId="397033882" sldId="1196"/>
        </pc:sldMkLst>
        <pc:spChg chg="add del mod">
          <ac:chgData name="Harley Wijeyaratne" userId="d52f8215faed5781" providerId="LiveId" clId="{6793C514-E353-8C46-9847-D66659FD37D3}" dt="2023-05-23T15:56:41.600" v="5588"/>
          <ac:spMkLst>
            <pc:docMk/>
            <pc:sldMk cId="397033882" sldId="1196"/>
            <ac:spMk id="4" creationId="{55A581A5-7083-0BAB-B457-264129AE4902}"/>
          </ac:spMkLst>
        </pc:spChg>
        <pc:graphicFrameChg chg="mod">
          <ac:chgData name="Harley Wijeyaratne" userId="d52f8215faed5781" providerId="LiveId" clId="{6793C514-E353-8C46-9847-D66659FD37D3}" dt="2023-05-23T16:00:49.286" v="5596" actId="1076"/>
          <ac:graphicFrameMkLst>
            <pc:docMk/>
            <pc:sldMk cId="397033882" sldId="1196"/>
            <ac:graphicFrameMk id="6" creationId="{40A552B1-4326-B4C1-0E8A-44451C90BDDE}"/>
          </ac:graphicFrameMkLst>
        </pc:graphicFrameChg>
        <pc:picChg chg="mod">
          <ac:chgData name="Harley Wijeyaratne" userId="d52f8215faed5781" providerId="LiveId" clId="{6793C514-E353-8C46-9847-D66659FD37D3}" dt="2023-05-23T16:01:54.601" v="5604" actId="1076"/>
          <ac:picMkLst>
            <pc:docMk/>
            <pc:sldMk cId="397033882" sldId="1196"/>
            <ac:picMk id="13" creationId="{13AD5768-A827-F39D-B025-5702F1B222FB}"/>
          </ac:picMkLst>
        </pc:picChg>
        <pc:picChg chg="mod">
          <ac:chgData name="Harley Wijeyaratne" userId="d52f8215faed5781" providerId="LiveId" clId="{6793C514-E353-8C46-9847-D66659FD37D3}" dt="2023-05-23T16:01:50.784" v="5603" actId="1076"/>
          <ac:picMkLst>
            <pc:docMk/>
            <pc:sldMk cId="397033882" sldId="1196"/>
            <ac:picMk id="17" creationId="{7F45D117-6086-19B9-59D5-145FBB2549CB}"/>
          </ac:picMkLst>
        </pc:picChg>
        <pc:picChg chg="mod">
          <ac:chgData name="Harley Wijeyaratne" userId="d52f8215faed5781" providerId="LiveId" clId="{6793C514-E353-8C46-9847-D66659FD37D3}" dt="2023-05-23T16:01:47.739" v="5602" actId="1076"/>
          <ac:picMkLst>
            <pc:docMk/>
            <pc:sldMk cId="397033882" sldId="1196"/>
            <ac:picMk id="19" creationId="{95CEBA56-76C1-1E54-6987-64DD747C39EA}"/>
          </ac:picMkLst>
        </pc:picChg>
        <pc:picChg chg="mod">
          <ac:chgData name="Harley Wijeyaratne" userId="d52f8215faed5781" providerId="LiveId" clId="{6793C514-E353-8C46-9847-D66659FD37D3}" dt="2023-05-23T16:01:33.818" v="5599" actId="1076"/>
          <ac:picMkLst>
            <pc:docMk/>
            <pc:sldMk cId="397033882" sldId="1196"/>
            <ac:picMk id="21" creationId="{241D697B-F250-327F-92E0-F816ECC8C616}"/>
          </ac:picMkLst>
        </pc:picChg>
        <pc:picChg chg="mod">
          <ac:chgData name="Harley Wijeyaratne" userId="d52f8215faed5781" providerId="LiveId" clId="{6793C514-E353-8C46-9847-D66659FD37D3}" dt="2023-05-23T16:01:30.168" v="5598" actId="1076"/>
          <ac:picMkLst>
            <pc:docMk/>
            <pc:sldMk cId="397033882" sldId="1196"/>
            <ac:picMk id="23" creationId="{C0B0D189-C450-0CA2-AAF0-A11735D33CA5}"/>
          </ac:picMkLst>
        </pc:picChg>
        <pc:picChg chg="mod">
          <ac:chgData name="Harley Wijeyaratne" userId="d52f8215faed5781" providerId="LiveId" clId="{6793C514-E353-8C46-9847-D66659FD37D3}" dt="2023-05-23T16:01:25.968" v="5597" actId="1076"/>
          <ac:picMkLst>
            <pc:docMk/>
            <pc:sldMk cId="397033882" sldId="1196"/>
            <ac:picMk id="25" creationId="{2CED3C62-AC49-8FC8-1150-353598233412}"/>
          </ac:picMkLst>
        </pc:picChg>
      </pc:sldChg>
      <pc:sldChg chg="modSp mod">
        <pc:chgData name="Harley Wijeyaratne" userId="d52f8215faed5781" providerId="LiveId" clId="{6793C514-E353-8C46-9847-D66659FD37D3}" dt="2023-05-23T16:00:39.282" v="5595" actId="1076"/>
        <pc:sldMkLst>
          <pc:docMk/>
          <pc:sldMk cId="1866498466" sldId="1198"/>
        </pc:sldMkLst>
        <pc:graphicFrameChg chg="mod">
          <ac:chgData name="Harley Wijeyaratne" userId="d52f8215faed5781" providerId="LiveId" clId="{6793C514-E353-8C46-9847-D66659FD37D3}" dt="2023-05-23T16:00:39.282" v="5595" actId="1076"/>
          <ac:graphicFrameMkLst>
            <pc:docMk/>
            <pc:sldMk cId="1866498466" sldId="1198"/>
            <ac:graphicFrameMk id="2" creationId="{5D8E7BA7-38A8-934A-FF9B-4B044BE585E0}"/>
          </ac:graphicFrameMkLst>
        </pc:graphicFrameChg>
      </pc:sldChg>
      <pc:sldChg chg="addSp delSp modSp mod">
        <pc:chgData name="Harley Wijeyaratne" userId="d52f8215faed5781" providerId="LiveId" clId="{6793C514-E353-8C46-9847-D66659FD37D3}" dt="2023-05-23T16:41:02.356" v="6010" actId="21"/>
        <pc:sldMkLst>
          <pc:docMk/>
          <pc:sldMk cId="3940420149" sldId="1199"/>
        </pc:sldMkLst>
        <pc:graphicFrameChg chg="mod">
          <ac:chgData name="Harley Wijeyaratne" userId="d52f8215faed5781" providerId="LiveId" clId="{6793C514-E353-8C46-9847-D66659FD37D3}" dt="2023-05-23T15:53:53.817" v="5585"/>
          <ac:graphicFrameMkLst>
            <pc:docMk/>
            <pc:sldMk cId="3940420149" sldId="1199"/>
            <ac:graphicFrameMk id="2" creationId="{5D8E7BA7-38A8-934A-FF9B-4B044BE585E0}"/>
          </ac:graphicFrameMkLst>
        </pc:graphicFrameChg>
        <pc:picChg chg="add del mod">
          <ac:chgData name="Harley Wijeyaratne" userId="d52f8215faed5781" providerId="LiveId" clId="{6793C514-E353-8C46-9847-D66659FD37D3}" dt="2023-05-23T16:41:02.356" v="6010" actId="21"/>
          <ac:picMkLst>
            <pc:docMk/>
            <pc:sldMk cId="3940420149" sldId="1199"/>
            <ac:picMk id="26" creationId="{180EF661-1CB2-03BC-38B0-665C04AF9889}"/>
          </ac:picMkLst>
        </pc:picChg>
      </pc:sldChg>
      <pc:sldChg chg="addSp delSp modSp mod">
        <pc:chgData name="Harley Wijeyaratne" userId="d52f8215faed5781" providerId="LiveId" clId="{6793C514-E353-8C46-9847-D66659FD37D3}" dt="2023-05-23T17:48:37.179" v="7291" actId="207"/>
        <pc:sldMkLst>
          <pc:docMk/>
          <pc:sldMk cId="2802494229" sldId="1200"/>
        </pc:sldMkLst>
        <pc:spChg chg="add del mod">
          <ac:chgData name="Harley Wijeyaratne" userId="d52f8215faed5781" providerId="LiveId" clId="{6793C514-E353-8C46-9847-D66659FD37D3}" dt="2023-05-23T17:36:21.198" v="7168" actId="478"/>
          <ac:spMkLst>
            <pc:docMk/>
            <pc:sldMk cId="2802494229" sldId="1200"/>
            <ac:spMk id="4" creationId="{3306DF0B-8008-68EF-4D8E-B620C39D2F25}"/>
          </ac:spMkLst>
        </pc:spChg>
        <pc:spChg chg="add mod">
          <ac:chgData name="Harley Wijeyaratne" userId="d52f8215faed5781" providerId="LiveId" clId="{6793C514-E353-8C46-9847-D66659FD37D3}" dt="2023-05-23T17:40:44.028" v="7247" actId="20577"/>
          <ac:spMkLst>
            <pc:docMk/>
            <pc:sldMk cId="2802494229" sldId="1200"/>
            <ac:spMk id="13" creationId="{9229F10B-FCA5-6AB8-126C-D34FB811BAB8}"/>
          </ac:spMkLst>
        </pc:spChg>
        <pc:spChg chg="add mod">
          <ac:chgData name="Harley Wijeyaratne" userId="d52f8215faed5781" providerId="LiveId" clId="{6793C514-E353-8C46-9847-D66659FD37D3}" dt="2023-05-23T17:41:27.923" v="7252" actId="255"/>
          <ac:spMkLst>
            <pc:docMk/>
            <pc:sldMk cId="2802494229" sldId="1200"/>
            <ac:spMk id="17" creationId="{6E72D82C-DE79-288E-9228-AFB863D3C277}"/>
          </ac:spMkLst>
        </pc:spChg>
        <pc:spChg chg="add mod">
          <ac:chgData name="Harley Wijeyaratne" userId="d52f8215faed5781" providerId="LiveId" clId="{6793C514-E353-8C46-9847-D66659FD37D3}" dt="2023-05-23T17:41:51.317" v="7255" actId="20577"/>
          <ac:spMkLst>
            <pc:docMk/>
            <pc:sldMk cId="2802494229" sldId="1200"/>
            <ac:spMk id="21" creationId="{D831CF74-ABC9-8F9F-2EFC-A71F7ABF93DE}"/>
          </ac:spMkLst>
        </pc:spChg>
        <pc:spChg chg="mod">
          <ac:chgData name="Harley Wijeyaratne" userId="d52f8215faed5781" providerId="LiveId" clId="{6793C514-E353-8C46-9847-D66659FD37D3}" dt="2023-05-23T17:48:33.877" v="7290" actId="207"/>
          <ac:spMkLst>
            <pc:docMk/>
            <pc:sldMk cId="2802494229" sldId="1200"/>
            <ac:spMk id="39" creationId="{9A60E52B-C6EE-2AA6-3D4C-835789208591}"/>
          </ac:spMkLst>
        </pc:spChg>
        <pc:spChg chg="mod">
          <ac:chgData name="Harley Wijeyaratne" userId="d52f8215faed5781" providerId="LiveId" clId="{6793C514-E353-8C46-9847-D66659FD37D3}" dt="2023-05-23T17:35:45.860" v="7164" actId="1076"/>
          <ac:spMkLst>
            <pc:docMk/>
            <pc:sldMk cId="2802494229" sldId="1200"/>
            <ac:spMk id="41" creationId="{CA895A41-E05A-9544-7003-28FD0898057D}"/>
          </ac:spMkLst>
        </pc:spChg>
        <pc:spChg chg="mod">
          <ac:chgData name="Harley Wijeyaratne" userId="d52f8215faed5781" providerId="LiveId" clId="{6793C514-E353-8C46-9847-D66659FD37D3}" dt="2023-05-23T17:35:36.692" v="7162" actId="1076"/>
          <ac:spMkLst>
            <pc:docMk/>
            <pc:sldMk cId="2802494229" sldId="1200"/>
            <ac:spMk id="42" creationId="{A0968F8A-E3AF-2CC8-9031-67C54F2D6E59}"/>
          </ac:spMkLst>
        </pc:spChg>
        <pc:spChg chg="mod">
          <ac:chgData name="Harley Wijeyaratne" userId="d52f8215faed5781" providerId="LiveId" clId="{6793C514-E353-8C46-9847-D66659FD37D3}" dt="2023-05-23T17:48:37.179" v="7291" actId="207"/>
          <ac:spMkLst>
            <pc:docMk/>
            <pc:sldMk cId="2802494229" sldId="1200"/>
            <ac:spMk id="50" creationId="{ECB3677E-C722-F2E1-F4B0-40D662B018D0}"/>
          </ac:spMkLst>
        </pc:spChg>
        <pc:graphicFrameChg chg="mod">
          <ac:chgData name="Harley Wijeyaratne" userId="d52f8215faed5781" providerId="LiveId" clId="{6793C514-E353-8C46-9847-D66659FD37D3}" dt="2023-05-23T17:34:58.813" v="7154" actId="167"/>
          <ac:graphicFrameMkLst>
            <pc:docMk/>
            <pc:sldMk cId="2802494229" sldId="1200"/>
            <ac:graphicFrameMk id="2" creationId="{15AF64CD-EA04-A9E4-C4FF-CD231C9472BC}"/>
          </ac:graphicFrameMkLst>
        </pc:graphicFrameChg>
        <pc:cxnChg chg="mod">
          <ac:chgData name="Harley Wijeyaratne" userId="d52f8215faed5781" providerId="LiveId" clId="{6793C514-E353-8C46-9847-D66659FD37D3}" dt="2023-05-23T17:35:39.645" v="7163" actId="1076"/>
          <ac:cxnSpMkLst>
            <pc:docMk/>
            <pc:sldMk cId="2802494229" sldId="1200"/>
            <ac:cxnSpMk id="6" creationId="{456205A5-DBF8-CA19-F0F0-F7533F8761C3}"/>
          </ac:cxnSpMkLst>
        </pc:cxnChg>
        <pc:cxnChg chg="mod">
          <ac:chgData name="Harley Wijeyaratne" userId="d52f8215faed5781" providerId="LiveId" clId="{6793C514-E353-8C46-9847-D66659FD37D3}" dt="2023-05-23T17:35:27.550" v="7159" actId="1076"/>
          <ac:cxnSpMkLst>
            <pc:docMk/>
            <pc:sldMk cId="2802494229" sldId="1200"/>
            <ac:cxnSpMk id="19" creationId="{B35071AF-2D37-6CCE-5128-3003E4A7FC1A}"/>
          </ac:cxnSpMkLst>
        </pc:cxnChg>
        <pc:cxnChg chg="mod">
          <ac:chgData name="Harley Wijeyaratne" userId="d52f8215faed5781" providerId="LiveId" clId="{6793C514-E353-8C46-9847-D66659FD37D3}" dt="2023-05-23T17:44:23.495" v="7256"/>
          <ac:cxnSpMkLst>
            <pc:docMk/>
            <pc:sldMk cId="2802494229" sldId="1200"/>
            <ac:cxnSpMk id="44" creationId="{1AD2545E-C32B-7E4E-99B4-8AFDE466F6CA}"/>
          </ac:cxnSpMkLst>
        </pc:cxnChg>
      </pc:sldChg>
      <pc:sldChg chg="new del">
        <pc:chgData name="Harley Wijeyaratne" userId="d52f8215faed5781" providerId="LiveId" clId="{6793C514-E353-8C46-9847-D66659FD37D3}" dt="2023-05-23T14:05:33.755" v="4097" actId="2696"/>
        <pc:sldMkLst>
          <pc:docMk/>
          <pc:sldMk cId="3227794307" sldId="1200"/>
        </pc:sldMkLst>
      </pc:sldChg>
      <pc:sldChg chg="addSp delSp modSp mod">
        <pc:chgData name="Harley Wijeyaratne" userId="d52f8215faed5781" providerId="LiveId" clId="{6793C514-E353-8C46-9847-D66659FD37D3}" dt="2023-05-23T16:55:13.610" v="6600" actId="1076"/>
        <pc:sldMkLst>
          <pc:docMk/>
          <pc:sldMk cId="2903952691" sldId="1201"/>
        </pc:sldMkLst>
        <pc:spChg chg="add del mod">
          <ac:chgData name="Harley Wijeyaratne" userId="d52f8215faed5781" providerId="LiveId" clId="{6793C514-E353-8C46-9847-D66659FD37D3}" dt="2023-05-23T16:17:20.463" v="5636" actId="478"/>
          <ac:spMkLst>
            <pc:docMk/>
            <pc:sldMk cId="2903952691" sldId="1201"/>
            <ac:spMk id="2" creationId="{D5D55FCA-4245-02F5-5583-04D100CE021F}"/>
          </ac:spMkLst>
        </pc:spChg>
        <pc:spChg chg="mod">
          <ac:chgData name="Harley Wijeyaratne" userId="d52f8215faed5781" providerId="LiveId" clId="{6793C514-E353-8C46-9847-D66659FD37D3}" dt="2023-05-23T16:31:47.597" v="5782" actId="1076"/>
          <ac:spMkLst>
            <pc:docMk/>
            <pc:sldMk cId="2903952691" sldId="1201"/>
            <ac:spMk id="4" creationId="{1FF0872D-E566-4B1C-C328-8F45BFAD8CDA}"/>
          </ac:spMkLst>
        </pc:spChg>
        <pc:spChg chg="add mod">
          <ac:chgData name="Harley Wijeyaratne" userId="d52f8215faed5781" providerId="LiveId" clId="{6793C514-E353-8C46-9847-D66659FD37D3}" dt="2023-05-23T16:31:58.163" v="5784" actId="1076"/>
          <ac:spMkLst>
            <pc:docMk/>
            <pc:sldMk cId="2903952691" sldId="1201"/>
            <ac:spMk id="5" creationId="{B15FE4B4-4E78-1EEF-12B9-CBDA0AC25C4E}"/>
          </ac:spMkLst>
        </pc:spChg>
        <pc:spChg chg="del">
          <ac:chgData name="Harley Wijeyaratne" userId="d52f8215faed5781" providerId="LiveId" clId="{6793C514-E353-8C46-9847-D66659FD37D3}" dt="2023-05-23T16:19:10.556" v="5661" actId="478"/>
          <ac:spMkLst>
            <pc:docMk/>
            <pc:sldMk cId="2903952691" sldId="1201"/>
            <ac:spMk id="6" creationId="{BDAFABF4-B7E9-E6D6-7FED-5922AF83B559}"/>
          </ac:spMkLst>
        </pc:spChg>
        <pc:spChg chg="del mod">
          <ac:chgData name="Harley Wijeyaratne" userId="d52f8215faed5781" providerId="LiveId" clId="{6793C514-E353-8C46-9847-D66659FD37D3}" dt="2023-05-23T16:18:36.176" v="5650" actId="478"/>
          <ac:spMkLst>
            <pc:docMk/>
            <pc:sldMk cId="2903952691" sldId="1201"/>
            <ac:spMk id="7" creationId="{3146CA38-0FFF-80F9-8533-5F4AB1364376}"/>
          </ac:spMkLst>
        </pc:spChg>
        <pc:spChg chg="del">
          <ac:chgData name="Harley Wijeyaratne" userId="d52f8215faed5781" providerId="LiveId" clId="{6793C514-E353-8C46-9847-D66659FD37D3}" dt="2023-05-23T16:19:18.534" v="5662" actId="478"/>
          <ac:spMkLst>
            <pc:docMk/>
            <pc:sldMk cId="2903952691" sldId="1201"/>
            <ac:spMk id="13" creationId="{7026926D-D1D7-427E-A1EC-1F76D52020F1}"/>
          </ac:spMkLst>
        </pc:spChg>
        <pc:spChg chg="add del mod">
          <ac:chgData name="Harley Wijeyaratne" userId="d52f8215faed5781" providerId="LiveId" clId="{6793C514-E353-8C46-9847-D66659FD37D3}" dt="2023-05-23T16:54:16.391" v="6597" actId="1076"/>
          <ac:spMkLst>
            <pc:docMk/>
            <pc:sldMk cId="2903952691" sldId="1201"/>
            <ac:spMk id="15" creationId="{663B45DA-D7D0-1FF1-FECA-4A228CDE371A}"/>
          </ac:spMkLst>
        </pc:spChg>
        <pc:spChg chg="mod">
          <ac:chgData name="Harley Wijeyaratne" userId="d52f8215faed5781" providerId="LiveId" clId="{6793C514-E353-8C46-9847-D66659FD37D3}" dt="2023-05-23T16:49:47.225" v="6520" actId="2711"/>
          <ac:spMkLst>
            <pc:docMk/>
            <pc:sldMk cId="2903952691" sldId="1201"/>
            <ac:spMk id="16" creationId="{469B93E7-5236-7C05-F091-3265D4029AFA}"/>
          </ac:spMkLst>
        </pc:spChg>
        <pc:spChg chg="mod">
          <ac:chgData name="Harley Wijeyaratne" userId="d52f8215faed5781" providerId="LiveId" clId="{6793C514-E353-8C46-9847-D66659FD37D3}" dt="2023-05-23T16:55:13.610" v="6600" actId="1076"/>
          <ac:spMkLst>
            <pc:docMk/>
            <pc:sldMk cId="2903952691" sldId="1201"/>
            <ac:spMk id="17" creationId="{4EE00B61-E06B-D93E-7CCF-D53492230131}"/>
          </ac:spMkLst>
        </pc:spChg>
        <pc:spChg chg="add mod">
          <ac:chgData name="Harley Wijeyaratne" userId="d52f8215faed5781" providerId="LiveId" clId="{6793C514-E353-8C46-9847-D66659FD37D3}" dt="2023-05-23T16:32:02.847" v="5786" actId="1076"/>
          <ac:spMkLst>
            <pc:docMk/>
            <pc:sldMk cId="2903952691" sldId="1201"/>
            <ac:spMk id="18" creationId="{AD8BEA60-FF8D-C1AC-F828-B0C237CCE992}"/>
          </ac:spMkLst>
        </pc:spChg>
        <pc:spChg chg="mod">
          <ac:chgData name="Harley Wijeyaratne" userId="d52f8215faed5781" providerId="LiveId" clId="{6793C514-E353-8C46-9847-D66659FD37D3}" dt="2023-05-23T16:52:05.591" v="6543" actId="1076"/>
          <ac:spMkLst>
            <pc:docMk/>
            <pc:sldMk cId="2903952691" sldId="1201"/>
            <ac:spMk id="22" creationId="{A6A0B60A-7C5A-64E4-2B8A-C8156BBCB1EA}"/>
          </ac:spMkLst>
        </pc:spChg>
        <pc:spChg chg="mod">
          <ac:chgData name="Harley Wijeyaratne" userId="d52f8215faed5781" providerId="LiveId" clId="{6793C514-E353-8C46-9847-D66659FD37D3}" dt="2023-05-23T16:32:47.961" v="5792" actId="207"/>
          <ac:spMkLst>
            <pc:docMk/>
            <pc:sldMk cId="2903952691" sldId="1201"/>
            <ac:spMk id="23" creationId="{B28E5ED6-4485-DE26-9CFA-A2B2D764E0F0}"/>
          </ac:spMkLst>
        </pc:spChg>
        <pc:spChg chg="mod">
          <ac:chgData name="Harley Wijeyaratne" userId="d52f8215faed5781" providerId="LiveId" clId="{6793C514-E353-8C46-9847-D66659FD37D3}" dt="2023-05-23T16:32:51.450" v="5793" actId="207"/>
          <ac:spMkLst>
            <pc:docMk/>
            <pc:sldMk cId="2903952691" sldId="1201"/>
            <ac:spMk id="24" creationId="{4B460717-8ED5-2F06-6E84-7DA548696B87}"/>
          </ac:spMkLst>
        </pc:spChg>
        <pc:spChg chg="mod">
          <ac:chgData name="Harley Wijeyaratne" userId="d52f8215faed5781" providerId="LiveId" clId="{6793C514-E353-8C46-9847-D66659FD37D3}" dt="2023-05-23T16:32:54.467" v="5794" actId="207"/>
          <ac:spMkLst>
            <pc:docMk/>
            <pc:sldMk cId="2903952691" sldId="1201"/>
            <ac:spMk id="25" creationId="{2CA272B1-6E50-8BBD-C21B-C57D10002E96}"/>
          </ac:spMkLst>
        </pc:spChg>
        <pc:spChg chg="del">
          <ac:chgData name="Harley Wijeyaratne" userId="d52f8215faed5781" providerId="LiveId" clId="{6793C514-E353-8C46-9847-D66659FD37D3}" dt="2023-05-23T16:19:42.015" v="5663" actId="478"/>
          <ac:spMkLst>
            <pc:docMk/>
            <pc:sldMk cId="2903952691" sldId="1201"/>
            <ac:spMk id="26" creationId="{52E5BDCD-AC46-1707-7479-76A69EDFF1CA}"/>
          </ac:spMkLst>
        </pc:spChg>
        <pc:spChg chg="mod">
          <ac:chgData name="Harley Wijeyaratne" userId="d52f8215faed5781" providerId="LiveId" clId="{6793C514-E353-8C46-9847-D66659FD37D3}" dt="2023-05-23T16:53:32.608" v="6569" actId="1076"/>
          <ac:spMkLst>
            <pc:docMk/>
            <pc:sldMk cId="2903952691" sldId="1201"/>
            <ac:spMk id="27" creationId="{C1C5191E-83A7-4E5A-ED07-1133F539FD60}"/>
          </ac:spMkLst>
        </pc:spChg>
        <pc:spChg chg="add mod">
          <ac:chgData name="Harley Wijeyaratne" userId="d52f8215faed5781" providerId="LiveId" clId="{6793C514-E353-8C46-9847-D66659FD37D3}" dt="2023-05-23T16:32:12.497" v="5788" actId="1076"/>
          <ac:spMkLst>
            <pc:docMk/>
            <pc:sldMk cId="2903952691" sldId="1201"/>
            <ac:spMk id="28" creationId="{A1689725-F4B2-DA83-08D5-9B9E68F46D41}"/>
          </ac:spMkLst>
        </pc:spChg>
        <pc:spChg chg="add mod">
          <ac:chgData name="Harley Wijeyaratne" userId="d52f8215faed5781" providerId="LiveId" clId="{6793C514-E353-8C46-9847-D66659FD37D3}" dt="2023-05-23T16:32:57.518" v="5795" actId="207"/>
          <ac:spMkLst>
            <pc:docMk/>
            <pc:sldMk cId="2903952691" sldId="1201"/>
            <ac:spMk id="29" creationId="{E5A70224-37A4-6B33-17C1-9E8BF7D74001}"/>
          </ac:spMkLst>
        </pc:spChg>
        <pc:spChg chg="add del mod">
          <ac:chgData name="Harley Wijeyaratne" userId="d52f8215faed5781" providerId="LiveId" clId="{6793C514-E353-8C46-9847-D66659FD37D3}" dt="2023-05-23T16:42:15.225" v="6021" actId="478"/>
          <ac:spMkLst>
            <pc:docMk/>
            <pc:sldMk cId="2903952691" sldId="1201"/>
            <ac:spMk id="30" creationId="{E40F6611-02F1-F37D-72A6-902180B28ABD}"/>
          </ac:spMkLst>
        </pc:spChg>
        <pc:spChg chg="add del mod">
          <ac:chgData name="Harley Wijeyaratne" userId="d52f8215faed5781" providerId="LiveId" clId="{6793C514-E353-8C46-9847-D66659FD37D3}" dt="2023-05-23T16:39:41.210" v="6006" actId="478"/>
          <ac:spMkLst>
            <pc:docMk/>
            <pc:sldMk cId="2903952691" sldId="1201"/>
            <ac:spMk id="31" creationId="{DACE6146-D424-43E8-D355-2DECE9CBC958}"/>
          </ac:spMkLst>
        </pc:spChg>
        <pc:picChg chg="del mod">
          <ac:chgData name="Harley Wijeyaratne" userId="d52f8215faed5781" providerId="LiveId" clId="{6793C514-E353-8C46-9847-D66659FD37D3}" dt="2023-05-23T16:41:48.052" v="6011" actId="478"/>
          <ac:picMkLst>
            <pc:docMk/>
            <pc:sldMk cId="2903952691" sldId="1201"/>
            <ac:picMk id="36" creationId="{E82C19DB-625F-106A-8A09-EDB143B8FE15}"/>
          </ac:picMkLst>
        </pc:picChg>
        <pc:picChg chg="add mod">
          <ac:chgData name="Harley Wijeyaratne" userId="d52f8215faed5781" providerId="LiveId" clId="{6793C514-E353-8C46-9847-D66659FD37D3}" dt="2023-05-23T16:54:18.942" v="6598" actId="1076"/>
          <ac:picMkLst>
            <pc:docMk/>
            <pc:sldMk cId="2903952691" sldId="1201"/>
            <ac:picMk id="37" creationId="{ACDCA462-87EB-24C3-424F-02C5B696B932}"/>
          </ac:picMkLst>
        </pc:picChg>
        <pc:picChg chg="add mod">
          <ac:chgData name="Harley Wijeyaratne" userId="d52f8215faed5781" providerId="LiveId" clId="{6793C514-E353-8C46-9847-D66659FD37D3}" dt="2023-05-23T16:54:21.562" v="6599" actId="1076"/>
          <ac:picMkLst>
            <pc:docMk/>
            <pc:sldMk cId="2903952691" sldId="1201"/>
            <ac:picMk id="38" creationId="{DF2E30DB-8E53-3DDB-C9DC-E5C4CE85AED2}"/>
          </ac:picMkLst>
        </pc:picChg>
        <pc:cxnChg chg="add mod">
          <ac:chgData name="Harley Wijeyaratne" userId="d52f8215faed5781" providerId="LiveId" clId="{6793C514-E353-8C46-9847-D66659FD37D3}" dt="2023-05-23T16:31:35.815" v="5781" actId="14100"/>
          <ac:cxnSpMkLst>
            <pc:docMk/>
            <pc:sldMk cId="2903952691" sldId="1201"/>
            <ac:cxnSpMk id="32" creationId="{325F7572-F737-924E-4B56-B5F4FBBB799F}"/>
          </ac:cxnSpMkLst>
        </pc:cxnChg>
        <pc:cxnChg chg="add mod">
          <ac:chgData name="Harley Wijeyaratne" userId="d52f8215faed5781" providerId="LiveId" clId="{6793C514-E353-8C46-9847-D66659FD37D3}" dt="2023-05-23T16:42:08.694" v="6019" actId="1076"/>
          <ac:cxnSpMkLst>
            <pc:docMk/>
            <pc:sldMk cId="2903952691" sldId="1201"/>
            <ac:cxnSpMk id="35" creationId="{C9E7F1C5-68EC-8FE4-0066-1DEB7BDDB2E0}"/>
          </ac:cxnSpMkLst>
        </pc:cxnChg>
      </pc:sldChg>
      <pc:sldMasterChg chg="addSldLayout modSldLayout">
        <pc:chgData name="Harley Wijeyaratne" userId="d52f8215faed5781" providerId="LiveId" clId="{6793C514-E353-8C46-9847-D66659FD37D3}" dt="2023-05-20T09:30:08.650" v="6" actId="1076"/>
        <pc:sldMasterMkLst>
          <pc:docMk/>
          <pc:sldMasterMk cId="528399056" sldId="2147483655"/>
        </pc:sldMasterMkLst>
        <pc:sldLayoutChg chg="modSp mod">
          <pc:chgData name="Harley Wijeyaratne" userId="d52f8215faed5781" providerId="LiveId" clId="{6793C514-E353-8C46-9847-D66659FD37D3}" dt="2023-05-20T09:29:43.207" v="1" actId="1076"/>
          <pc:sldLayoutMkLst>
            <pc:docMk/>
            <pc:sldMasterMk cId="528399056" sldId="2147483655"/>
            <pc:sldLayoutMk cId="2927841172" sldId="2147483673"/>
          </pc:sldLayoutMkLst>
          <pc:spChg chg="mod">
            <ac:chgData name="Harley Wijeyaratne" userId="d52f8215faed5781" providerId="LiveId" clId="{6793C514-E353-8C46-9847-D66659FD37D3}" dt="2023-05-20T09:29:43.207" v="1" actId="1076"/>
            <ac:spMkLst>
              <pc:docMk/>
              <pc:sldMasterMk cId="528399056" sldId="2147483655"/>
              <pc:sldLayoutMk cId="2927841172" sldId="2147483673"/>
              <ac:spMk id="21" creationId="{6C147C11-BEA3-4E6C-A423-E8FD468D2118}"/>
            </ac:spMkLst>
          </pc:spChg>
        </pc:sldLayoutChg>
        <pc:sldLayoutChg chg="modSp mod">
          <pc:chgData name="Harley Wijeyaratne" userId="d52f8215faed5781" providerId="LiveId" clId="{6793C514-E353-8C46-9847-D66659FD37D3}" dt="2023-05-20T09:30:08.650" v="6" actId="1076"/>
          <pc:sldLayoutMkLst>
            <pc:docMk/>
            <pc:sldMasterMk cId="528399056" sldId="2147483655"/>
            <pc:sldLayoutMk cId="3402153840" sldId="2147483677"/>
          </pc:sldLayoutMkLst>
          <pc:spChg chg="mod">
            <ac:chgData name="Harley Wijeyaratne" userId="d52f8215faed5781" providerId="LiveId" clId="{6793C514-E353-8C46-9847-D66659FD37D3}" dt="2023-05-20T09:30:08.650" v="6" actId="1076"/>
            <ac:spMkLst>
              <pc:docMk/>
              <pc:sldMasterMk cId="528399056" sldId="2147483655"/>
              <pc:sldLayoutMk cId="3402153840" sldId="2147483677"/>
              <ac:spMk id="15" creationId="{6EDC4F91-49C2-403D-95E4-BC9EEED17803}"/>
            </ac:spMkLst>
          </pc:spChg>
        </pc:sldLayoutChg>
        <pc:sldLayoutChg chg="addSp delSp modSp new mod">
          <pc:chgData name="Harley Wijeyaratne" userId="d52f8215faed5781" providerId="LiveId" clId="{6793C514-E353-8C46-9847-D66659FD37D3}" dt="2023-05-20T09:29:53.451" v="5"/>
          <pc:sldLayoutMkLst>
            <pc:docMk/>
            <pc:sldMasterMk cId="528399056" sldId="2147483655"/>
            <pc:sldLayoutMk cId="3815180364" sldId="2147483679"/>
          </pc:sldLayoutMkLst>
          <pc:spChg chg="add del mod">
            <ac:chgData name="Harley Wijeyaratne" userId="d52f8215faed5781" providerId="LiveId" clId="{6793C514-E353-8C46-9847-D66659FD37D3}" dt="2023-05-20T09:29:53.451" v="5"/>
            <ac:spMkLst>
              <pc:docMk/>
              <pc:sldMasterMk cId="528399056" sldId="2147483655"/>
              <pc:sldLayoutMk cId="3815180364" sldId="2147483679"/>
              <ac:spMk id="4" creationId="{95C0BB73-567F-841D-5DF1-581B93FC0C6A}"/>
            </ac:spMkLst>
          </pc:spChg>
        </pc:sldLayoutChg>
      </pc:sldMasterChg>
    </pc:docChg>
  </pc:docChgLst>
  <pc:docChgLst>
    <pc:chgData name="Harley Wijeyaratne" userId="d52f8215faed5781" providerId="Windows Live" clId="Web-{0DEB9279-CF85-476E-B2E2-9628E63F43E8}"/>
    <pc:docChg chg="modSld">
      <pc:chgData name="Harley Wijeyaratne" userId="d52f8215faed5781" providerId="Windows Live" clId="Web-{0DEB9279-CF85-476E-B2E2-9628E63F43E8}" dt="2023-05-20T15:32:18.219" v="22" actId="20577"/>
      <pc:docMkLst>
        <pc:docMk/>
      </pc:docMkLst>
      <pc:sldChg chg="modSp">
        <pc:chgData name="Harley Wijeyaratne" userId="d52f8215faed5781" providerId="Windows Live" clId="Web-{0DEB9279-CF85-476E-B2E2-9628E63F43E8}" dt="2023-05-20T15:32:18.219" v="22" actId="20577"/>
        <pc:sldMkLst>
          <pc:docMk/>
          <pc:sldMk cId="4199843140" sldId="1145"/>
        </pc:sldMkLst>
        <pc:spChg chg="mod">
          <ac:chgData name="Harley Wijeyaratne" userId="d52f8215faed5781" providerId="Windows Live" clId="Web-{0DEB9279-CF85-476E-B2E2-9628E63F43E8}" dt="2023-05-20T15:32:18.219" v="22" actId="20577"/>
          <ac:spMkLst>
            <pc:docMk/>
            <pc:sldMk cId="4199843140" sldId="1145"/>
            <ac:spMk id="7" creationId="{42F0B3DC-26D7-C8D7-2095-150058C60ECD}"/>
          </ac:spMkLst>
        </pc:spChg>
      </pc:sldChg>
    </pc:docChg>
  </pc:docChgLst>
  <pc:docChgLst>
    <pc:chgData name="Jason Abi Chebli" userId="a0f9f5f5563fb1d0" providerId="Windows Live" clId="Web-{891734FE-597E-475F-A12C-1FF02BA25D2E}"/>
    <pc:docChg chg="modSld">
      <pc:chgData name="Jason Abi Chebli" userId="a0f9f5f5563fb1d0" providerId="Windows Live" clId="Web-{891734FE-597E-475F-A12C-1FF02BA25D2E}" dt="2023-05-23T10:00:26.257" v="3"/>
      <pc:docMkLst>
        <pc:docMk/>
      </pc:docMkLst>
      <pc:sldChg chg="addSp delSp modSp">
        <pc:chgData name="Jason Abi Chebli" userId="a0f9f5f5563fb1d0" providerId="Windows Live" clId="Web-{891734FE-597E-475F-A12C-1FF02BA25D2E}" dt="2023-05-23T10:00:26.257" v="3"/>
        <pc:sldMkLst>
          <pc:docMk/>
          <pc:sldMk cId="2468828793" sldId="1194"/>
        </pc:sldMkLst>
        <pc:picChg chg="add del mod">
          <ac:chgData name="Jason Abi Chebli" userId="a0f9f5f5563fb1d0" providerId="Windows Live" clId="Web-{891734FE-597E-475F-A12C-1FF02BA25D2E}" dt="2023-05-23T10:00:26.257" v="3"/>
          <ac:picMkLst>
            <pc:docMk/>
            <pc:sldMk cId="2468828793" sldId="1194"/>
            <ac:picMk id="5" creationId="{014EB198-82C4-7056-46E3-36FAFCF49FC3}"/>
          </ac:picMkLst>
        </pc:picChg>
      </pc:sldChg>
    </pc:docChg>
  </pc:docChgLst>
  <pc:docChgLst>
    <pc:chgData name="Joseph Ross" userId="f02a7e79df86ceb8" providerId="Windows Live" clId="Web-{09913071-E042-482A-A498-EBB45594B7D3}"/>
    <pc:docChg chg="modSld">
      <pc:chgData name="Joseph Ross" userId="f02a7e79df86ceb8" providerId="Windows Live" clId="Web-{09913071-E042-482A-A498-EBB45594B7D3}" dt="2023-05-23T07:21:35.977" v="0" actId="20577"/>
      <pc:docMkLst>
        <pc:docMk/>
      </pc:docMkLst>
      <pc:sldChg chg="modSp">
        <pc:chgData name="Joseph Ross" userId="f02a7e79df86ceb8" providerId="Windows Live" clId="Web-{09913071-E042-482A-A498-EBB45594B7D3}" dt="2023-05-23T07:21:35.977" v="0" actId="20577"/>
        <pc:sldMkLst>
          <pc:docMk/>
          <pc:sldMk cId="2468828793" sldId="1194"/>
        </pc:sldMkLst>
        <pc:spChg chg="mod">
          <ac:chgData name="Joseph Ross" userId="f02a7e79df86ceb8" providerId="Windows Live" clId="Web-{09913071-E042-482A-A498-EBB45594B7D3}" dt="2023-05-23T07:21:35.977" v="0" actId="20577"/>
          <ac:spMkLst>
            <pc:docMk/>
            <pc:sldMk cId="2468828793" sldId="1194"/>
            <ac:spMk id="3" creationId="{F487B56E-8B1E-756F-0E48-DC3488B07DFB}"/>
          </ac:spMkLst>
        </pc:spChg>
      </pc:sldChg>
    </pc:docChg>
  </pc:docChgLst>
  <pc:docChgLst>
    <pc:chgData name="Harley Wijeyaratne" userId="d52f8215faed5781" providerId="Windows Live" clId="Web-{3EF11D9F-3F9D-4A1A-A554-AAE6DB43F1F2}"/>
    <pc:docChg chg="modSld">
      <pc:chgData name="Harley Wijeyaratne" userId="d52f8215faed5781" providerId="Windows Live" clId="Web-{3EF11D9F-3F9D-4A1A-A554-AAE6DB43F1F2}" dt="2023-05-22T22:50:06.682" v="2" actId="1076"/>
      <pc:docMkLst>
        <pc:docMk/>
      </pc:docMkLst>
      <pc:sldChg chg="modSp">
        <pc:chgData name="Harley Wijeyaratne" userId="d52f8215faed5781" providerId="Windows Live" clId="Web-{3EF11D9F-3F9D-4A1A-A554-AAE6DB43F1F2}" dt="2023-05-22T22:46:35.965" v="0" actId="1076"/>
        <pc:sldMkLst>
          <pc:docMk/>
          <pc:sldMk cId="1010945764" sldId="1118"/>
        </pc:sldMkLst>
        <pc:spChg chg="mod">
          <ac:chgData name="Harley Wijeyaratne" userId="d52f8215faed5781" providerId="Windows Live" clId="Web-{3EF11D9F-3F9D-4A1A-A554-AAE6DB43F1F2}" dt="2023-05-22T22:46:35.965" v="0" actId="1076"/>
          <ac:spMkLst>
            <pc:docMk/>
            <pc:sldMk cId="1010945764" sldId="1118"/>
            <ac:spMk id="10" creationId="{5FCFF417-65F3-F0E0-6944-90DE1B663455}"/>
          </ac:spMkLst>
        </pc:spChg>
      </pc:sldChg>
      <pc:sldChg chg="modSp">
        <pc:chgData name="Harley Wijeyaratne" userId="d52f8215faed5781" providerId="Windows Live" clId="Web-{3EF11D9F-3F9D-4A1A-A554-AAE6DB43F1F2}" dt="2023-05-22T22:50:06.682" v="2" actId="1076"/>
        <pc:sldMkLst>
          <pc:docMk/>
          <pc:sldMk cId="2684757179" sldId="1173"/>
        </pc:sldMkLst>
        <pc:spChg chg="mod">
          <ac:chgData name="Harley Wijeyaratne" userId="d52f8215faed5781" providerId="Windows Live" clId="Web-{3EF11D9F-3F9D-4A1A-A554-AAE6DB43F1F2}" dt="2023-05-22T22:50:06.682" v="2" actId="1076"/>
          <ac:spMkLst>
            <pc:docMk/>
            <pc:sldMk cId="2684757179" sldId="1173"/>
            <ac:spMk id="18" creationId="{650D82AB-48EF-7F08-ACDA-9B6C658517C7}"/>
          </ac:spMkLst>
        </pc:spChg>
      </pc:sldChg>
    </pc:docChg>
  </pc:docChgLst>
  <pc:docChgLst>
    <pc:chgData name="Joseph Ross" userId="f02a7e79df86ceb8" providerId="Windows Live" clId="Web-{6F211B30-1143-4BAD-B17D-79F85274C058}"/>
    <pc:docChg chg="addSld delSld modSld sldOrd">
      <pc:chgData name="Joseph Ross" userId="f02a7e79df86ceb8" providerId="Windows Live" clId="Web-{6F211B30-1143-4BAD-B17D-79F85274C058}" dt="2023-05-23T17:48:25.114" v="5951" actId="20577"/>
      <pc:docMkLst>
        <pc:docMk/>
      </pc:docMkLst>
      <pc:sldChg chg="addSp delSp modSp">
        <pc:chgData name="Joseph Ross" userId="f02a7e79df86ceb8" providerId="Windows Live" clId="Web-{6F211B30-1143-4BAD-B17D-79F85274C058}" dt="2023-05-23T16:47:26.454" v="5455"/>
        <pc:sldMkLst>
          <pc:docMk/>
          <pc:sldMk cId="410719719" sldId="1147"/>
        </pc:sldMkLst>
        <pc:spChg chg="mod">
          <ac:chgData name="Joseph Ross" userId="f02a7e79df86ceb8" providerId="Windows Live" clId="Web-{6F211B30-1143-4BAD-B17D-79F85274C058}" dt="2023-05-23T16:22:11.540" v="4610" actId="20577"/>
          <ac:spMkLst>
            <pc:docMk/>
            <pc:sldMk cId="410719719" sldId="1147"/>
            <ac:spMk id="7" creationId="{42F0B3DC-26D7-C8D7-2095-150058C60ECD}"/>
          </ac:spMkLst>
        </pc:spChg>
        <pc:picChg chg="del">
          <ac:chgData name="Joseph Ross" userId="f02a7e79df86ceb8" providerId="Windows Live" clId="Web-{6F211B30-1143-4BAD-B17D-79F85274C058}" dt="2023-05-23T16:47:25.626" v="5454"/>
          <ac:picMkLst>
            <pc:docMk/>
            <pc:sldMk cId="410719719" sldId="1147"/>
            <ac:picMk id="9" creationId="{F3B7F211-F64C-BB04-69B2-FD86AB31CAB3}"/>
          </ac:picMkLst>
        </pc:picChg>
        <pc:picChg chg="add">
          <ac:chgData name="Joseph Ross" userId="f02a7e79df86ceb8" providerId="Windows Live" clId="Web-{6F211B30-1143-4BAD-B17D-79F85274C058}" dt="2023-05-23T16:47:26.454" v="5455"/>
          <ac:picMkLst>
            <pc:docMk/>
            <pc:sldMk cId="410719719" sldId="1147"/>
            <ac:picMk id="15" creationId="{B40ED132-3270-DD50-A482-7612FE4E5089}"/>
          </ac:picMkLst>
        </pc:picChg>
      </pc:sldChg>
      <pc:sldChg chg="mod modShow">
        <pc:chgData name="Joseph Ross" userId="f02a7e79df86ceb8" providerId="Windows Live" clId="Web-{6F211B30-1143-4BAD-B17D-79F85274C058}" dt="2023-05-23T16:58:07.398" v="5526"/>
        <pc:sldMkLst>
          <pc:docMk/>
          <pc:sldMk cId="3412354017" sldId="1159"/>
        </pc:sldMkLst>
      </pc:sldChg>
      <pc:sldChg chg="addSp delSp modSp del mod modShow">
        <pc:chgData name="Joseph Ross" userId="f02a7e79df86ceb8" providerId="Windows Live" clId="Web-{6F211B30-1143-4BAD-B17D-79F85274C058}" dt="2023-05-23T17:05:57.241" v="5561"/>
        <pc:sldMkLst>
          <pc:docMk/>
          <pc:sldMk cId="1781347348" sldId="1161"/>
        </pc:sldMkLst>
        <pc:spChg chg="del">
          <ac:chgData name="Joseph Ross" userId="f02a7e79df86ceb8" providerId="Windows Live" clId="Web-{6F211B30-1143-4BAD-B17D-79F85274C058}" dt="2023-05-23T14:47:21.784" v="2237"/>
          <ac:spMkLst>
            <pc:docMk/>
            <pc:sldMk cId="1781347348" sldId="1161"/>
            <ac:spMk id="4" creationId="{24D09679-C83A-40B3-0897-7127919BD07A}"/>
          </ac:spMkLst>
        </pc:spChg>
        <pc:spChg chg="mod">
          <ac:chgData name="Joseph Ross" userId="f02a7e79df86ceb8" providerId="Windows Live" clId="Web-{6F211B30-1143-4BAD-B17D-79F85274C058}" dt="2023-05-23T16:30:14.846" v="4975" actId="20577"/>
          <ac:spMkLst>
            <pc:docMk/>
            <pc:sldMk cId="1781347348" sldId="1161"/>
            <ac:spMk id="16" creationId="{469B93E7-5236-7C05-F091-3265D4029AFA}"/>
          </ac:spMkLst>
        </pc:spChg>
        <pc:spChg chg="mod">
          <ac:chgData name="Joseph Ross" userId="f02a7e79df86ceb8" providerId="Windows Live" clId="Web-{6F211B30-1143-4BAD-B17D-79F85274C058}" dt="2023-05-23T15:56:12.997" v="3838" actId="1076"/>
          <ac:spMkLst>
            <pc:docMk/>
            <pc:sldMk cId="1781347348" sldId="1161"/>
            <ac:spMk id="18" creationId="{4811A1D8-B6B6-E889-E8BF-EBEA3AE3E659}"/>
          </ac:spMkLst>
        </pc:spChg>
        <pc:spChg chg="mod">
          <ac:chgData name="Joseph Ross" userId="f02a7e79df86ceb8" providerId="Windows Live" clId="Web-{6F211B30-1143-4BAD-B17D-79F85274C058}" dt="2023-05-23T15:55:14.117" v="3837" actId="1076"/>
          <ac:spMkLst>
            <pc:docMk/>
            <pc:sldMk cId="1781347348" sldId="1161"/>
            <ac:spMk id="19" creationId="{609D17F3-2605-B6D5-D40C-5CE53C7EF955}"/>
          </ac:spMkLst>
        </pc:spChg>
        <pc:spChg chg="mod">
          <ac:chgData name="Joseph Ross" userId="f02a7e79df86ceb8" providerId="Windows Live" clId="Web-{6F211B30-1143-4BAD-B17D-79F85274C058}" dt="2023-05-23T15:56:23.122" v="3839" actId="1076"/>
          <ac:spMkLst>
            <pc:docMk/>
            <pc:sldMk cId="1781347348" sldId="1161"/>
            <ac:spMk id="20" creationId="{B2AAEA4B-65B1-8313-BAFC-68F3D89AFB8A}"/>
          </ac:spMkLst>
        </pc:spChg>
        <pc:spChg chg="mod">
          <ac:chgData name="Joseph Ross" userId="f02a7e79df86ceb8" providerId="Windows Live" clId="Web-{6F211B30-1143-4BAD-B17D-79F85274C058}" dt="2023-05-23T15:56:44.014" v="3841" actId="1076"/>
          <ac:spMkLst>
            <pc:docMk/>
            <pc:sldMk cId="1781347348" sldId="1161"/>
            <ac:spMk id="21" creationId="{2266FB13-FE27-A3B8-B685-692A5269AC36}"/>
          </ac:spMkLst>
        </pc:spChg>
        <pc:spChg chg="del mod">
          <ac:chgData name="Joseph Ross" userId="f02a7e79df86ceb8" providerId="Windows Live" clId="Web-{6F211B30-1143-4BAD-B17D-79F85274C058}" dt="2023-05-23T15:52:36.669" v="3813"/>
          <ac:spMkLst>
            <pc:docMk/>
            <pc:sldMk cId="1781347348" sldId="1161"/>
            <ac:spMk id="22" creationId="{AC8AD56D-D3A4-F1FA-CD6F-BCFCF32C484D}"/>
          </ac:spMkLst>
        </pc:spChg>
        <pc:spChg chg="mod">
          <ac:chgData name="Joseph Ross" userId="f02a7e79df86ceb8" providerId="Windows Live" clId="Web-{6F211B30-1143-4BAD-B17D-79F85274C058}" dt="2023-05-23T15:54:46.725" v="3829" actId="14100"/>
          <ac:spMkLst>
            <pc:docMk/>
            <pc:sldMk cId="1781347348" sldId="1161"/>
            <ac:spMk id="23" creationId="{B28E5ED6-4485-DE26-9CFA-A2B2D764E0F0}"/>
          </ac:spMkLst>
        </pc:spChg>
        <pc:spChg chg="mod">
          <ac:chgData name="Joseph Ross" userId="f02a7e79df86ceb8" providerId="Windows Live" clId="Web-{6F211B30-1143-4BAD-B17D-79F85274C058}" dt="2023-05-23T15:54:46.819" v="3833" actId="14100"/>
          <ac:spMkLst>
            <pc:docMk/>
            <pc:sldMk cId="1781347348" sldId="1161"/>
            <ac:spMk id="24" creationId="{4B460717-8ED5-2F06-6E84-7DA548696B87}"/>
          </ac:spMkLst>
        </pc:spChg>
        <pc:spChg chg="mod">
          <ac:chgData name="Joseph Ross" userId="f02a7e79df86ceb8" providerId="Windows Live" clId="Web-{6F211B30-1143-4BAD-B17D-79F85274C058}" dt="2023-05-23T15:54:46.834" v="3834" actId="14100"/>
          <ac:spMkLst>
            <pc:docMk/>
            <pc:sldMk cId="1781347348" sldId="1161"/>
            <ac:spMk id="25" creationId="{2CA272B1-6E50-8BBD-C21B-C57D10002E96}"/>
          </ac:spMkLst>
        </pc:spChg>
        <pc:spChg chg="mod">
          <ac:chgData name="Joseph Ross" userId="f02a7e79df86ceb8" providerId="Windows Live" clId="Web-{6F211B30-1143-4BAD-B17D-79F85274C058}" dt="2023-05-23T15:54:46.741" v="3830" actId="14100"/>
          <ac:spMkLst>
            <pc:docMk/>
            <pc:sldMk cId="1781347348" sldId="1161"/>
            <ac:spMk id="26" creationId="{52E5BDCD-AC46-1707-7479-76A69EDFF1CA}"/>
          </ac:spMkLst>
        </pc:spChg>
        <pc:spChg chg="del mod">
          <ac:chgData name="Joseph Ross" userId="f02a7e79df86ceb8" providerId="Windows Live" clId="Web-{6F211B30-1143-4BAD-B17D-79F85274C058}" dt="2023-05-23T15:52:36.669" v="3812"/>
          <ac:spMkLst>
            <pc:docMk/>
            <pc:sldMk cId="1781347348" sldId="1161"/>
            <ac:spMk id="27" creationId="{DAFB5193-1C0D-EAA9-DC2D-D11F144076B6}"/>
          </ac:spMkLst>
        </pc:spChg>
        <pc:spChg chg="mod">
          <ac:chgData name="Joseph Ross" userId="f02a7e79df86ceb8" providerId="Windows Live" clId="Web-{6F211B30-1143-4BAD-B17D-79F85274C058}" dt="2023-05-23T15:54:46.663" v="3826" actId="14100"/>
          <ac:spMkLst>
            <pc:docMk/>
            <pc:sldMk cId="1781347348" sldId="1161"/>
            <ac:spMk id="30" creationId="{F2302105-CDEE-1117-A3B0-95247EC41E36}"/>
          </ac:spMkLst>
        </pc:spChg>
        <pc:spChg chg="mod">
          <ac:chgData name="Joseph Ross" userId="f02a7e79df86ceb8" providerId="Windows Live" clId="Web-{6F211B30-1143-4BAD-B17D-79F85274C058}" dt="2023-05-23T15:54:46.803" v="3832" actId="14100"/>
          <ac:spMkLst>
            <pc:docMk/>
            <pc:sldMk cId="1781347348" sldId="1161"/>
            <ac:spMk id="31" creationId="{AE122126-418C-DFEB-94D5-DB502D44FEFD}"/>
          </ac:spMkLst>
        </pc:spChg>
        <pc:spChg chg="mod">
          <ac:chgData name="Joseph Ross" userId="f02a7e79df86ceb8" providerId="Windows Live" clId="Web-{6F211B30-1143-4BAD-B17D-79F85274C058}" dt="2023-05-23T15:54:46.772" v="3831" actId="14100"/>
          <ac:spMkLst>
            <pc:docMk/>
            <pc:sldMk cId="1781347348" sldId="1161"/>
            <ac:spMk id="32" creationId="{52D0F825-34B2-1204-EC93-10A44E4F8A69}"/>
          </ac:spMkLst>
        </pc:spChg>
        <pc:spChg chg="mod">
          <ac:chgData name="Joseph Ross" userId="f02a7e79df86ceb8" providerId="Windows Live" clId="Web-{6F211B30-1143-4BAD-B17D-79F85274C058}" dt="2023-05-23T15:54:46.647" v="3825" actId="14100"/>
          <ac:spMkLst>
            <pc:docMk/>
            <pc:sldMk cId="1781347348" sldId="1161"/>
            <ac:spMk id="33" creationId="{9F4FD054-A604-15AB-73F6-6ECEB5CF59D4}"/>
          </ac:spMkLst>
        </pc:spChg>
        <pc:spChg chg="del mod">
          <ac:chgData name="Joseph Ross" userId="f02a7e79df86ceb8" providerId="Windows Live" clId="Web-{6F211B30-1143-4BAD-B17D-79F85274C058}" dt="2023-05-23T15:52:36.669" v="3814"/>
          <ac:spMkLst>
            <pc:docMk/>
            <pc:sldMk cId="1781347348" sldId="1161"/>
            <ac:spMk id="34" creationId="{8B37B209-23B8-A2A5-3F44-D4C9EBCCA5E6}"/>
          </ac:spMkLst>
        </pc:spChg>
        <pc:picChg chg="add">
          <ac:chgData name="Joseph Ross" userId="f02a7e79df86ceb8" providerId="Windows Live" clId="Web-{6F211B30-1143-4BAD-B17D-79F85274C058}" dt="2023-05-23T16:46:39.764" v="5433"/>
          <ac:picMkLst>
            <pc:docMk/>
            <pc:sldMk cId="1781347348" sldId="1161"/>
            <ac:picMk id="6" creationId="{71330AA5-F6F3-B106-C62B-A27E7B441ED5}"/>
          </ac:picMkLst>
        </pc:picChg>
        <pc:picChg chg="del">
          <ac:chgData name="Joseph Ross" userId="f02a7e79df86ceb8" providerId="Windows Live" clId="Web-{6F211B30-1143-4BAD-B17D-79F85274C058}" dt="2023-05-23T16:46:39.326" v="5432"/>
          <ac:picMkLst>
            <pc:docMk/>
            <pc:sldMk cId="1781347348" sldId="1161"/>
            <ac:picMk id="9" creationId="{F3B7F211-F64C-BB04-69B2-FD86AB31CAB3}"/>
          </ac:picMkLst>
        </pc:picChg>
      </pc:sldChg>
      <pc:sldChg chg="addSp delSp modSp ord">
        <pc:chgData name="Joseph Ross" userId="f02a7e79df86ceb8" providerId="Windows Live" clId="Web-{6F211B30-1143-4BAD-B17D-79F85274C058}" dt="2023-05-23T17:00:42.017" v="5533"/>
        <pc:sldMkLst>
          <pc:docMk/>
          <pc:sldMk cId="1464227764" sldId="1164"/>
        </pc:sldMkLst>
        <pc:spChg chg="mod">
          <ac:chgData name="Joseph Ross" userId="f02a7e79df86ceb8" providerId="Windows Live" clId="Web-{6F211B30-1143-4BAD-B17D-79F85274C058}" dt="2023-05-23T16:48:44.711" v="5476" actId="20577"/>
          <ac:spMkLst>
            <pc:docMk/>
            <pc:sldMk cId="1464227764" sldId="1164"/>
            <ac:spMk id="16" creationId="{D4DEAB26-5CD2-5711-D6DC-5E5FBA71478E}"/>
          </ac:spMkLst>
        </pc:spChg>
        <pc:graphicFrameChg chg="mod modGraphic">
          <ac:chgData name="Joseph Ross" userId="f02a7e79df86ceb8" providerId="Windows Live" clId="Web-{6F211B30-1143-4BAD-B17D-79F85274C058}" dt="2023-05-23T16:49:07.884" v="5499"/>
          <ac:graphicFrameMkLst>
            <pc:docMk/>
            <pc:sldMk cId="1464227764" sldId="1164"/>
            <ac:graphicFrameMk id="25" creationId="{CE10C1A1-F064-FED4-5F36-49EA080A6ACD}"/>
          </ac:graphicFrameMkLst>
        </pc:graphicFrameChg>
        <pc:picChg chg="add">
          <ac:chgData name="Joseph Ross" userId="f02a7e79df86ceb8" providerId="Windows Live" clId="Web-{6F211B30-1143-4BAD-B17D-79F85274C058}" dt="2023-05-23T16:47:09.328" v="5445"/>
          <ac:picMkLst>
            <pc:docMk/>
            <pc:sldMk cId="1464227764" sldId="1164"/>
            <ac:picMk id="6" creationId="{4912E8B2-0B12-71B8-7B75-D52C6219569C}"/>
          </ac:picMkLst>
        </pc:picChg>
        <pc:picChg chg="del">
          <ac:chgData name="Joseph Ross" userId="f02a7e79df86ceb8" providerId="Windows Live" clId="Web-{6F211B30-1143-4BAD-B17D-79F85274C058}" dt="2023-05-23T16:47:08.562" v="5444"/>
          <ac:picMkLst>
            <pc:docMk/>
            <pc:sldMk cId="1464227764" sldId="1164"/>
            <ac:picMk id="9" creationId="{F3B7F211-F64C-BB04-69B2-FD86AB31CAB3}"/>
          </ac:picMkLst>
        </pc:picChg>
      </pc:sldChg>
      <pc:sldChg chg="addSp delSp">
        <pc:chgData name="Joseph Ross" userId="f02a7e79df86ceb8" providerId="Windows Live" clId="Web-{6F211B30-1143-4BAD-B17D-79F85274C058}" dt="2023-05-23T16:47:16.875" v="5449"/>
        <pc:sldMkLst>
          <pc:docMk/>
          <pc:sldMk cId="480855285" sldId="1167"/>
        </pc:sldMkLst>
        <pc:picChg chg="add">
          <ac:chgData name="Joseph Ross" userId="f02a7e79df86ceb8" providerId="Windows Live" clId="Web-{6F211B30-1143-4BAD-B17D-79F85274C058}" dt="2023-05-23T16:47:16.875" v="5449"/>
          <ac:picMkLst>
            <pc:docMk/>
            <pc:sldMk cId="480855285" sldId="1167"/>
            <ac:picMk id="3" creationId="{13A35A02-9388-177C-6514-567BA35C57DA}"/>
          </ac:picMkLst>
        </pc:picChg>
        <pc:picChg chg="del">
          <ac:chgData name="Joseph Ross" userId="f02a7e79df86ceb8" providerId="Windows Live" clId="Web-{6F211B30-1143-4BAD-B17D-79F85274C058}" dt="2023-05-23T16:47:16.485" v="5448"/>
          <ac:picMkLst>
            <pc:docMk/>
            <pc:sldMk cId="480855285" sldId="1167"/>
            <ac:picMk id="9" creationId="{F3B7F211-F64C-BB04-69B2-FD86AB31CAB3}"/>
          </ac:picMkLst>
        </pc:picChg>
      </pc:sldChg>
      <pc:sldChg chg="addSp delSp">
        <pc:chgData name="Joseph Ross" userId="f02a7e79df86ceb8" providerId="Windows Live" clId="Web-{6F211B30-1143-4BAD-B17D-79F85274C058}" dt="2023-05-23T16:46:50.249" v="5437"/>
        <pc:sldMkLst>
          <pc:docMk/>
          <pc:sldMk cId="934712502" sldId="1168"/>
        </pc:sldMkLst>
        <pc:picChg chg="del">
          <ac:chgData name="Joseph Ross" userId="f02a7e79df86ceb8" providerId="Windows Live" clId="Web-{6F211B30-1143-4BAD-B17D-79F85274C058}" dt="2023-05-23T16:46:49.186" v="5436"/>
          <ac:picMkLst>
            <pc:docMk/>
            <pc:sldMk cId="934712502" sldId="1168"/>
            <ac:picMk id="9" creationId="{F3B7F211-F64C-BB04-69B2-FD86AB31CAB3}"/>
          </ac:picMkLst>
        </pc:picChg>
        <pc:picChg chg="add">
          <ac:chgData name="Joseph Ross" userId="f02a7e79df86ceb8" providerId="Windows Live" clId="Web-{6F211B30-1143-4BAD-B17D-79F85274C058}" dt="2023-05-23T16:46:50.249" v="5437"/>
          <ac:picMkLst>
            <pc:docMk/>
            <pc:sldMk cId="934712502" sldId="1168"/>
            <ac:picMk id="28" creationId="{A1356DA2-6D18-A503-8AD8-5B805974A988}"/>
          </ac:picMkLst>
        </pc:picChg>
      </pc:sldChg>
      <pc:sldChg chg="addSp delSp modSp">
        <pc:chgData name="Joseph Ross" userId="f02a7e79df86ceb8" providerId="Windows Live" clId="Web-{6F211B30-1143-4BAD-B17D-79F85274C058}" dt="2023-05-23T16:47:30.470" v="5457"/>
        <pc:sldMkLst>
          <pc:docMk/>
          <pc:sldMk cId="3973152249" sldId="1170"/>
        </pc:sldMkLst>
        <pc:spChg chg="mod">
          <ac:chgData name="Joseph Ross" userId="f02a7e79df86ceb8" providerId="Windows Live" clId="Web-{6F211B30-1143-4BAD-B17D-79F85274C058}" dt="2023-05-23T16:22:45.860" v="4629" actId="20577"/>
          <ac:spMkLst>
            <pc:docMk/>
            <pc:sldMk cId="3973152249" sldId="1170"/>
            <ac:spMk id="17" creationId="{B2C54276-F9FB-108A-DF8E-BFFAA41844FA}"/>
          </ac:spMkLst>
        </pc:spChg>
        <pc:graphicFrameChg chg="modGraphic">
          <ac:chgData name="Joseph Ross" userId="f02a7e79df86ceb8" providerId="Windows Live" clId="Web-{6F211B30-1143-4BAD-B17D-79F85274C058}" dt="2023-05-23T16:22:58.986" v="4630"/>
          <ac:graphicFrameMkLst>
            <pc:docMk/>
            <pc:sldMk cId="3973152249" sldId="1170"/>
            <ac:graphicFrameMk id="3" creationId="{435176B8-4A49-1DC3-AC4F-980224F58F3E}"/>
          </ac:graphicFrameMkLst>
        </pc:graphicFrameChg>
        <pc:picChg chg="add">
          <ac:chgData name="Joseph Ross" userId="f02a7e79df86ceb8" providerId="Windows Live" clId="Web-{6F211B30-1143-4BAD-B17D-79F85274C058}" dt="2023-05-23T16:47:30.470" v="5457"/>
          <ac:picMkLst>
            <pc:docMk/>
            <pc:sldMk cId="3973152249" sldId="1170"/>
            <ac:picMk id="5" creationId="{B4B077E6-087E-6670-0483-A518B1B24E91}"/>
          </ac:picMkLst>
        </pc:picChg>
        <pc:picChg chg="del">
          <ac:chgData name="Joseph Ross" userId="f02a7e79df86ceb8" providerId="Windows Live" clId="Web-{6F211B30-1143-4BAD-B17D-79F85274C058}" dt="2023-05-23T16:47:29.720" v="5456"/>
          <ac:picMkLst>
            <pc:docMk/>
            <pc:sldMk cId="3973152249" sldId="1170"/>
            <ac:picMk id="44" creationId="{D15DFFF0-AD5D-78C6-3334-D5A50E055501}"/>
          </ac:picMkLst>
        </pc:picChg>
      </pc:sldChg>
      <pc:sldChg chg="modSp">
        <pc:chgData name="Joseph Ross" userId="f02a7e79df86ceb8" providerId="Windows Live" clId="Web-{6F211B30-1143-4BAD-B17D-79F85274C058}" dt="2023-05-23T16:32:00.728" v="5006" actId="14100"/>
        <pc:sldMkLst>
          <pc:docMk/>
          <pc:sldMk cId="2684757179" sldId="1173"/>
        </pc:sldMkLst>
        <pc:spChg chg="mod">
          <ac:chgData name="Joseph Ross" userId="f02a7e79df86ceb8" providerId="Windows Live" clId="Web-{6F211B30-1143-4BAD-B17D-79F85274C058}" dt="2023-05-23T16:31:09.959" v="4990" actId="20577"/>
          <ac:spMkLst>
            <pc:docMk/>
            <pc:sldMk cId="2684757179" sldId="1173"/>
            <ac:spMk id="6" creationId="{E0C6B965-139D-976A-7123-BE325B6B8AA4}"/>
          </ac:spMkLst>
        </pc:spChg>
        <pc:spChg chg="mod">
          <ac:chgData name="Joseph Ross" userId="f02a7e79df86ceb8" providerId="Windows Live" clId="Web-{6F211B30-1143-4BAD-B17D-79F85274C058}" dt="2023-05-23T16:32:00.728" v="5006" actId="14100"/>
          <ac:spMkLst>
            <pc:docMk/>
            <pc:sldMk cId="2684757179" sldId="1173"/>
            <ac:spMk id="17" creationId="{2D7EB057-9E32-8220-C31B-E38663CF9CFA}"/>
          </ac:spMkLst>
        </pc:spChg>
        <pc:spChg chg="mod">
          <ac:chgData name="Joseph Ross" userId="f02a7e79df86ceb8" providerId="Windows Live" clId="Web-{6F211B30-1143-4BAD-B17D-79F85274C058}" dt="2023-05-23T16:26:06.033" v="4867" actId="20577"/>
          <ac:spMkLst>
            <pc:docMk/>
            <pc:sldMk cId="2684757179" sldId="1173"/>
            <ac:spMk id="18" creationId="{650D82AB-48EF-7F08-ACDA-9B6C658517C7}"/>
          </ac:spMkLst>
        </pc:spChg>
        <pc:spChg chg="mod">
          <ac:chgData name="Joseph Ross" userId="f02a7e79df86ceb8" providerId="Windows Live" clId="Web-{6F211B30-1143-4BAD-B17D-79F85274C058}" dt="2023-05-23T16:31:33.476" v="4999" actId="20577"/>
          <ac:spMkLst>
            <pc:docMk/>
            <pc:sldMk cId="2684757179" sldId="1173"/>
            <ac:spMk id="26" creationId="{1A520945-D1C9-1553-7257-616147DB5B4A}"/>
          </ac:spMkLst>
        </pc:spChg>
        <pc:spChg chg="mod">
          <ac:chgData name="Joseph Ross" userId="f02a7e79df86ceb8" providerId="Windows Live" clId="Web-{6F211B30-1143-4BAD-B17D-79F85274C058}" dt="2023-05-23T16:30:56.083" v="4985" actId="20577"/>
          <ac:spMkLst>
            <pc:docMk/>
            <pc:sldMk cId="2684757179" sldId="1173"/>
            <ac:spMk id="43" creationId="{0F75D1E2-59C5-9A5A-825F-810D62D2850A}"/>
          </ac:spMkLst>
        </pc:spChg>
        <pc:spChg chg="mod">
          <ac:chgData name="Joseph Ross" userId="f02a7e79df86ceb8" providerId="Windows Live" clId="Web-{6F211B30-1143-4BAD-B17D-79F85274C058}" dt="2023-05-23T16:31:24.491" v="4996" actId="20577"/>
          <ac:spMkLst>
            <pc:docMk/>
            <pc:sldMk cId="2684757179" sldId="1173"/>
            <ac:spMk id="65" creationId="{3CC34D2E-2DED-CB65-7403-9EF096A3C9F9}"/>
          </ac:spMkLst>
        </pc:spChg>
      </pc:sldChg>
      <pc:sldChg chg="addSp delSp modSp">
        <pc:chgData name="Joseph Ross" userId="f02a7e79df86ceb8" providerId="Windows Live" clId="Web-{6F211B30-1143-4BAD-B17D-79F85274C058}" dt="2023-05-23T16:49:32.011" v="5511" actId="20577"/>
        <pc:sldMkLst>
          <pc:docMk/>
          <pc:sldMk cId="144985452" sldId="1175"/>
        </pc:sldMkLst>
        <pc:spChg chg="mod">
          <ac:chgData name="Joseph Ross" userId="f02a7e79df86ceb8" providerId="Windows Live" clId="Web-{6F211B30-1143-4BAD-B17D-79F85274C058}" dt="2023-05-23T16:49:32.011" v="5511" actId="20577"/>
          <ac:spMkLst>
            <pc:docMk/>
            <pc:sldMk cId="144985452" sldId="1175"/>
            <ac:spMk id="17" creationId="{B2C54276-F9FB-108A-DF8E-BFFAA41844FA}"/>
          </ac:spMkLst>
        </pc:spChg>
        <pc:graphicFrameChg chg="mod modGraphic">
          <ac:chgData name="Joseph Ross" userId="f02a7e79df86ceb8" providerId="Windows Live" clId="Web-{6F211B30-1143-4BAD-B17D-79F85274C058}" dt="2023-05-23T16:49:20.604" v="5509"/>
          <ac:graphicFrameMkLst>
            <pc:docMk/>
            <pc:sldMk cId="144985452" sldId="1175"/>
            <ac:graphicFrameMk id="2" creationId="{1A8B5163-E38F-1197-D21A-670FC79A3706}"/>
          </ac:graphicFrameMkLst>
        </pc:graphicFrameChg>
        <pc:picChg chg="add">
          <ac:chgData name="Joseph Ross" userId="f02a7e79df86ceb8" providerId="Windows Live" clId="Web-{6F211B30-1143-4BAD-B17D-79F85274C058}" dt="2023-05-23T16:47:45.190" v="5465"/>
          <ac:picMkLst>
            <pc:docMk/>
            <pc:sldMk cId="144985452" sldId="1175"/>
            <ac:picMk id="8" creationId="{B1C86986-00BC-4CCC-E1E2-EC48053ACA8E}"/>
          </ac:picMkLst>
        </pc:picChg>
        <pc:picChg chg="del">
          <ac:chgData name="Joseph Ross" userId="f02a7e79df86ceb8" providerId="Windows Live" clId="Web-{6F211B30-1143-4BAD-B17D-79F85274C058}" dt="2023-05-23T16:47:44.580" v="5464"/>
          <ac:picMkLst>
            <pc:docMk/>
            <pc:sldMk cId="144985452" sldId="1175"/>
            <ac:picMk id="44" creationId="{D15DFFF0-AD5D-78C6-3334-D5A50E055501}"/>
          </ac:picMkLst>
        </pc:picChg>
      </pc:sldChg>
      <pc:sldChg chg="addSp delSp modSp ord">
        <pc:chgData name="Joseph Ross" userId="f02a7e79df86ceb8" providerId="Windows Live" clId="Web-{6F211B30-1143-4BAD-B17D-79F85274C058}" dt="2023-05-23T17:02:17.648" v="5556"/>
        <pc:sldMkLst>
          <pc:docMk/>
          <pc:sldMk cId="2857505401" sldId="1178"/>
        </pc:sldMkLst>
        <pc:spChg chg="mod">
          <ac:chgData name="Joseph Ross" userId="f02a7e79df86ceb8" providerId="Windows Live" clId="Web-{6F211B30-1143-4BAD-B17D-79F85274C058}" dt="2023-05-23T17:02:00.413" v="5555" actId="20577"/>
          <ac:spMkLst>
            <pc:docMk/>
            <pc:sldMk cId="2857505401" sldId="1178"/>
            <ac:spMk id="2" creationId="{7B2B9C8D-7DC2-F2B5-B55E-478DF76CD705}"/>
          </ac:spMkLst>
        </pc:spChg>
        <pc:spChg chg="mod">
          <ac:chgData name="Joseph Ross" userId="f02a7e79df86ceb8" providerId="Windows Live" clId="Web-{6F211B30-1143-4BAD-B17D-79F85274C058}" dt="2023-05-23T16:30:01.626" v="4973" actId="20577"/>
          <ac:spMkLst>
            <pc:docMk/>
            <pc:sldMk cId="2857505401" sldId="1178"/>
            <ac:spMk id="16" creationId="{82B22DA5-EF8E-37F5-FC0B-251F58FE3FB4}"/>
          </ac:spMkLst>
        </pc:spChg>
        <pc:picChg chg="del">
          <ac:chgData name="Joseph Ross" userId="f02a7e79df86ceb8" providerId="Windows Live" clId="Web-{6F211B30-1143-4BAD-B17D-79F85274C058}" dt="2023-05-23T16:46:58.702" v="5440"/>
          <ac:picMkLst>
            <pc:docMk/>
            <pc:sldMk cId="2857505401" sldId="1178"/>
            <ac:picMk id="9" creationId="{F3B7F211-F64C-BB04-69B2-FD86AB31CAB3}"/>
          </ac:picMkLst>
        </pc:picChg>
        <pc:picChg chg="add">
          <ac:chgData name="Joseph Ross" userId="f02a7e79df86ceb8" providerId="Windows Live" clId="Web-{6F211B30-1143-4BAD-B17D-79F85274C058}" dt="2023-05-23T16:46:59.312" v="5441"/>
          <ac:picMkLst>
            <pc:docMk/>
            <pc:sldMk cId="2857505401" sldId="1178"/>
            <ac:picMk id="24" creationId="{7D18A265-6592-98F4-3471-B94A17B8B985}"/>
          </ac:picMkLst>
        </pc:picChg>
      </pc:sldChg>
      <pc:sldChg chg="modSp del mod modShow">
        <pc:chgData name="Joseph Ross" userId="f02a7e79df86ceb8" providerId="Windows Live" clId="Web-{6F211B30-1143-4BAD-B17D-79F85274C058}" dt="2023-05-23T17:05:44.568" v="5560"/>
        <pc:sldMkLst>
          <pc:docMk/>
          <pc:sldMk cId="2074895071" sldId="1180"/>
        </pc:sldMkLst>
        <pc:picChg chg="mod">
          <ac:chgData name="Joseph Ross" userId="f02a7e79df86ceb8" providerId="Windows Live" clId="Web-{6F211B30-1143-4BAD-B17D-79F85274C058}" dt="2023-05-23T16:46:04.793" v="5423" actId="1076"/>
          <ac:picMkLst>
            <pc:docMk/>
            <pc:sldMk cId="2074895071" sldId="1180"/>
            <ac:picMk id="9" creationId="{F3B7F211-F64C-BB04-69B2-FD86AB31CAB3}"/>
          </ac:picMkLst>
        </pc:picChg>
      </pc:sldChg>
      <pc:sldChg chg="addSp delSp modSp">
        <pc:chgData name="Joseph Ross" userId="f02a7e79df86ceb8" providerId="Windows Live" clId="Web-{6F211B30-1143-4BAD-B17D-79F85274C058}" dt="2023-05-23T16:47:33.892" v="5459"/>
        <pc:sldMkLst>
          <pc:docMk/>
          <pc:sldMk cId="604582989" sldId="1182"/>
        </pc:sldMkLst>
        <pc:spChg chg="mod">
          <ac:chgData name="Joseph Ross" userId="f02a7e79df86ceb8" providerId="Windows Live" clId="Web-{6F211B30-1143-4BAD-B17D-79F85274C058}" dt="2023-05-23T15:20:58.009" v="3479" actId="20577"/>
          <ac:spMkLst>
            <pc:docMk/>
            <pc:sldMk cId="604582989" sldId="1182"/>
            <ac:spMk id="3" creationId="{F487B56E-8B1E-756F-0E48-DC3488B07DFB}"/>
          </ac:spMkLst>
        </pc:spChg>
        <pc:spChg chg="mod">
          <ac:chgData name="Joseph Ross" userId="f02a7e79df86ceb8" providerId="Windows Live" clId="Web-{6F211B30-1143-4BAD-B17D-79F85274C058}" dt="2023-05-23T16:19:38.468" v="4562" actId="20577"/>
          <ac:spMkLst>
            <pc:docMk/>
            <pc:sldMk cId="604582989" sldId="1182"/>
            <ac:spMk id="16" creationId="{D1FF0424-7EEC-BC55-F6E0-DD99F3F79E50}"/>
          </ac:spMkLst>
        </pc:spChg>
        <pc:spChg chg="mod">
          <ac:chgData name="Joseph Ross" userId="f02a7e79df86ceb8" providerId="Windows Live" clId="Web-{6F211B30-1143-4BAD-B17D-79F85274C058}" dt="2023-05-23T16:19:11.497" v="4544" actId="1076"/>
          <ac:spMkLst>
            <pc:docMk/>
            <pc:sldMk cId="604582989" sldId="1182"/>
            <ac:spMk id="19" creationId="{6C9E0132-E071-4972-E0A2-E8467135C779}"/>
          </ac:spMkLst>
        </pc:spChg>
        <pc:spChg chg="mod">
          <ac:chgData name="Joseph Ross" userId="f02a7e79df86ceb8" providerId="Windows Live" clId="Web-{6F211B30-1143-4BAD-B17D-79F85274C058}" dt="2023-05-23T16:20:49.504" v="4574" actId="1076"/>
          <ac:spMkLst>
            <pc:docMk/>
            <pc:sldMk cId="604582989" sldId="1182"/>
            <ac:spMk id="20" creationId="{EEF777F5-F6BE-141B-0EB9-597CB24C8A58}"/>
          </ac:spMkLst>
        </pc:spChg>
        <pc:graphicFrameChg chg="modGraphic">
          <ac:chgData name="Joseph Ross" userId="f02a7e79df86ceb8" providerId="Windows Live" clId="Web-{6F211B30-1143-4BAD-B17D-79F85274C058}" dt="2023-05-23T16:18:54.825" v="4542"/>
          <ac:graphicFrameMkLst>
            <pc:docMk/>
            <pc:sldMk cId="604582989" sldId="1182"/>
            <ac:graphicFrameMk id="27" creationId="{37C14981-A436-ABF2-03A0-0DB6B7307044}"/>
          </ac:graphicFrameMkLst>
        </pc:graphicFrameChg>
        <pc:picChg chg="add">
          <ac:chgData name="Joseph Ross" userId="f02a7e79df86ceb8" providerId="Windows Live" clId="Web-{6F211B30-1143-4BAD-B17D-79F85274C058}" dt="2023-05-23T16:47:33.892" v="5459"/>
          <ac:picMkLst>
            <pc:docMk/>
            <pc:sldMk cId="604582989" sldId="1182"/>
            <ac:picMk id="5" creationId="{EA7DF6DE-FBE8-87F9-A9E4-91400587A529}"/>
          </ac:picMkLst>
        </pc:picChg>
        <pc:picChg chg="del">
          <ac:chgData name="Joseph Ross" userId="f02a7e79df86ceb8" providerId="Windows Live" clId="Web-{6F211B30-1143-4BAD-B17D-79F85274C058}" dt="2023-05-23T16:47:33.251" v="5458"/>
          <ac:picMkLst>
            <pc:docMk/>
            <pc:sldMk cId="604582989" sldId="1182"/>
            <ac:picMk id="9" creationId="{F3B7F211-F64C-BB04-69B2-FD86AB31CAB3}"/>
          </ac:picMkLst>
        </pc:picChg>
        <pc:picChg chg="mod">
          <ac:chgData name="Joseph Ross" userId="f02a7e79df86ceb8" providerId="Windows Live" clId="Web-{6F211B30-1143-4BAD-B17D-79F85274C058}" dt="2023-05-23T16:20:33.237" v="4572" actId="14100"/>
          <ac:picMkLst>
            <pc:docMk/>
            <pc:sldMk cId="604582989" sldId="1182"/>
            <ac:picMk id="32" creationId="{10AF01C3-C7AB-8DF2-C950-4CEBD160DDB7}"/>
          </ac:picMkLst>
        </pc:picChg>
      </pc:sldChg>
      <pc:sldChg chg="addSp delSp modSp">
        <pc:chgData name="Joseph Ross" userId="f02a7e79df86ceb8" providerId="Windows Live" clId="Web-{6F211B30-1143-4BAD-B17D-79F85274C058}" dt="2023-05-23T16:48:21.036" v="5470" actId="20577"/>
        <pc:sldMkLst>
          <pc:docMk/>
          <pc:sldMk cId="4090889681" sldId="1184"/>
        </pc:sldMkLst>
        <pc:spChg chg="mod">
          <ac:chgData name="Joseph Ross" userId="f02a7e79df86ceb8" providerId="Windows Live" clId="Web-{6F211B30-1143-4BAD-B17D-79F85274C058}" dt="2023-05-23T16:48:21.036" v="5470" actId="20577"/>
          <ac:spMkLst>
            <pc:docMk/>
            <pc:sldMk cId="4090889681" sldId="1184"/>
            <ac:spMk id="17" creationId="{B2C54276-F9FB-108A-DF8E-BFFAA41844FA}"/>
          </ac:spMkLst>
        </pc:spChg>
        <pc:picChg chg="add">
          <ac:chgData name="Joseph Ross" userId="f02a7e79df86ceb8" providerId="Windows Live" clId="Web-{6F211B30-1143-4BAD-B17D-79F85274C058}" dt="2023-05-23T16:47:50.377" v="5467"/>
          <ac:picMkLst>
            <pc:docMk/>
            <pc:sldMk cId="4090889681" sldId="1184"/>
            <ac:picMk id="6" creationId="{DD1055E2-51EE-4A0A-C9F0-105553B46FC7}"/>
          </ac:picMkLst>
        </pc:picChg>
        <pc:picChg chg="del">
          <ac:chgData name="Joseph Ross" userId="f02a7e79df86ceb8" providerId="Windows Live" clId="Web-{6F211B30-1143-4BAD-B17D-79F85274C058}" dt="2023-05-23T16:47:49.456" v="5466"/>
          <ac:picMkLst>
            <pc:docMk/>
            <pc:sldMk cId="4090889681" sldId="1184"/>
            <ac:picMk id="44" creationId="{D15DFFF0-AD5D-78C6-3334-D5A50E055501}"/>
          </ac:picMkLst>
        </pc:picChg>
      </pc:sldChg>
      <pc:sldChg chg="addSp delSp">
        <pc:chgData name="Joseph Ross" userId="f02a7e79df86ceb8" providerId="Windows Live" clId="Web-{6F211B30-1143-4BAD-B17D-79F85274C058}" dt="2023-05-23T16:47:52.346" v="5469"/>
        <pc:sldMkLst>
          <pc:docMk/>
          <pc:sldMk cId="1193064486" sldId="1185"/>
        </pc:sldMkLst>
        <pc:picChg chg="del">
          <ac:chgData name="Joseph Ross" userId="f02a7e79df86ceb8" providerId="Windows Live" clId="Web-{6F211B30-1143-4BAD-B17D-79F85274C058}" dt="2023-05-23T16:47:52.034" v="5468"/>
          <ac:picMkLst>
            <pc:docMk/>
            <pc:sldMk cId="1193064486" sldId="1185"/>
            <ac:picMk id="3" creationId="{E2670EC0-51A7-7D3E-F13F-A9656F01A05C}"/>
          </ac:picMkLst>
        </pc:picChg>
        <pc:picChg chg="add">
          <ac:chgData name="Joseph Ross" userId="f02a7e79df86ceb8" providerId="Windows Live" clId="Web-{6F211B30-1143-4BAD-B17D-79F85274C058}" dt="2023-05-23T16:47:52.346" v="5469"/>
          <ac:picMkLst>
            <pc:docMk/>
            <pc:sldMk cId="1193064486" sldId="1185"/>
            <ac:picMk id="6" creationId="{46A9BF52-A76C-1114-E67F-38BCBBB4D1CE}"/>
          </ac:picMkLst>
        </pc:picChg>
      </pc:sldChg>
      <pc:sldChg chg="addSp delSp modSp">
        <pc:chgData name="Joseph Ross" userId="f02a7e79df86ceb8" providerId="Windows Live" clId="Web-{6F211B30-1143-4BAD-B17D-79F85274C058}" dt="2023-05-23T17:28:21.957" v="5701" actId="20577"/>
        <pc:sldMkLst>
          <pc:docMk/>
          <pc:sldMk cId="2445795124" sldId="1188"/>
        </pc:sldMkLst>
        <pc:spChg chg="add mod">
          <ac:chgData name="Joseph Ross" userId="f02a7e79df86ceb8" providerId="Windows Live" clId="Web-{6F211B30-1143-4BAD-B17D-79F85274C058}" dt="2023-05-23T15:02:19.983" v="2848" actId="20577"/>
          <ac:spMkLst>
            <pc:docMk/>
            <pc:sldMk cId="2445795124" sldId="1188"/>
            <ac:spMk id="2" creationId="{6A0D7B79-D146-49B9-4A95-4CBD170408AD}"/>
          </ac:spMkLst>
        </pc:spChg>
        <pc:spChg chg="add mod">
          <ac:chgData name="Joseph Ross" userId="f02a7e79df86ceb8" providerId="Windows Live" clId="Web-{6F211B30-1143-4BAD-B17D-79F85274C058}" dt="2023-05-23T15:02:36.078" v="2868" actId="1076"/>
          <ac:spMkLst>
            <pc:docMk/>
            <pc:sldMk cId="2445795124" sldId="1188"/>
            <ac:spMk id="4" creationId="{8AC7C513-4DA2-9AB1-27FE-36D364983F9D}"/>
          </ac:spMkLst>
        </pc:spChg>
        <pc:spChg chg="mod">
          <ac:chgData name="Joseph Ross" userId="f02a7e79df86ceb8" providerId="Windows Live" clId="Web-{6F211B30-1143-4BAD-B17D-79F85274C058}" dt="2023-05-23T16:25:59.939" v="4866" actId="20577"/>
          <ac:spMkLst>
            <pc:docMk/>
            <pc:sldMk cId="2445795124" sldId="1188"/>
            <ac:spMk id="7" creationId="{42F0B3DC-26D7-C8D7-2095-150058C60ECD}"/>
          </ac:spMkLst>
        </pc:spChg>
        <pc:spChg chg="mod">
          <ac:chgData name="Joseph Ross" userId="f02a7e79df86ceb8" providerId="Windows Live" clId="Web-{6F211B30-1143-4BAD-B17D-79F85274C058}" dt="2023-05-23T15:01:27.214" v="2829" actId="20577"/>
          <ac:spMkLst>
            <pc:docMk/>
            <pc:sldMk cId="2445795124" sldId="1188"/>
            <ac:spMk id="22" creationId="{49462830-D6DA-2B51-A2A2-C44538F42D0B}"/>
          </ac:spMkLst>
        </pc:spChg>
        <pc:spChg chg="mod">
          <ac:chgData name="Joseph Ross" userId="f02a7e79df86ceb8" providerId="Windows Live" clId="Web-{6F211B30-1143-4BAD-B17D-79F85274C058}" dt="2023-05-23T15:22:18.936" v="3494" actId="20577"/>
          <ac:spMkLst>
            <pc:docMk/>
            <pc:sldMk cId="2445795124" sldId="1188"/>
            <ac:spMk id="27" creationId="{467BE263-3BA2-FC16-5098-074BFA8F6990}"/>
          </ac:spMkLst>
        </pc:spChg>
        <pc:spChg chg="mod">
          <ac:chgData name="Joseph Ross" userId="f02a7e79df86ceb8" providerId="Windows Live" clId="Web-{6F211B30-1143-4BAD-B17D-79F85274C058}" dt="2023-05-23T15:52:29.872" v="3811" actId="20577"/>
          <ac:spMkLst>
            <pc:docMk/>
            <pc:sldMk cId="2445795124" sldId="1188"/>
            <ac:spMk id="42" creationId="{10ACAC7A-C335-13B0-616F-1768A6EE8A7E}"/>
          </ac:spMkLst>
        </pc:spChg>
        <pc:spChg chg="mod">
          <ac:chgData name="Joseph Ross" userId="f02a7e79df86ceb8" providerId="Windows Live" clId="Web-{6F211B30-1143-4BAD-B17D-79F85274C058}" dt="2023-05-23T17:23:14.604" v="5566" actId="20577"/>
          <ac:spMkLst>
            <pc:docMk/>
            <pc:sldMk cId="2445795124" sldId="1188"/>
            <ac:spMk id="43" creationId="{4AB59EDE-F5AF-B0E0-D28A-0177FF20D5F8}"/>
          </ac:spMkLst>
        </pc:spChg>
        <pc:spChg chg="mod">
          <ac:chgData name="Joseph Ross" userId="f02a7e79df86ceb8" providerId="Windows Live" clId="Web-{6F211B30-1143-4BAD-B17D-79F85274C058}" dt="2023-05-23T15:01:36.183" v="2833" actId="20577"/>
          <ac:spMkLst>
            <pc:docMk/>
            <pc:sldMk cId="2445795124" sldId="1188"/>
            <ac:spMk id="44" creationId="{0A6D0953-B5CF-4076-AE1A-D9C872C59DD7}"/>
          </ac:spMkLst>
        </pc:spChg>
        <pc:spChg chg="mod">
          <ac:chgData name="Joseph Ross" userId="f02a7e79df86ceb8" providerId="Windows Live" clId="Web-{6F211B30-1143-4BAD-B17D-79F85274C058}" dt="2023-05-23T17:22:50.556" v="5563" actId="20577"/>
          <ac:spMkLst>
            <pc:docMk/>
            <pc:sldMk cId="2445795124" sldId="1188"/>
            <ac:spMk id="53" creationId="{BD19B8B8-081A-1F1D-415B-F72D343EFF60}"/>
          </ac:spMkLst>
        </pc:spChg>
        <pc:spChg chg="mod">
          <ac:chgData name="Joseph Ross" userId="f02a7e79df86ceb8" providerId="Windows Live" clId="Web-{6F211B30-1143-4BAD-B17D-79F85274C058}" dt="2023-05-23T17:28:21.957" v="5701" actId="20577"/>
          <ac:spMkLst>
            <pc:docMk/>
            <pc:sldMk cId="2445795124" sldId="1188"/>
            <ac:spMk id="54" creationId="{A305D18C-8F87-874D-3A65-33587F12A67B}"/>
          </ac:spMkLst>
        </pc:spChg>
        <pc:picChg chg="add">
          <ac:chgData name="Joseph Ross" userId="f02a7e79df86ceb8" providerId="Windows Live" clId="Web-{6F211B30-1143-4BAD-B17D-79F85274C058}" dt="2023-05-23T16:46:17.309" v="5425"/>
          <ac:picMkLst>
            <pc:docMk/>
            <pc:sldMk cId="2445795124" sldId="1188"/>
            <ac:picMk id="4" creationId="{B1D838A0-1158-4BD3-4EAB-5320FDF9ABB2}"/>
          </ac:picMkLst>
        </pc:picChg>
        <pc:picChg chg="del">
          <ac:chgData name="Joseph Ross" userId="f02a7e79df86ceb8" providerId="Windows Live" clId="Web-{6F211B30-1143-4BAD-B17D-79F85274C058}" dt="2023-05-23T16:46:16.668" v="5424"/>
          <ac:picMkLst>
            <pc:docMk/>
            <pc:sldMk cId="2445795124" sldId="1188"/>
            <ac:picMk id="9" creationId="{F3B7F211-F64C-BB04-69B2-FD86AB31CAB3}"/>
          </ac:picMkLst>
        </pc:picChg>
      </pc:sldChg>
      <pc:sldChg chg="addSp delSp ord">
        <pc:chgData name="Joseph Ross" userId="f02a7e79df86ceb8" providerId="Windows Live" clId="Web-{6F211B30-1143-4BAD-B17D-79F85274C058}" dt="2023-05-23T17:01:00.440" v="5535"/>
        <pc:sldMkLst>
          <pc:docMk/>
          <pc:sldMk cId="1734238477" sldId="1189"/>
        </pc:sldMkLst>
        <pc:picChg chg="add">
          <ac:chgData name="Joseph Ross" userId="f02a7e79df86ceb8" providerId="Windows Live" clId="Web-{6F211B30-1143-4BAD-B17D-79F85274C058}" dt="2023-05-23T16:47:12.563" v="5447"/>
          <ac:picMkLst>
            <pc:docMk/>
            <pc:sldMk cId="1734238477" sldId="1189"/>
            <ac:picMk id="13" creationId="{E08FD8BD-E483-3753-3764-80D50F1D4982}"/>
          </ac:picMkLst>
        </pc:picChg>
        <pc:picChg chg="del">
          <ac:chgData name="Joseph Ross" userId="f02a7e79df86ceb8" providerId="Windows Live" clId="Web-{6F211B30-1143-4BAD-B17D-79F85274C058}" dt="2023-05-23T16:47:11.891" v="5446"/>
          <ac:picMkLst>
            <pc:docMk/>
            <pc:sldMk cId="1734238477" sldId="1189"/>
            <ac:picMk id="44" creationId="{D15DFFF0-AD5D-78C6-3334-D5A50E055501}"/>
          </ac:picMkLst>
        </pc:picChg>
      </pc:sldChg>
      <pc:sldChg chg="del">
        <pc:chgData name="Joseph Ross" userId="f02a7e79df86ceb8" providerId="Windows Live" clId="Web-{6F211B30-1143-4BAD-B17D-79F85274C058}" dt="2023-05-23T14:47:28.488" v="2238"/>
        <pc:sldMkLst>
          <pc:docMk/>
          <pc:sldMk cId="2075183904" sldId="1190"/>
        </pc:sldMkLst>
      </pc:sldChg>
      <pc:sldChg chg="addSp delSp mod modShow">
        <pc:chgData name="Joseph Ross" userId="f02a7e79df86ceb8" providerId="Windows Live" clId="Web-{6F211B30-1143-4BAD-B17D-79F85274C058}" dt="2023-05-23T17:28:51.505" v="5702"/>
        <pc:sldMkLst>
          <pc:docMk/>
          <pc:sldMk cId="2682788356" sldId="1191"/>
        </pc:sldMkLst>
        <pc:picChg chg="add">
          <ac:chgData name="Joseph Ross" userId="f02a7e79df86ceb8" providerId="Windows Live" clId="Web-{6F211B30-1143-4BAD-B17D-79F85274C058}" dt="2023-05-23T16:47:19.704" v="5451"/>
          <ac:picMkLst>
            <pc:docMk/>
            <pc:sldMk cId="2682788356" sldId="1191"/>
            <ac:picMk id="5" creationId="{306F9BDE-C5D6-50DA-D5BB-E68D9A5F34C2}"/>
          </ac:picMkLst>
        </pc:picChg>
        <pc:picChg chg="del">
          <ac:chgData name="Joseph Ross" userId="f02a7e79df86ceb8" providerId="Windows Live" clId="Web-{6F211B30-1143-4BAD-B17D-79F85274C058}" dt="2023-05-23T16:47:19.313" v="5450"/>
          <ac:picMkLst>
            <pc:docMk/>
            <pc:sldMk cId="2682788356" sldId="1191"/>
            <ac:picMk id="9" creationId="{F3B7F211-F64C-BB04-69B2-FD86AB31CAB3}"/>
          </ac:picMkLst>
        </pc:picChg>
      </pc:sldChg>
      <pc:sldChg chg="addSp delSp modSp">
        <pc:chgData name="Joseph Ross" userId="f02a7e79df86ceb8" providerId="Windows Live" clId="Web-{6F211B30-1143-4BAD-B17D-79F85274C058}" dt="2023-05-23T16:47:37.095" v="5461"/>
        <pc:sldMkLst>
          <pc:docMk/>
          <pc:sldMk cId="217566027" sldId="1193"/>
        </pc:sldMkLst>
        <pc:spChg chg="mod">
          <ac:chgData name="Joseph Ross" userId="f02a7e79df86ceb8" providerId="Windows Live" clId="Web-{6F211B30-1143-4BAD-B17D-79F85274C058}" dt="2023-05-23T16:21:24.225" v="4590" actId="20577"/>
          <ac:spMkLst>
            <pc:docMk/>
            <pc:sldMk cId="217566027" sldId="1193"/>
            <ac:spMk id="16" creationId="{D1FF0424-7EEC-BC55-F6E0-DD99F3F79E50}"/>
          </ac:spMkLst>
        </pc:spChg>
        <pc:picChg chg="add">
          <ac:chgData name="Joseph Ross" userId="f02a7e79df86ceb8" providerId="Windows Live" clId="Web-{6F211B30-1143-4BAD-B17D-79F85274C058}" dt="2023-05-23T16:47:37.095" v="5461"/>
          <ac:picMkLst>
            <pc:docMk/>
            <pc:sldMk cId="217566027" sldId="1193"/>
            <ac:picMk id="4" creationId="{3BA577EE-54DD-9B4D-6F63-487A0DE08419}"/>
          </ac:picMkLst>
        </pc:picChg>
        <pc:picChg chg="del">
          <ac:chgData name="Joseph Ross" userId="f02a7e79df86ceb8" providerId="Windows Live" clId="Web-{6F211B30-1143-4BAD-B17D-79F85274C058}" dt="2023-05-23T16:47:37.033" v="5460"/>
          <ac:picMkLst>
            <pc:docMk/>
            <pc:sldMk cId="217566027" sldId="1193"/>
            <ac:picMk id="9" creationId="{F3B7F211-F64C-BB04-69B2-FD86AB31CAB3}"/>
          </ac:picMkLst>
        </pc:picChg>
      </pc:sldChg>
      <pc:sldChg chg="addSp delSp modSp">
        <pc:chgData name="Joseph Ross" userId="f02a7e79df86ceb8" providerId="Windows Live" clId="Web-{6F211B30-1143-4BAD-B17D-79F85274C058}" dt="2023-05-23T17:42:08.136" v="5836" actId="20577"/>
        <pc:sldMkLst>
          <pc:docMk/>
          <pc:sldMk cId="2468828793" sldId="1194"/>
        </pc:sldMkLst>
        <pc:spChg chg="mod">
          <ac:chgData name="Joseph Ross" userId="f02a7e79df86ceb8" providerId="Windows Live" clId="Web-{6F211B30-1143-4BAD-B17D-79F85274C058}" dt="2023-05-23T16:17:43.382" v="4533" actId="20577"/>
          <ac:spMkLst>
            <pc:docMk/>
            <pc:sldMk cId="2468828793" sldId="1194"/>
            <ac:spMk id="3" creationId="{F487B56E-8B1E-756F-0E48-DC3488B07DFB}"/>
          </ac:spMkLst>
        </pc:spChg>
        <pc:spChg chg="add mod">
          <ac:chgData name="Joseph Ross" userId="f02a7e79df86ceb8" providerId="Windows Live" clId="Web-{6F211B30-1143-4BAD-B17D-79F85274C058}" dt="2023-05-23T16:18:13.025" v="4541" actId="14100"/>
          <ac:spMkLst>
            <pc:docMk/>
            <pc:sldMk cId="2468828793" sldId="1194"/>
            <ac:spMk id="6" creationId="{16925557-7ABE-163B-3895-15C9C6B5C446}"/>
          </ac:spMkLst>
        </pc:spChg>
        <pc:spChg chg="add mod ord">
          <ac:chgData name="Joseph Ross" userId="f02a7e79df86ceb8" providerId="Windows Live" clId="Web-{6F211B30-1143-4BAD-B17D-79F85274C058}" dt="2023-05-23T17:42:08.136" v="5836" actId="20577"/>
          <ac:spMkLst>
            <pc:docMk/>
            <pc:sldMk cId="2468828793" sldId="1194"/>
            <ac:spMk id="13" creationId="{F61FC415-B18A-741A-270E-F3B411A840E2}"/>
          </ac:spMkLst>
        </pc:spChg>
        <pc:spChg chg="mod">
          <ac:chgData name="Joseph Ross" userId="f02a7e79df86ceb8" providerId="Windows Live" clId="Web-{6F211B30-1143-4BAD-B17D-79F85274C058}" dt="2023-05-23T17:34:05.370" v="5735" actId="20577"/>
          <ac:spMkLst>
            <pc:docMk/>
            <pc:sldMk cId="2468828793" sldId="1194"/>
            <ac:spMk id="16" creationId="{D1FF0424-7EEC-BC55-F6E0-DD99F3F79E50}"/>
          </ac:spMkLst>
        </pc:spChg>
        <pc:spChg chg="mod">
          <ac:chgData name="Joseph Ross" userId="f02a7e79df86ceb8" providerId="Windows Live" clId="Web-{6F211B30-1143-4BAD-B17D-79F85274C058}" dt="2023-05-23T16:49:54.419" v="5515" actId="1076"/>
          <ac:spMkLst>
            <pc:docMk/>
            <pc:sldMk cId="2468828793" sldId="1194"/>
            <ac:spMk id="19" creationId="{6C9E0132-E071-4972-E0A2-E8467135C779}"/>
          </ac:spMkLst>
        </pc:spChg>
        <pc:spChg chg="mod">
          <ac:chgData name="Joseph Ross" userId="f02a7e79df86ceb8" providerId="Windows Live" clId="Web-{6F211B30-1143-4BAD-B17D-79F85274C058}" dt="2023-05-23T16:50:25.170" v="5519" actId="1076"/>
          <ac:spMkLst>
            <pc:docMk/>
            <pc:sldMk cId="2468828793" sldId="1194"/>
            <ac:spMk id="20" creationId="{EEF777F5-F6BE-141B-0EB9-597CB24C8A58}"/>
          </ac:spMkLst>
        </pc:spChg>
        <pc:graphicFrameChg chg="add mod modGraphic">
          <ac:chgData name="Joseph Ross" userId="f02a7e79df86ceb8" providerId="Windows Live" clId="Web-{6F211B30-1143-4BAD-B17D-79F85274C058}" dt="2023-05-23T17:38:45.795" v="5794"/>
          <ac:graphicFrameMkLst>
            <pc:docMk/>
            <pc:sldMk cId="2468828793" sldId="1194"/>
            <ac:graphicFrameMk id="9" creationId="{9753F1B0-E695-F0B7-EF80-1B67E8C0E0AA}"/>
          </ac:graphicFrameMkLst>
        </pc:graphicFrameChg>
        <pc:graphicFrameChg chg="mod modGraphic">
          <ac:chgData name="Joseph Ross" userId="f02a7e79df86ceb8" providerId="Windows Live" clId="Web-{6F211B30-1143-4BAD-B17D-79F85274C058}" dt="2023-05-23T17:36:25.724" v="5762"/>
          <ac:graphicFrameMkLst>
            <pc:docMk/>
            <pc:sldMk cId="2468828793" sldId="1194"/>
            <ac:graphicFrameMk id="22" creationId="{D0BBC3DE-D024-8B3E-DE47-8D302C055B7C}"/>
          </ac:graphicFrameMkLst>
        </pc:graphicFrameChg>
        <pc:graphicFrameChg chg="mod modGraphic">
          <ac:chgData name="Joseph Ross" userId="f02a7e79df86ceb8" providerId="Windows Live" clId="Web-{6F211B30-1143-4BAD-B17D-79F85274C058}" dt="2023-05-23T17:36:08.707" v="5761"/>
          <ac:graphicFrameMkLst>
            <pc:docMk/>
            <pc:sldMk cId="2468828793" sldId="1194"/>
            <ac:graphicFrameMk id="23" creationId="{4DE61E3C-434D-7E26-0E82-D4DA53362B57}"/>
          </ac:graphicFrameMkLst>
        </pc:graphicFrameChg>
        <pc:graphicFrameChg chg="add mod modGraphic">
          <ac:chgData name="Joseph Ross" userId="f02a7e79df86ceb8" providerId="Windows Live" clId="Web-{6F211B30-1143-4BAD-B17D-79F85274C058}" dt="2023-05-23T17:38:24.497" v="5792"/>
          <ac:graphicFrameMkLst>
            <pc:docMk/>
            <pc:sldMk cId="2468828793" sldId="1194"/>
            <ac:graphicFrameMk id="24" creationId="{19AFCC90-E71A-3EBD-070D-FF6D79DE5AD4}"/>
          </ac:graphicFrameMkLst>
        </pc:graphicFrameChg>
        <pc:graphicFrameChg chg="del">
          <ac:chgData name="Joseph Ross" userId="f02a7e79df86ceb8" providerId="Windows Live" clId="Web-{6F211B30-1143-4BAD-B17D-79F85274C058}" dt="2023-05-23T17:34:17.246" v="5736"/>
          <ac:graphicFrameMkLst>
            <pc:docMk/>
            <pc:sldMk cId="2468828793" sldId="1194"/>
            <ac:graphicFrameMk id="25" creationId="{23B2A817-99F9-8EFB-6C14-9D4A09A0B741}"/>
          </ac:graphicFrameMkLst>
        </pc:graphicFrameChg>
        <pc:picChg chg="add mod">
          <ac:chgData name="Joseph Ross" userId="f02a7e79df86ceb8" providerId="Windows Live" clId="Web-{6F211B30-1143-4BAD-B17D-79F85274C058}" dt="2023-05-23T16:50:31.124" v="5521" actId="1076"/>
          <ac:picMkLst>
            <pc:docMk/>
            <pc:sldMk cId="2468828793" sldId="1194"/>
            <ac:picMk id="7" creationId="{50ACC56A-35BF-FC20-1803-778AA7D0E4B0}"/>
          </ac:picMkLst>
        </pc:picChg>
        <pc:picChg chg="del">
          <ac:chgData name="Joseph Ross" userId="f02a7e79df86ceb8" providerId="Windows Live" clId="Web-{6F211B30-1143-4BAD-B17D-79F85274C058}" dt="2023-05-23T16:47:39.674" v="5462"/>
          <ac:picMkLst>
            <pc:docMk/>
            <pc:sldMk cId="2468828793" sldId="1194"/>
            <ac:picMk id="9" creationId="{F3B7F211-F64C-BB04-69B2-FD86AB31CAB3}"/>
          </ac:picMkLst>
        </pc:picChg>
        <pc:picChg chg="add">
          <ac:chgData name="Joseph Ross" userId="f02a7e79df86ceb8" providerId="Windows Live" clId="Web-{6F211B30-1143-4BAD-B17D-79F85274C058}" dt="2023-05-23T16:47:40.049" v="5463"/>
          <ac:picMkLst>
            <pc:docMk/>
            <pc:sldMk cId="2468828793" sldId="1194"/>
            <ac:picMk id="17" creationId="{78328339-0B29-1971-8D70-0F93FEE9C389}"/>
          </ac:picMkLst>
        </pc:picChg>
      </pc:sldChg>
      <pc:sldChg chg="addSp delSp ord">
        <pc:chgData name="Joseph Ross" userId="f02a7e79df86ceb8" providerId="Windows Live" clId="Web-{6F211B30-1143-4BAD-B17D-79F85274C058}" dt="2023-05-23T17:02:57.213" v="5557"/>
        <pc:sldMkLst>
          <pc:docMk/>
          <pc:sldMk cId="1306931824" sldId="1195"/>
        </pc:sldMkLst>
        <pc:picChg chg="add">
          <ac:chgData name="Joseph Ross" userId="f02a7e79df86ceb8" providerId="Windows Live" clId="Web-{6F211B30-1143-4BAD-B17D-79F85274C058}" dt="2023-05-23T16:46:56.218" v="5439"/>
          <ac:picMkLst>
            <pc:docMk/>
            <pc:sldMk cId="1306931824" sldId="1195"/>
            <ac:picMk id="8" creationId="{24A2B39E-11B4-EECC-2995-CF11DB9D77EC}"/>
          </ac:picMkLst>
        </pc:picChg>
        <pc:picChg chg="del">
          <ac:chgData name="Joseph Ross" userId="f02a7e79df86ceb8" providerId="Windows Live" clId="Web-{6F211B30-1143-4BAD-B17D-79F85274C058}" dt="2023-05-23T16:46:55.718" v="5438"/>
          <ac:picMkLst>
            <pc:docMk/>
            <pc:sldMk cId="1306931824" sldId="1195"/>
            <ac:picMk id="9" creationId="{F3B7F211-F64C-BB04-69B2-FD86AB31CAB3}"/>
          </ac:picMkLst>
        </pc:picChg>
      </pc:sldChg>
      <pc:sldChg chg="addSp delSp modSp">
        <pc:chgData name="Joseph Ross" userId="f02a7e79df86ceb8" providerId="Windows Live" clId="Web-{6F211B30-1143-4BAD-B17D-79F85274C058}" dt="2023-05-23T16:46:34.294" v="5431"/>
        <pc:sldMkLst>
          <pc:docMk/>
          <pc:sldMk cId="397033882" sldId="1196"/>
        </pc:sldMkLst>
        <pc:spChg chg="add mod">
          <ac:chgData name="Joseph Ross" userId="f02a7e79df86ceb8" providerId="Windows Live" clId="Web-{6F211B30-1143-4BAD-B17D-79F85274C058}" dt="2023-05-23T15:48:43.685" v="3728" actId="1076"/>
          <ac:spMkLst>
            <pc:docMk/>
            <pc:sldMk cId="397033882" sldId="1196"/>
            <ac:spMk id="5" creationId="{C9623559-7BD5-7DC2-7C24-CB80C5DFBBFF}"/>
          </ac:spMkLst>
        </pc:spChg>
        <pc:spChg chg="mod">
          <ac:chgData name="Joseph Ross" userId="f02a7e79df86ceb8" providerId="Windows Live" clId="Web-{6F211B30-1143-4BAD-B17D-79F85274C058}" dt="2023-05-23T16:27:39.539" v="4933" actId="20577"/>
          <ac:spMkLst>
            <pc:docMk/>
            <pc:sldMk cId="397033882" sldId="1196"/>
            <ac:spMk id="16" creationId="{D1FF0424-7EEC-BC55-F6E0-DD99F3F79E50}"/>
          </ac:spMkLst>
        </pc:spChg>
        <pc:graphicFrameChg chg="add del mod modGraphic">
          <ac:chgData name="Joseph Ross" userId="f02a7e79df86ceb8" providerId="Windows Live" clId="Web-{6F211B30-1143-4BAD-B17D-79F85274C058}" dt="2023-05-23T14:41:12.964" v="2165"/>
          <ac:graphicFrameMkLst>
            <pc:docMk/>
            <pc:sldMk cId="397033882" sldId="1196"/>
            <ac:graphicFrameMk id="2" creationId="{D09916AE-028E-925E-C7B3-23700E822B75}"/>
          </ac:graphicFrameMkLst>
        </pc:graphicFrameChg>
        <pc:graphicFrameChg chg="mod modGraphic">
          <ac:chgData name="Joseph Ross" userId="f02a7e79df86ceb8" providerId="Windows Live" clId="Web-{6F211B30-1143-4BAD-B17D-79F85274C058}" dt="2023-05-23T16:38:03.536" v="5121"/>
          <ac:graphicFrameMkLst>
            <pc:docMk/>
            <pc:sldMk cId="397033882" sldId="1196"/>
            <ac:graphicFrameMk id="6" creationId="{40A552B1-4326-B4C1-0E8A-44451C90BDDE}"/>
          </ac:graphicFrameMkLst>
        </pc:graphicFrameChg>
        <pc:picChg chg="del">
          <ac:chgData name="Joseph Ross" userId="f02a7e79df86ceb8" providerId="Windows Live" clId="Web-{6F211B30-1143-4BAD-B17D-79F85274C058}" dt="2023-05-23T16:46:33.591" v="5430"/>
          <ac:picMkLst>
            <pc:docMk/>
            <pc:sldMk cId="397033882" sldId="1196"/>
            <ac:picMk id="9" creationId="{F3B7F211-F64C-BB04-69B2-FD86AB31CAB3}"/>
          </ac:picMkLst>
        </pc:picChg>
        <pc:picChg chg="add mod">
          <ac:chgData name="Joseph Ross" userId="f02a7e79df86ceb8" providerId="Windows Live" clId="Web-{6F211B30-1143-4BAD-B17D-79F85274C058}" dt="2023-05-23T16:38:19.350" v="5122" actId="1076"/>
          <ac:picMkLst>
            <pc:docMk/>
            <pc:sldMk cId="397033882" sldId="1196"/>
            <ac:picMk id="13" creationId="{13AD5768-A827-F39D-B025-5702F1B222FB}"/>
          </ac:picMkLst>
        </pc:picChg>
        <pc:picChg chg="add mod">
          <ac:chgData name="Joseph Ross" userId="f02a7e79df86ceb8" providerId="Windows Live" clId="Web-{6F211B30-1143-4BAD-B17D-79F85274C058}" dt="2023-05-23T16:38:19.381" v="5123" actId="1076"/>
          <ac:picMkLst>
            <pc:docMk/>
            <pc:sldMk cId="397033882" sldId="1196"/>
            <ac:picMk id="17" creationId="{7F45D117-6086-19B9-59D5-145FBB2549CB}"/>
          </ac:picMkLst>
        </pc:picChg>
        <pc:picChg chg="add mod">
          <ac:chgData name="Joseph Ross" userId="f02a7e79df86ceb8" providerId="Windows Live" clId="Web-{6F211B30-1143-4BAD-B17D-79F85274C058}" dt="2023-05-23T16:38:19.428" v="5124" actId="1076"/>
          <ac:picMkLst>
            <pc:docMk/>
            <pc:sldMk cId="397033882" sldId="1196"/>
            <ac:picMk id="19" creationId="{95CEBA56-76C1-1E54-6987-64DD747C39EA}"/>
          </ac:picMkLst>
        </pc:picChg>
        <pc:picChg chg="add mod">
          <ac:chgData name="Joseph Ross" userId="f02a7e79df86ceb8" providerId="Windows Live" clId="Web-{6F211B30-1143-4BAD-B17D-79F85274C058}" dt="2023-05-23T16:38:19.459" v="5125" actId="1076"/>
          <ac:picMkLst>
            <pc:docMk/>
            <pc:sldMk cId="397033882" sldId="1196"/>
            <ac:picMk id="21" creationId="{241D697B-F250-327F-92E0-F816ECC8C616}"/>
          </ac:picMkLst>
        </pc:picChg>
        <pc:picChg chg="add mod">
          <ac:chgData name="Joseph Ross" userId="f02a7e79df86ceb8" providerId="Windows Live" clId="Web-{6F211B30-1143-4BAD-B17D-79F85274C058}" dt="2023-05-23T16:38:19.490" v="5126" actId="1076"/>
          <ac:picMkLst>
            <pc:docMk/>
            <pc:sldMk cId="397033882" sldId="1196"/>
            <ac:picMk id="23" creationId="{C0B0D189-C450-0CA2-AAF0-A11735D33CA5}"/>
          </ac:picMkLst>
        </pc:picChg>
        <pc:picChg chg="add mod">
          <ac:chgData name="Joseph Ross" userId="f02a7e79df86ceb8" providerId="Windows Live" clId="Web-{6F211B30-1143-4BAD-B17D-79F85274C058}" dt="2023-05-23T16:38:19.537" v="5127" actId="1076"/>
          <ac:picMkLst>
            <pc:docMk/>
            <pc:sldMk cId="397033882" sldId="1196"/>
            <ac:picMk id="25" creationId="{2CED3C62-AC49-8FC8-1150-353598233412}"/>
          </ac:picMkLst>
        </pc:picChg>
        <pc:picChg chg="add">
          <ac:chgData name="Joseph Ross" userId="f02a7e79df86ceb8" providerId="Windows Live" clId="Web-{6F211B30-1143-4BAD-B17D-79F85274C058}" dt="2023-05-23T16:46:34.294" v="5431"/>
          <ac:picMkLst>
            <pc:docMk/>
            <pc:sldMk cId="397033882" sldId="1196"/>
            <ac:picMk id="27" creationId="{1CCF905C-8556-68E0-016D-27BAC4F79A1C}"/>
          </ac:picMkLst>
        </pc:picChg>
      </pc:sldChg>
      <pc:sldChg chg="addSp delSp modSp">
        <pc:chgData name="Joseph Ross" userId="f02a7e79df86ceb8" providerId="Windows Live" clId="Web-{6F211B30-1143-4BAD-B17D-79F85274C058}" dt="2023-05-23T17:29:15.148" v="5704"/>
        <pc:sldMkLst>
          <pc:docMk/>
          <pc:sldMk cId="1159548344" sldId="1197"/>
        </pc:sldMkLst>
        <pc:graphicFrameChg chg="modGraphic">
          <ac:chgData name="Joseph Ross" userId="f02a7e79df86ceb8" providerId="Windows Live" clId="Web-{6F211B30-1143-4BAD-B17D-79F85274C058}" dt="2023-05-23T17:29:15.148" v="5704"/>
          <ac:graphicFrameMkLst>
            <pc:docMk/>
            <pc:sldMk cId="1159548344" sldId="1197"/>
            <ac:graphicFrameMk id="2" creationId="{5D8E7BA7-38A8-934A-FF9B-4B044BE585E0}"/>
          </ac:graphicFrameMkLst>
        </pc:graphicFrameChg>
        <pc:picChg chg="add">
          <ac:chgData name="Joseph Ross" userId="f02a7e79df86ceb8" providerId="Windows Live" clId="Web-{6F211B30-1143-4BAD-B17D-79F85274C058}" dt="2023-05-23T16:47:23.344" v="5453"/>
          <ac:picMkLst>
            <pc:docMk/>
            <pc:sldMk cId="1159548344" sldId="1197"/>
            <ac:picMk id="4" creationId="{8DF37E75-F221-DA98-8DDC-63CFA735149D}"/>
          </ac:picMkLst>
        </pc:picChg>
        <pc:picChg chg="del">
          <ac:chgData name="Joseph Ross" userId="f02a7e79df86ceb8" providerId="Windows Live" clId="Web-{6F211B30-1143-4BAD-B17D-79F85274C058}" dt="2023-05-23T16:47:22.751" v="5452"/>
          <ac:picMkLst>
            <pc:docMk/>
            <pc:sldMk cId="1159548344" sldId="1197"/>
            <ac:picMk id="9" creationId="{F3B7F211-F64C-BB04-69B2-FD86AB31CAB3}"/>
          </ac:picMkLst>
        </pc:picChg>
      </pc:sldChg>
      <pc:sldChg chg="addSp delSp modSp">
        <pc:chgData name="Joseph Ross" userId="f02a7e79df86ceb8" providerId="Windows Live" clId="Web-{6F211B30-1143-4BAD-B17D-79F85274C058}" dt="2023-05-23T16:46:29.294" v="5429"/>
        <pc:sldMkLst>
          <pc:docMk/>
          <pc:sldMk cId="1866498466" sldId="1198"/>
        </pc:sldMkLst>
        <pc:spChg chg="add del">
          <ac:chgData name="Joseph Ross" userId="f02a7e79df86ceb8" providerId="Windows Live" clId="Web-{6F211B30-1143-4BAD-B17D-79F85274C058}" dt="2023-05-23T15:22:56.282" v="3537"/>
          <ac:spMkLst>
            <pc:docMk/>
            <pc:sldMk cId="1866498466" sldId="1198"/>
            <ac:spMk id="4" creationId="{2B5730CD-164C-CA99-0172-D6F313804D5C}"/>
          </ac:spMkLst>
        </pc:spChg>
        <pc:spChg chg="mod">
          <ac:chgData name="Joseph Ross" userId="f02a7e79df86ceb8" providerId="Windows Live" clId="Web-{6F211B30-1143-4BAD-B17D-79F85274C058}" dt="2023-05-23T16:27:01.521" v="4900" actId="20577"/>
          <ac:spMkLst>
            <pc:docMk/>
            <pc:sldMk cId="1866498466" sldId="1198"/>
            <ac:spMk id="7" creationId="{42F0B3DC-26D7-C8D7-2095-150058C60ECD}"/>
          </ac:spMkLst>
        </pc:spChg>
        <pc:spChg chg="add mod">
          <ac:chgData name="Joseph Ross" userId="f02a7e79df86ceb8" providerId="Windows Live" clId="Web-{6F211B30-1143-4BAD-B17D-79F85274C058}" dt="2023-05-23T15:37:14.278" v="3548" actId="1076"/>
          <ac:spMkLst>
            <pc:docMk/>
            <pc:sldMk cId="1866498466" sldId="1198"/>
            <ac:spMk id="13" creationId="{01B20FED-EB5C-9E18-BD3E-371D293BD556}"/>
          </ac:spMkLst>
        </pc:spChg>
        <pc:graphicFrameChg chg="mod modGraphic">
          <ac:chgData name="Joseph Ross" userId="f02a7e79df86ceb8" providerId="Windows Live" clId="Web-{6F211B30-1143-4BAD-B17D-79F85274C058}" dt="2023-05-23T16:37:17.437" v="5115" actId="1076"/>
          <ac:graphicFrameMkLst>
            <pc:docMk/>
            <pc:sldMk cId="1866498466" sldId="1198"/>
            <ac:graphicFrameMk id="2" creationId="{5D8E7BA7-38A8-934A-FF9B-4B044BE585E0}"/>
          </ac:graphicFrameMkLst>
        </pc:graphicFrameChg>
        <pc:picChg chg="del">
          <ac:chgData name="Joseph Ross" userId="f02a7e79df86ceb8" providerId="Windows Live" clId="Web-{6F211B30-1143-4BAD-B17D-79F85274C058}" dt="2023-05-23T16:46:28.700" v="5428"/>
          <ac:picMkLst>
            <pc:docMk/>
            <pc:sldMk cId="1866498466" sldId="1198"/>
            <ac:picMk id="9" creationId="{F3B7F211-F64C-BB04-69B2-FD86AB31CAB3}"/>
          </ac:picMkLst>
        </pc:picChg>
        <pc:picChg chg="add del mod">
          <ac:chgData name="Joseph Ross" userId="f02a7e79df86ceb8" providerId="Windows Live" clId="Web-{6F211B30-1143-4BAD-B17D-79F85274C058}" dt="2023-05-23T15:41:28.717" v="3582"/>
          <ac:picMkLst>
            <pc:docMk/>
            <pc:sldMk cId="1866498466" sldId="1198"/>
            <ac:picMk id="14" creationId="{BFA31C69-8B46-32F7-67C1-1ACA40DD5358}"/>
          </ac:picMkLst>
        </pc:picChg>
        <pc:picChg chg="add del mod">
          <ac:chgData name="Joseph Ross" userId="f02a7e79df86ceb8" providerId="Windows Live" clId="Web-{6F211B30-1143-4BAD-B17D-79F85274C058}" dt="2023-05-23T15:41:28.717" v="3581"/>
          <ac:picMkLst>
            <pc:docMk/>
            <pc:sldMk cId="1866498466" sldId="1198"/>
            <ac:picMk id="15" creationId="{FA02CA77-9890-61A9-DFFE-5DED882691E3}"/>
          </ac:picMkLst>
        </pc:picChg>
        <pc:picChg chg="add del mod">
          <ac:chgData name="Joseph Ross" userId="f02a7e79df86ceb8" providerId="Windows Live" clId="Web-{6F211B30-1143-4BAD-B17D-79F85274C058}" dt="2023-05-23T15:41:28.717" v="3580"/>
          <ac:picMkLst>
            <pc:docMk/>
            <pc:sldMk cId="1866498466" sldId="1198"/>
            <ac:picMk id="16" creationId="{3EBDC533-65FC-EFB9-AA78-00829BE439DF}"/>
          </ac:picMkLst>
        </pc:picChg>
        <pc:picChg chg="add del mod">
          <ac:chgData name="Joseph Ross" userId="f02a7e79df86ceb8" providerId="Windows Live" clId="Web-{6F211B30-1143-4BAD-B17D-79F85274C058}" dt="2023-05-23T15:41:28.717" v="3579"/>
          <ac:picMkLst>
            <pc:docMk/>
            <pc:sldMk cId="1866498466" sldId="1198"/>
            <ac:picMk id="17" creationId="{363940CC-608D-26DD-6414-AAE27AA521BE}"/>
          </ac:picMkLst>
        </pc:picChg>
        <pc:picChg chg="add mod">
          <ac:chgData name="Joseph Ross" userId="f02a7e79df86ceb8" providerId="Windows Live" clId="Web-{6F211B30-1143-4BAD-B17D-79F85274C058}" dt="2023-05-23T15:47:07.191" v="3699" actId="14100"/>
          <ac:picMkLst>
            <pc:docMk/>
            <pc:sldMk cId="1866498466" sldId="1198"/>
            <ac:picMk id="19" creationId="{31431E69-743A-C726-D933-8926E68FD384}"/>
          </ac:picMkLst>
        </pc:picChg>
        <pc:picChg chg="add mod">
          <ac:chgData name="Joseph Ross" userId="f02a7e79df86ceb8" providerId="Windows Live" clId="Web-{6F211B30-1143-4BAD-B17D-79F85274C058}" dt="2023-05-23T15:47:17.911" v="3703" actId="1076"/>
          <ac:picMkLst>
            <pc:docMk/>
            <pc:sldMk cId="1866498466" sldId="1198"/>
            <ac:picMk id="21" creationId="{0F741CE4-DAC7-5A7C-DEFB-A71B96B01700}"/>
          </ac:picMkLst>
        </pc:picChg>
        <pc:picChg chg="add mod">
          <ac:chgData name="Joseph Ross" userId="f02a7e79df86ceb8" providerId="Windows Live" clId="Web-{6F211B30-1143-4BAD-B17D-79F85274C058}" dt="2023-05-23T15:47:07.254" v="3701" actId="14100"/>
          <ac:picMkLst>
            <pc:docMk/>
            <pc:sldMk cId="1866498466" sldId="1198"/>
            <ac:picMk id="23" creationId="{3B5D0CE4-A1A7-2774-3B10-F5DB04B418CD}"/>
          </ac:picMkLst>
        </pc:picChg>
        <pc:picChg chg="add mod">
          <ac:chgData name="Joseph Ross" userId="f02a7e79df86ceb8" providerId="Windows Live" clId="Web-{6F211B30-1143-4BAD-B17D-79F85274C058}" dt="2023-05-23T15:47:07.269" v="3702" actId="14100"/>
          <ac:picMkLst>
            <pc:docMk/>
            <pc:sldMk cId="1866498466" sldId="1198"/>
            <ac:picMk id="25" creationId="{840A3DA2-07C8-D591-81C4-48767B562647}"/>
          </ac:picMkLst>
        </pc:picChg>
        <pc:picChg chg="add">
          <ac:chgData name="Joseph Ross" userId="f02a7e79df86ceb8" providerId="Windows Live" clId="Web-{6F211B30-1143-4BAD-B17D-79F85274C058}" dt="2023-05-23T16:46:29.294" v="5429"/>
          <ac:picMkLst>
            <pc:docMk/>
            <pc:sldMk cId="1866498466" sldId="1198"/>
            <ac:picMk id="28" creationId="{61322139-4D45-B512-50B3-0431498D6FEC}"/>
          </ac:picMkLst>
        </pc:picChg>
      </pc:sldChg>
      <pc:sldChg chg="addSp delSp modSp">
        <pc:chgData name="Joseph Ross" userId="f02a7e79df86ceb8" providerId="Windows Live" clId="Web-{6F211B30-1143-4BAD-B17D-79F85274C058}" dt="2023-05-23T16:59:24.793" v="5531"/>
        <pc:sldMkLst>
          <pc:docMk/>
          <pc:sldMk cId="3940420149" sldId="1199"/>
        </pc:sldMkLst>
        <pc:spChg chg="add mod">
          <ac:chgData name="Joseph Ross" userId="f02a7e79df86ceb8" providerId="Windows Live" clId="Web-{6F211B30-1143-4BAD-B17D-79F85274C058}" dt="2023-05-23T15:38:35.268" v="3560" actId="1076"/>
          <ac:spMkLst>
            <pc:docMk/>
            <pc:sldMk cId="3940420149" sldId="1199"/>
            <ac:spMk id="4" creationId="{8D30AEC2-8AE7-C3D4-2FDA-E35E0D523C1C}"/>
          </ac:spMkLst>
        </pc:spChg>
        <pc:spChg chg="mod">
          <ac:chgData name="Joseph Ross" userId="f02a7e79df86ceb8" providerId="Windows Live" clId="Web-{6F211B30-1143-4BAD-B17D-79F85274C058}" dt="2023-05-23T16:26:31.660" v="4884" actId="20577"/>
          <ac:spMkLst>
            <pc:docMk/>
            <pc:sldMk cId="3940420149" sldId="1199"/>
            <ac:spMk id="7" creationId="{42F0B3DC-26D7-C8D7-2095-150058C60ECD}"/>
          </ac:spMkLst>
        </pc:spChg>
        <pc:graphicFrameChg chg="mod modGraphic">
          <ac:chgData name="Joseph Ross" userId="f02a7e79df86ceb8" providerId="Windows Live" clId="Web-{6F211B30-1143-4BAD-B17D-79F85274C058}" dt="2023-05-23T16:59:24.793" v="5531"/>
          <ac:graphicFrameMkLst>
            <pc:docMk/>
            <pc:sldMk cId="3940420149" sldId="1199"/>
            <ac:graphicFrameMk id="2" creationId="{5D8E7BA7-38A8-934A-FF9B-4B044BE585E0}"/>
          </ac:graphicFrameMkLst>
        </pc:graphicFrameChg>
        <pc:picChg chg="add mod">
          <ac:chgData name="Joseph Ross" userId="f02a7e79df86ceb8" providerId="Windows Live" clId="Web-{6F211B30-1143-4BAD-B17D-79F85274C058}" dt="2023-05-23T15:38:02.250" v="3556" actId="1076"/>
          <ac:picMkLst>
            <pc:docMk/>
            <pc:sldMk cId="3940420149" sldId="1199"/>
            <ac:picMk id="8" creationId="{D7D7314E-0C4B-773C-47C2-27DEA21BE846}"/>
          </ac:picMkLst>
        </pc:picChg>
        <pc:picChg chg="del">
          <ac:chgData name="Joseph Ross" userId="f02a7e79df86ceb8" providerId="Windows Live" clId="Web-{6F211B30-1143-4BAD-B17D-79F85274C058}" dt="2023-05-23T16:46:21.106" v="5426"/>
          <ac:picMkLst>
            <pc:docMk/>
            <pc:sldMk cId="3940420149" sldId="1199"/>
            <ac:picMk id="9" creationId="{F3B7F211-F64C-BB04-69B2-FD86AB31CAB3}"/>
          </ac:picMkLst>
        </pc:picChg>
        <pc:picChg chg="add mod">
          <ac:chgData name="Joseph Ross" userId="f02a7e79df86ceb8" providerId="Windows Live" clId="Web-{6F211B30-1143-4BAD-B17D-79F85274C058}" dt="2023-05-23T15:48:31.965" v="3724" actId="1076"/>
          <ac:picMkLst>
            <pc:docMk/>
            <pc:sldMk cId="3940420149" sldId="1199"/>
            <ac:picMk id="13" creationId="{ACD63601-9056-4F06-23A5-BDEF78C21EB7}"/>
          </ac:picMkLst>
        </pc:picChg>
        <pc:picChg chg="add mod">
          <ac:chgData name="Joseph Ross" userId="f02a7e79df86ceb8" providerId="Windows Live" clId="Web-{6F211B30-1143-4BAD-B17D-79F85274C058}" dt="2023-05-23T15:38:17.407" v="3558" actId="1076"/>
          <ac:picMkLst>
            <pc:docMk/>
            <pc:sldMk cId="3940420149" sldId="1199"/>
            <ac:picMk id="14" creationId="{86422C57-1E6D-D6D7-EF38-E8A351A7F89B}"/>
          </ac:picMkLst>
        </pc:picChg>
        <pc:picChg chg="add mod">
          <ac:chgData name="Joseph Ross" userId="f02a7e79df86ceb8" providerId="Windows Live" clId="Web-{6F211B30-1143-4BAD-B17D-79F85274C058}" dt="2023-05-23T15:48:31.996" v="3725" actId="1076"/>
          <ac:picMkLst>
            <pc:docMk/>
            <pc:sldMk cId="3940420149" sldId="1199"/>
            <ac:picMk id="15" creationId="{0374C8AE-D496-E7EE-E67A-0EB67106A871}"/>
          </ac:picMkLst>
        </pc:picChg>
        <pc:picChg chg="add mod">
          <ac:chgData name="Joseph Ross" userId="f02a7e79df86ceb8" providerId="Windows Live" clId="Web-{6F211B30-1143-4BAD-B17D-79F85274C058}" dt="2023-05-23T15:39:18.411" v="3563" actId="1076"/>
          <ac:picMkLst>
            <pc:docMk/>
            <pc:sldMk cId="3940420149" sldId="1199"/>
            <ac:picMk id="16" creationId="{76226C23-5869-13DE-4E63-F4E31E83C01A}"/>
          </ac:picMkLst>
        </pc:picChg>
        <pc:picChg chg="add mod">
          <ac:chgData name="Joseph Ross" userId="f02a7e79df86ceb8" providerId="Windows Live" clId="Web-{6F211B30-1143-4BAD-B17D-79F85274C058}" dt="2023-05-23T15:41:35.139" v="3588" actId="1076"/>
          <ac:picMkLst>
            <pc:docMk/>
            <pc:sldMk cId="3940420149" sldId="1199"/>
            <ac:picMk id="17" creationId="{436BCD01-FE72-A127-7958-D011647E443B}"/>
          </ac:picMkLst>
        </pc:picChg>
        <pc:picChg chg="add mod">
          <ac:chgData name="Joseph Ross" userId="f02a7e79df86ceb8" providerId="Windows Live" clId="Web-{6F211B30-1143-4BAD-B17D-79F85274C058}" dt="2023-05-23T15:48:32.012" v="3726" actId="1076"/>
          <ac:picMkLst>
            <pc:docMk/>
            <pc:sldMk cId="3940420149" sldId="1199"/>
            <ac:picMk id="18" creationId="{ECAF46E5-0A1F-E4C3-8946-C36FA9144483}"/>
          </ac:picMkLst>
        </pc:picChg>
        <pc:picChg chg="add mod">
          <ac:chgData name="Joseph Ross" userId="f02a7e79df86ceb8" providerId="Windows Live" clId="Web-{6F211B30-1143-4BAD-B17D-79F85274C058}" dt="2023-05-23T15:41:40.186" v="3592" actId="1076"/>
          <ac:picMkLst>
            <pc:docMk/>
            <pc:sldMk cId="3940420149" sldId="1199"/>
            <ac:picMk id="19" creationId="{71576FB7-6A39-71BE-8033-802211228323}"/>
          </ac:picMkLst>
        </pc:picChg>
        <pc:picChg chg="add mod">
          <ac:chgData name="Joseph Ross" userId="f02a7e79df86ceb8" providerId="Windows Live" clId="Web-{6F211B30-1143-4BAD-B17D-79F85274C058}" dt="2023-05-23T15:41:38.967" v="3591" actId="1076"/>
          <ac:picMkLst>
            <pc:docMk/>
            <pc:sldMk cId="3940420149" sldId="1199"/>
            <ac:picMk id="20" creationId="{FB316294-CED1-97CD-EEC7-6CC0279F62F6}"/>
          </ac:picMkLst>
        </pc:picChg>
        <pc:picChg chg="add mod">
          <ac:chgData name="Joseph Ross" userId="f02a7e79df86ceb8" providerId="Windows Live" clId="Web-{6F211B30-1143-4BAD-B17D-79F85274C058}" dt="2023-05-23T15:41:41.702" v="3593" actId="1076"/>
          <ac:picMkLst>
            <pc:docMk/>
            <pc:sldMk cId="3940420149" sldId="1199"/>
            <ac:picMk id="21" creationId="{4CBE0FD4-4A32-419E-BD33-A8076C4F8A4D}"/>
          </ac:picMkLst>
        </pc:picChg>
        <pc:picChg chg="add mod">
          <ac:chgData name="Joseph Ross" userId="f02a7e79df86ceb8" providerId="Windows Live" clId="Web-{6F211B30-1143-4BAD-B17D-79F85274C058}" dt="2023-05-23T15:41:45.233" v="3594" actId="1076"/>
          <ac:picMkLst>
            <pc:docMk/>
            <pc:sldMk cId="3940420149" sldId="1199"/>
            <ac:picMk id="22" creationId="{AA9B61D3-A3BC-425F-9133-1194BF2F49F8}"/>
          </ac:picMkLst>
        </pc:picChg>
        <pc:picChg chg="add mod">
          <ac:chgData name="Joseph Ross" userId="f02a7e79df86ceb8" providerId="Windows Live" clId="Web-{6F211B30-1143-4BAD-B17D-79F85274C058}" dt="2023-05-23T15:41:45.264" v="3595" actId="1076"/>
          <ac:picMkLst>
            <pc:docMk/>
            <pc:sldMk cId="3940420149" sldId="1199"/>
            <ac:picMk id="23" creationId="{842C2091-FBD4-7D85-3A56-4FBD1326C9D0}"/>
          </ac:picMkLst>
        </pc:picChg>
        <pc:picChg chg="add mod">
          <ac:chgData name="Joseph Ross" userId="f02a7e79df86ceb8" providerId="Windows Live" clId="Web-{6F211B30-1143-4BAD-B17D-79F85274C058}" dt="2023-05-23T15:48:32.043" v="3727" actId="1076"/>
          <ac:picMkLst>
            <pc:docMk/>
            <pc:sldMk cId="3940420149" sldId="1199"/>
            <ac:picMk id="24" creationId="{BE9D4003-635C-BDD9-41B0-02EADCE2A279}"/>
          </ac:picMkLst>
        </pc:picChg>
        <pc:picChg chg="add mod">
          <ac:chgData name="Joseph Ross" userId="f02a7e79df86ceb8" providerId="Windows Live" clId="Web-{6F211B30-1143-4BAD-B17D-79F85274C058}" dt="2023-05-23T15:41:45.311" v="3597" actId="1076"/>
          <ac:picMkLst>
            <pc:docMk/>
            <pc:sldMk cId="3940420149" sldId="1199"/>
            <ac:picMk id="25" creationId="{FFA2CDEF-69A7-DD17-1308-22963353BC7A}"/>
          </ac:picMkLst>
        </pc:picChg>
        <pc:picChg chg="add">
          <ac:chgData name="Joseph Ross" userId="f02a7e79df86ceb8" providerId="Windows Live" clId="Web-{6F211B30-1143-4BAD-B17D-79F85274C058}" dt="2023-05-23T16:46:21.903" v="5427"/>
          <ac:picMkLst>
            <pc:docMk/>
            <pc:sldMk cId="3940420149" sldId="1199"/>
            <ac:picMk id="28" creationId="{78925494-B5D9-1D17-ED0F-64923320DB19}"/>
          </ac:picMkLst>
        </pc:picChg>
      </pc:sldChg>
      <pc:sldChg chg="del">
        <pc:chgData name="Joseph Ross" userId="f02a7e79df86ceb8" providerId="Windows Live" clId="Web-{6F211B30-1143-4BAD-B17D-79F85274C058}" dt="2023-05-23T14:20:26.305" v="0"/>
        <pc:sldMkLst>
          <pc:docMk/>
          <pc:sldMk cId="737729143" sldId="1200"/>
        </pc:sldMkLst>
      </pc:sldChg>
      <pc:sldChg chg="addSp delSp modSp ord">
        <pc:chgData name="Joseph Ross" userId="f02a7e79df86ceb8" providerId="Windows Live" clId="Web-{6F211B30-1143-4BAD-B17D-79F85274C058}" dt="2023-05-23T17:48:25.114" v="5951" actId="20577"/>
        <pc:sldMkLst>
          <pc:docMk/>
          <pc:sldMk cId="2802494229" sldId="1200"/>
        </pc:sldMkLst>
        <pc:spChg chg="del mod">
          <ac:chgData name="Joseph Ross" userId="f02a7e79df86ceb8" providerId="Windows Live" clId="Web-{6F211B30-1143-4BAD-B17D-79F85274C058}" dt="2023-05-23T17:43:07.406" v="5843"/>
          <ac:spMkLst>
            <pc:docMk/>
            <pc:sldMk cId="2802494229" sldId="1200"/>
            <ac:spMk id="13" creationId="{9229F10B-FCA5-6AB8-126C-D34FB811BAB8}"/>
          </ac:spMkLst>
        </pc:spChg>
        <pc:spChg chg="del mod">
          <ac:chgData name="Joseph Ross" userId="f02a7e79df86ceb8" providerId="Windows Live" clId="Web-{6F211B30-1143-4BAD-B17D-79F85274C058}" dt="2023-05-23T17:44:37.958" v="5864"/>
          <ac:spMkLst>
            <pc:docMk/>
            <pc:sldMk cId="2802494229" sldId="1200"/>
            <ac:spMk id="17" creationId="{6E72D82C-DE79-288E-9228-AFB863D3C277}"/>
          </ac:spMkLst>
        </pc:spChg>
        <pc:spChg chg="del">
          <ac:chgData name="Joseph Ross" userId="f02a7e79df86ceb8" providerId="Windows Live" clId="Web-{6F211B30-1143-4BAD-B17D-79F85274C058}" dt="2023-05-23T17:43:09.343" v="5844"/>
          <ac:spMkLst>
            <pc:docMk/>
            <pc:sldMk cId="2802494229" sldId="1200"/>
            <ac:spMk id="21" creationId="{D831CF74-ABC9-8F9F-2EFC-A71F7ABF93DE}"/>
          </ac:spMkLst>
        </pc:spChg>
        <pc:spChg chg="add del mod">
          <ac:chgData name="Joseph Ross" userId="f02a7e79df86ceb8" providerId="Windows Live" clId="Web-{6F211B30-1143-4BAD-B17D-79F85274C058}" dt="2023-05-23T17:44:37.224" v="5863"/>
          <ac:spMkLst>
            <pc:docMk/>
            <pc:sldMk cId="2802494229" sldId="1200"/>
            <ac:spMk id="35" creationId="{3D220781-80B1-B11E-5516-DE8DFCDDCE35}"/>
          </ac:spMkLst>
        </pc:spChg>
        <pc:spChg chg="add del mod">
          <ac:chgData name="Joseph Ross" userId="f02a7e79df86ceb8" providerId="Windows Live" clId="Web-{6F211B30-1143-4BAD-B17D-79F85274C058}" dt="2023-05-23T17:44:35.646" v="5862"/>
          <ac:spMkLst>
            <pc:docMk/>
            <pc:sldMk cId="2802494229" sldId="1200"/>
            <ac:spMk id="38" creationId="{70B98959-F987-56FF-FC5E-48193424BE0C}"/>
          </ac:spMkLst>
        </pc:spChg>
        <pc:spChg chg="add mod">
          <ac:chgData name="Joseph Ross" userId="f02a7e79df86ceb8" providerId="Windows Live" clId="Web-{6F211B30-1143-4BAD-B17D-79F85274C058}" dt="2023-05-23T17:47:41.798" v="5946"/>
          <ac:spMkLst>
            <pc:docMk/>
            <pc:sldMk cId="2802494229" sldId="1200"/>
            <ac:spMk id="39" creationId="{9A60E52B-C6EE-2AA6-3D4C-835789208591}"/>
          </ac:spMkLst>
        </pc:spChg>
        <pc:spChg chg="add mod">
          <ac:chgData name="Joseph Ross" userId="f02a7e79df86ceb8" providerId="Windows Live" clId="Web-{6F211B30-1143-4BAD-B17D-79F85274C058}" dt="2023-05-23T17:48:25.114" v="5951" actId="20577"/>
          <ac:spMkLst>
            <pc:docMk/>
            <pc:sldMk cId="2802494229" sldId="1200"/>
            <ac:spMk id="40" creationId="{06BD3CDA-33AF-61A2-892F-450B77FFA757}"/>
          </ac:spMkLst>
        </pc:spChg>
        <pc:spChg chg="add mod">
          <ac:chgData name="Joseph Ross" userId="f02a7e79df86ceb8" providerId="Windows Live" clId="Web-{6F211B30-1143-4BAD-B17D-79F85274C058}" dt="2023-05-23T17:48:06.019" v="5949"/>
          <ac:spMkLst>
            <pc:docMk/>
            <pc:sldMk cId="2802494229" sldId="1200"/>
            <ac:spMk id="43" creationId="{BC7739E6-A8BD-0F6A-6F65-D3F99DD4D4E4}"/>
          </ac:spMkLst>
        </pc:spChg>
        <pc:spChg chg="add mod">
          <ac:chgData name="Joseph Ross" userId="f02a7e79df86ceb8" providerId="Windows Live" clId="Web-{6F211B30-1143-4BAD-B17D-79F85274C058}" dt="2023-05-23T17:47:47.127" v="5947"/>
          <ac:spMkLst>
            <pc:docMk/>
            <pc:sldMk cId="2802494229" sldId="1200"/>
            <ac:spMk id="50" creationId="{ECB3677E-C722-F2E1-F4B0-40D662B018D0}"/>
          </ac:spMkLst>
        </pc:spChg>
        <pc:graphicFrameChg chg="mod">
          <ac:chgData name="Joseph Ross" userId="f02a7e79df86ceb8" providerId="Windows Live" clId="Web-{6F211B30-1143-4BAD-B17D-79F85274C058}" dt="2023-05-23T17:42:35.216" v="5838" actId="14100"/>
          <ac:graphicFrameMkLst>
            <pc:docMk/>
            <pc:sldMk cId="2802494229" sldId="1200"/>
            <ac:graphicFrameMk id="2" creationId="{15AF64CD-EA04-A9E4-C4FF-CD231C9472BC}"/>
          </ac:graphicFrameMkLst>
        </pc:graphicFrameChg>
        <pc:picChg chg="add">
          <ac:chgData name="Joseph Ross" userId="f02a7e79df86ceb8" providerId="Windows Live" clId="Web-{6F211B30-1143-4BAD-B17D-79F85274C058}" dt="2023-05-23T16:47:06.109" v="5443"/>
          <ac:picMkLst>
            <pc:docMk/>
            <pc:sldMk cId="2802494229" sldId="1200"/>
            <ac:picMk id="5" creationId="{E2DFACB5-2A09-1E4E-E627-0BA29C9E43A1}"/>
          </ac:picMkLst>
        </pc:picChg>
        <pc:picChg chg="del">
          <ac:chgData name="Joseph Ross" userId="f02a7e79df86ceb8" providerId="Windows Live" clId="Web-{6F211B30-1143-4BAD-B17D-79F85274C058}" dt="2023-05-23T16:47:05.468" v="5442"/>
          <ac:picMkLst>
            <pc:docMk/>
            <pc:sldMk cId="2802494229" sldId="1200"/>
            <ac:picMk id="9" creationId="{F3B7F211-F64C-BB04-69B2-FD86AB31CAB3}"/>
          </ac:picMkLst>
        </pc:picChg>
        <pc:cxnChg chg="mod">
          <ac:chgData name="Joseph Ross" userId="f02a7e79df86ceb8" providerId="Windows Live" clId="Web-{6F211B30-1143-4BAD-B17D-79F85274C058}" dt="2023-05-23T17:44:22.286" v="5859" actId="1076"/>
          <ac:cxnSpMkLst>
            <pc:docMk/>
            <pc:sldMk cId="2802494229" sldId="1200"/>
            <ac:cxnSpMk id="44" creationId="{1AD2545E-C32B-7E4E-99B4-8AFDE466F6CA}"/>
          </ac:cxnSpMkLst>
        </pc:cxnChg>
      </pc:sldChg>
      <pc:sldChg chg="addSp delSp modSp add ord replId">
        <pc:chgData name="Joseph Ross" userId="f02a7e79df86ceb8" providerId="Windows Live" clId="Web-{6F211B30-1143-4BAD-B17D-79F85274C058}" dt="2023-05-23T17:00:57.253" v="5534"/>
        <pc:sldMkLst>
          <pc:docMk/>
          <pc:sldMk cId="2903952691" sldId="1201"/>
        </pc:sldMkLst>
        <pc:spChg chg="add mod">
          <ac:chgData name="Joseph Ross" userId="f02a7e79df86ceb8" providerId="Windows Live" clId="Web-{6F211B30-1143-4BAD-B17D-79F85274C058}" dt="2023-05-23T16:07:28.655" v="4000" actId="1076"/>
          <ac:spMkLst>
            <pc:docMk/>
            <pc:sldMk cId="2903952691" sldId="1201"/>
            <ac:spMk id="4" creationId="{1FF0872D-E566-4B1C-C328-8F45BFAD8CDA}"/>
          </ac:spMkLst>
        </pc:spChg>
        <pc:spChg chg="add del mod">
          <ac:chgData name="Joseph Ross" userId="f02a7e79df86ceb8" providerId="Windows Live" clId="Web-{6F211B30-1143-4BAD-B17D-79F85274C058}" dt="2023-05-23T16:06:35.073" v="3980"/>
          <ac:spMkLst>
            <pc:docMk/>
            <pc:sldMk cId="2903952691" sldId="1201"/>
            <ac:spMk id="5" creationId="{B1553B01-F542-27C8-E1B5-E610AED743F0}"/>
          </ac:spMkLst>
        </pc:spChg>
        <pc:spChg chg="add mod">
          <ac:chgData name="Joseph Ross" userId="f02a7e79df86ceb8" providerId="Windows Live" clId="Web-{6F211B30-1143-4BAD-B17D-79F85274C058}" dt="2023-05-23T16:07:37.093" v="4005" actId="20577"/>
          <ac:spMkLst>
            <pc:docMk/>
            <pc:sldMk cId="2903952691" sldId="1201"/>
            <ac:spMk id="6" creationId="{BDAFABF4-B7E9-E6D6-7FED-5922AF83B559}"/>
          </ac:spMkLst>
        </pc:spChg>
        <pc:spChg chg="add mod">
          <ac:chgData name="Joseph Ross" userId="f02a7e79df86ceb8" providerId="Windows Live" clId="Web-{6F211B30-1143-4BAD-B17D-79F85274C058}" dt="2023-05-23T16:07:33.764" v="4004" actId="20577"/>
          <ac:spMkLst>
            <pc:docMk/>
            <pc:sldMk cId="2903952691" sldId="1201"/>
            <ac:spMk id="7" creationId="{3146CA38-0FFF-80F9-8533-5F4AB1364376}"/>
          </ac:spMkLst>
        </pc:spChg>
        <pc:spChg chg="add mod">
          <ac:chgData name="Joseph Ross" userId="f02a7e79df86ceb8" providerId="Windows Live" clId="Web-{6F211B30-1143-4BAD-B17D-79F85274C058}" dt="2023-05-23T16:07:39.499" v="4007" actId="20577"/>
          <ac:spMkLst>
            <pc:docMk/>
            <pc:sldMk cId="2903952691" sldId="1201"/>
            <ac:spMk id="13" creationId="{7026926D-D1D7-427E-A1EC-1F76D52020F1}"/>
          </ac:spMkLst>
        </pc:spChg>
        <pc:spChg chg="add mod">
          <ac:chgData name="Joseph Ross" userId="f02a7e79df86ceb8" providerId="Windows Live" clId="Web-{6F211B30-1143-4BAD-B17D-79F85274C058}" dt="2023-05-23T16:09:46.288" v="4104" actId="20577"/>
          <ac:spMkLst>
            <pc:docMk/>
            <pc:sldMk cId="2903952691" sldId="1201"/>
            <ac:spMk id="15" creationId="{663B45DA-D7D0-1FF1-FECA-4A228CDE371A}"/>
          </ac:spMkLst>
        </pc:spChg>
        <pc:spChg chg="mod">
          <ac:chgData name="Joseph Ross" userId="f02a7e79df86ceb8" providerId="Windows Live" clId="Web-{6F211B30-1143-4BAD-B17D-79F85274C058}" dt="2023-05-23T16:28:32.402" v="4955" actId="20577"/>
          <ac:spMkLst>
            <pc:docMk/>
            <pc:sldMk cId="2903952691" sldId="1201"/>
            <ac:spMk id="16" creationId="{469B93E7-5236-7C05-F091-3265D4029AFA}"/>
          </ac:spMkLst>
        </pc:spChg>
        <pc:spChg chg="add mod">
          <ac:chgData name="Joseph Ross" userId="f02a7e79df86ceb8" providerId="Windows Live" clId="Web-{6F211B30-1143-4BAD-B17D-79F85274C058}" dt="2023-05-23T16:11:28.107" v="4306" actId="20577"/>
          <ac:spMkLst>
            <pc:docMk/>
            <pc:sldMk cId="2903952691" sldId="1201"/>
            <ac:spMk id="17" creationId="{4EE00B61-E06B-D93E-7CCF-D53492230131}"/>
          </ac:spMkLst>
        </pc:spChg>
        <pc:spChg chg="del mod">
          <ac:chgData name="Joseph Ross" userId="f02a7e79df86ceb8" providerId="Windows Live" clId="Web-{6F211B30-1143-4BAD-B17D-79F85274C058}" dt="2023-05-23T16:08:36.175" v="4008"/>
          <ac:spMkLst>
            <pc:docMk/>
            <pc:sldMk cId="2903952691" sldId="1201"/>
            <ac:spMk id="18" creationId="{4811A1D8-B6B6-E889-E8BF-EBEA3AE3E659}"/>
          </ac:spMkLst>
        </pc:spChg>
        <pc:spChg chg="del mod">
          <ac:chgData name="Joseph Ross" userId="f02a7e79df86ceb8" providerId="Windows Live" clId="Web-{6F211B30-1143-4BAD-B17D-79F85274C058}" dt="2023-05-23T16:15:51.031" v="4524"/>
          <ac:spMkLst>
            <pc:docMk/>
            <pc:sldMk cId="2903952691" sldId="1201"/>
            <ac:spMk id="19" creationId="{609D17F3-2605-B6D5-D40C-5CE53C7EF955}"/>
          </ac:spMkLst>
        </pc:spChg>
        <pc:spChg chg="del mod">
          <ac:chgData name="Joseph Ross" userId="f02a7e79df86ceb8" providerId="Windows Live" clId="Web-{6F211B30-1143-4BAD-B17D-79F85274C058}" dt="2023-05-23T16:15:53.921" v="4525"/>
          <ac:spMkLst>
            <pc:docMk/>
            <pc:sldMk cId="2903952691" sldId="1201"/>
            <ac:spMk id="20" creationId="{B2AAEA4B-65B1-8313-BAFC-68F3D89AFB8A}"/>
          </ac:spMkLst>
        </pc:spChg>
        <pc:spChg chg="del mod">
          <ac:chgData name="Joseph Ross" userId="f02a7e79df86ceb8" providerId="Windows Live" clId="Web-{6F211B30-1143-4BAD-B17D-79F85274C058}" dt="2023-05-23T16:15:55.578" v="4526"/>
          <ac:spMkLst>
            <pc:docMk/>
            <pc:sldMk cId="2903952691" sldId="1201"/>
            <ac:spMk id="21" creationId="{2266FB13-FE27-A3B8-B685-692A5269AC36}"/>
          </ac:spMkLst>
        </pc:spChg>
        <pc:spChg chg="add mod">
          <ac:chgData name="Joseph Ross" userId="f02a7e79df86ceb8" providerId="Windows Live" clId="Web-{6F211B30-1143-4BAD-B17D-79F85274C058}" dt="2023-05-23T16:11:17.888" v="4267" actId="20577"/>
          <ac:spMkLst>
            <pc:docMk/>
            <pc:sldMk cId="2903952691" sldId="1201"/>
            <ac:spMk id="22" creationId="{A6A0B60A-7C5A-64E4-2B8A-C8156BBCB1EA}"/>
          </ac:spMkLst>
        </pc:spChg>
        <pc:spChg chg="mod">
          <ac:chgData name="Joseph Ross" userId="f02a7e79df86ceb8" providerId="Windows Live" clId="Web-{6F211B30-1143-4BAD-B17D-79F85274C058}" dt="2023-05-23T16:05:45.429" v="3965" actId="1076"/>
          <ac:spMkLst>
            <pc:docMk/>
            <pc:sldMk cId="2903952691" sldId="1201"/>
            <ac:spMk id="23" creationId="{B28E5ED6-4485-DE26-9CFA-A2B2D764E0F0}"/>
          </ac:spMkLst>
        </pc:spChg>
        <pc:spChg chg="mod">
          <ac:chgData name="Joseph Ross" userId="f02a7e79df86ceb8" providerId="Windows Live" clId="Web-{6F211B30-1143-4BAD-B17D-79F85274C058}" dt="2023-05-23T16:05:58.446" v="3971" actId="1076"/>
          <ac:spMkLst>
            <pc:docMk/>
            <pc:sldMk cId="2903952691" sldId="1201"/>
            <ac:spMk id="24" creationId="{4B460717-8ED5-2F06-6E84-7DA548696B87}"/>
          </ac:spMkLst>
        </pc:spChg>
        <pc:spChg chg="mod">
          <ac:chgData name="Joseph Ross" userId="f02a7e79df86ceb8" providerId="Windows Live" clId="Web-{6F211B30-1143-4BAD-B17D-79F85274C058}" dt="2023-05-23T16:08:59.707" v="4051" actId="20577"/>
          <ac:spMkLst>
            <pc:docMk/>
            <pc:sldMk cId="2903952691" sldId="1201"/>
            <ac:spMk id="25" creationId="{2CA272B1-6E50-8BBD-C21B-C57D10002E96}"/>
          </ac:spMkLst>
        </pc:spChg>
        <pc:spChg chg="mod">
          <ac:chgData name="Joseph Ross" userId="f02a7e79df86ceb8" providerId="Windows Live" clId="Web-{6F211B30-1143-4BAD-B17D-79F85274C058}" dt="2023-05-23T16:05:45.429" v="3966" actId="1076"/>
          <ac:spMkLst>
            <pc:docMk/>
            <pc:sldMk cId="2903952691" sldId="1201"/>
            <ac:spMk id="26" creationId="{52E5BDCD-AC46-1707-7479-76A69EDFF1CA}"/>
          </ac:spMkLst>
        </pc:spChg>
        <pc:spChg chg="add mod">
          <ac:chgData name="Joseph Ross" userId="f02a7e79df86ceb8" providerId="Windows Live" clId="Web-{6F211B30-1143-4BAD-B17D-79F85274C058}" dt="2023-05-23T16:12:29.518" v="4523" actId="20577"/>
          <ac:spMkLst>
            <pc:docMk/>
            <pc:sldMk cId="2903952691" sldId="1201"/>
            <ac:spMk id="27" creationId="{C1C5191E-83A7-4E5A-ED07-1133F539FD60}"/>
          </ac:spMkLst>
        </pc:spChg>
        <pc:spChg chg="del">
          <ac:chgData name="Joseph Ross" userId="f02a7e79df86ceb8" providerId="Windows Live" clId="Web-{6F211B30-1143-4BAD-B17D-79F85274C058}" dt="2023-05-23T15:59:16.915" v="3843"/>
          <ac:spMkLst>
            <pc:docMk/>
            <pc:sldMk cId="2903952691" sldId="1201"/>
            <ac:spMk id="30" creationId="{F2302105-CDEE-1117-A3B0-95247EC41E36}"/>
          </ac:spMkLst>
        </pc:spChg>
        <pc:spChg chg="del">
          <ac:chgData name="Joseph Ross" userId="f02a7e79df86ceb8" providerId="Windows Live" clId="Web-{6F211B30-1143-4BAD-B17D-79F85274C058}" dt="2023-05-23T15:59:18.305" v="3844"/>
          <ac:spMkLst>
            <pc:docMk/>
            <pc:sldMk cId="2903952691" sldId="1201"/>
            <ac:spMk id="31" creationId="{AE122126-418C-DFEB-94D5-DB502D44FEFD}"/>
          </ac:spMkLst>
        </pc:spChg>
        <pc:spChg chg="del">
          <ac:chgData name="Joseph Ross" userId="f02a7e79df86ceb8" providerId="Windows Live" clId="Web-{6F211B30-1143-4BAD-B17D-79F85274C058}" dt="2023-05-23T15:59:19.368" v="3845"/>
          <ac:spMkLst>
            <pc:docMk/>
            <pc:sldMk cId="2903952691" sldId="1201"/>
            <ac:spMk id="32" creationId="{52D0F825-34B2-1204-EC93-10A44E4F8A69}"/>
          </ac:spMkLst>
        </pc:spChg>
        <pc:spChg chg="del">
          <ac:chgData name="Joseph Ross" userId="f02a7e79df86ceb8" providerId="Windows Live" clId="Web-{6F211B30-1143-4BAD-B17D-79F85274C058}" dt="2023-05-23T15:59:20.478" v="3846"/>
          <ac:spMkLst>
            <pc:docMk/>
            <pc:sldMk cId="2903952691" sldId="1201"/>
            <ac:spMk id="33" creationId="{9F4FD054-A604-15AB-73F6-6ECEB5CF59D4}"/>
          </ac:spMkLst>
        </pc:spChg>
        <pc:picChg chg="del">
          <ac:chgData name="Joseph Ross" userId="f02a7e79df86ceb8" providerId="Windows Live" clId="Web-{6F211B30-1143-4BAD-B17D-79F85274C058}" dt="2023-05-23T16:46:43.342" v="5434"/>
          <ac:picMkLst>
            <pc:docMk/>
            <pc:sldMk cId="2903952691" sldId="1201"/>
            <ac:picMk id="9" creationId="{F3B7F211-F64C-BB04-69B2-FD86AB31CAB3}"/>
          </ac:picMkLst>
        </pc:picChg>
        <pc:picChg chg="add mod">
          <ac:chgData name="Joseph Ross" userId="f02a7e79df86ceb8" providerId="Windows Live" clId="Web-{6F211B30-1143-4BAD-B17D-79F85274C058}" dt="2023-05-23T16:38:49.883" v="5129" actId="1076"/>
          <ac:picMkLst>
            <pc:docMk/>
            <pc:sldMk cId="2903952691" sldId="1201"/>
            <ac:picMk id="36" creationId="{E82C19DB-625F-106A-8A09-EDB143B8FE15}"/>
          </ac:picMkLst>
        </pc:picChg>
        <pc:picChg chg="add">
          <ac:chgData name="Joseph Ross" userId="f02a7e79df86ceb8" providerId="Windows Live" clId="Web-{6F211B30-1143-4BAD-B17D-79F85274C058}" dt="2023-05-23T16:46:43.748" v="5435"/>
          <ac:picMkLst>
            <pc:docMk/>
            <pc:sldMk cId="2903952691" sldId="1201"/>
            <ac:picMk id="40" creationId="{95C1CBDF-66AB-F4BF-CD66-0024651C2852}"/>
          </ac:picMkLst>
        </pc:picChg>
      </pc:sldChg>
    </pc:docChg>
  </pc:docChgLst>
  <pc:docChgLst>
    <pc:chgData name="Harley Wijeyaratne" userId="d52f8215faed5781" providerId="Windows Live" clId="Web-{C9EA8D98-8CDE-488E-AF62-E28E48FFEAB8}"/>
    <pc:docChg chg="delSld modSld">
      <pc:chgData name="Harley Wijeyaratne" userId="d52f8215faed5781" providerId="Windows Live" clId="Web-{C9EA8D98-8CDE-488E-AF62-E28E48FFEAB8}" dt="2023-05-23T12:23:22.846" v="547"/>
      <pc:docMkLst>
        <pc:docMk/>
      </pc:docMkLst>
      <pc:sldChg chg="del">
        <pc:chgData name="Harley Wijeyaratne" userId="d52f8215faed5781" providerId="Windows Live" clId="Web-{C9EA8D98-8CDE-488E-AF62-E28E48FFEAB8}" dt="2023-05-23T12:20:42.920" v="103"/>
        <pc:sldMkLst>
          <pc:docMk/>
          <pc:sldMk cId="1739347647" sldId="1187"/>
        </pc:sldMkLst>
      </pc:sldChg>
      <pc:sldChg chg="modSp">
        <pc:chgData name="Harley Wijeyaratne" userId="d52f8215faed5781" providerId="Windows Live" clId="Web-{C9EA8D98-8CDE-488E-AF62-E28E48FFEAB8}" dt="2023-05-23T12:23:22.846" v="547"/>
        <pc:sldMkLst>
          <pc:docMk/>
          <pc:sldMk cId="1734238477" sldId="1189"/>
        </pc:sldMkLst>
        <pc:spChg chg="mod">
          <ac:chgData name="Harley Wijeyaratne" userId="d52f8215faed5781" providerId="Windows Live" clId="Web-{C9EA8D98-8CDE-488E-AF62-E28E48FFEAB8}" dt="2023-05-23T12:19:37.465" v="101" actId="20577"/>
          <ac:spMkLst>
            <pc:docMk/>
            <pc:sldMk cId="1734238477" sldId="1189"/>
            <ac:spMk id="17" creationId="{B2C54276-F9FB-108A-DF8E-BFFAA41844FA}"/>
          </ac:spMkLst>
        </pc:spChg>
        <pc:graphicFrameChg chg="mod modGraphic">
          <ac:chgData name="Harley Wijeyaratne" userId="d52f8215faed5781" providerId="Windows Live" clId="Web-{C9EA8D98-8CDE-488E-AF62-E28E48FFEAB8}" dt="2023-05-23T12:23:22.846" v="547"/>
          <ac:graphicFrameMkLst>
            <pc:docMk/>
            <pc:sldMk cId="1734238477" sldId="1189"/>
            <ac:graphicFrameMk id="20" creationId="{BB37D4B3-541C-5260-73C0-E94E305BDA71}"/>
          </ac:graphicFrameMkLst>
        </pc:graphicFrameChg>
      </pc:sldChg>
    </pc:docChg>
  </pc:docChgLst>
  <pc:docChgLst>
    <pc:chgData name="Harley Wijeyaratne" userId="d52f8215faed5781" providerId="Windows Live" clId="Web-{884A56EE-ADEE-4CC4-BDA0-0BFF078E19B3}"/>
    <pc:docChg chg="addSld delSld modSld sldOrd modMainMaster">
      <pc:chgData name="Harley Wijeyaratne" userId="d52f8215faed5781" providerId="Windows Live" clId="Web-{884A56EE-ADEE-4CC4-BDA0-0BFF078E19B3}" dt="2023-05-20T12:30:11.414" v="5380" actId="20577"/>
      <pc:docMkLst>
        <pc:docMk/>
      </pc:docMkLst>
      <pc:sldChg chg="modSp del ord">
        <pc:chgData name="Harley Wijeyaratne" userId="d52f8215faed5781" providerId="Windows Live" clId="Web-{884A56EE-ADEE-4CC4-BDA0-0BFF078E19B3}" dt="2023-05-20T09:36:03.137" v="38"/>
        <pc:sldMkLst>
          <pc:docMk/>
          <pc:sldMk cId="1382891996" sldId="1113"/>
        </pc:sldMkLst>
        <pc:spChg chg="mod">
          <ac:chgData name="Harley Wijeyaratne" userId="d52f8215faed5781" providerId="Windows Live" clId="Web-{884A56EE-ADEE-4CC4-BDA0-0BFF078E19B3}" dt="2023-05-20T09:32:57.988" v="7" actId="20577"/>
          <ac:spMkLst>
            <pc:docMk/>
            <pc:sldMk cId="1382891996" sldId="1113"/>
            <ac:spMk id="3" creationId="{CC80E7FD-6D0C-4B24-2D07-2A4BB8F5C59D}"/>
          </ac:spMkLst>
        </pc:spChg>
        <pc:spChg chg="mod">
          <ac:chgData name="Harley Wijeyaratne" userId="d52f8215faed5781" providerId="Windows Live" clId="Web-{884A56EE-ADEE-4CC4-BDA0-0BFF078E19B3}" dt="2023-05-20T09:33:19.989" v="14" actId="1076"/>
          <ac:spMkLst>
            <pc:docMk/>
            <pc:sldMk cId="1382891996" sldId="1113"/>
            <ac:spMk id="5" creationId="{C9CC4ECF-8C74-E13A-2E18-05178A4090DF}"/>
          </ac:spMkLst>
        </pc:spChg>
      </pc:sldChg>
      <pc:sldChg chg="delSp">
        <pc:chgData name="Harley Wijeyaratne" userId="d52f8215faed5781" providerId="Windows Live" clId="Web-{884A56EE-ADEE-4CC4-BDA0-0BFF078E19B3}" dt="2023-05-20T09:38:56.142" v="73"/>
        <pc:sldMkLst>
          <pc:docMk/>
          <pc:sldMk cId="2016640805" sldId="1114"/>
        </pc:sldMkLst>
        <pc:spChg chg="del">
          <ac:chgData name="Harley Wijeyaratne" userId="d52f8215faed5781" providerId="Windows Live" clId="Web-{884A56EE-ADEE-4CC4-BDA0-0BFF078E19B3}" dt="2023-05-20T09:38:56.142" v="73"/>
          <ac:spMkLst>
            <pc:docMk/>
            <pc:sldMk cId="2016640805" sldId="1114"/>
            <ac:spMk id="7" creationId="{3465E777-B51C-DB58-3288-4362D2062945}"/>
          </ac:spMkLst>
        </pc:spChg>
      </pc:sldChg>
      <pc:sldChg chg="delSp">
        <pc:chgData name="Harley Wijeyaratne" userId="d52f8215faed5781" providerId="Windows Live" clId="Web-{884A56EE-ADEE-4CC4-BDA0-0BFF078E19B3}" dt="2023-05-20T09:38:56.142" v="73"/>
        <pc:sldMkLst>
          <pc:docMk/>
          <pc:sldMk cId="3096864418" sldId="1115"/>
        </pc:sldMkLst>
        <pc:spChg chg="del">
          <ac:chgData name="Harley Wijeyaratne" userId="d52f8215faed5781" providerId="Windows Live" clId="Web-{884A56EE-ADEE-4CC4-BDA0-0BFF078E19B3}" dt="2023-05-20T09:38:56.142" v="73"/>
          <ac:spMkLst>
            <pc:docMk/>
            <pc:sldMk cId="3096864418" sldId="1115"/>
            <ac:spMk id="7" creationId="{FD1ABC90-E8A9-ECAA-F027-1EDDBAE393AC}"/>
          </ac:spMkLst>
        </pc:spChg>
      </pc:sldChg>
      <pc:sldChg chg="delSp">
        <pc:chgData name="Harley Wijeyaratne" userId="d52f8215faed5781" providerId="Windows Live" clId="Web-{884A56EE-ADEE-4CC4-BDA0-0BFF078E19B3}" dt="2023-05-20T09:38:56.142" v="73"/>
        <pc:sldMkLst>
          <pc:docMk/>
          <pc:sldMk cId="935956474" sldId="1116"/>
        </pc:sldMkLst>
        <pc:spChg chg="del">
          <ac:chgData name="Harley Wijeyaratne" userId="d52f8215faed5781" providerId="Windows Live" clId="Web-{884A56EE-ADEE-4CC4-BDA0-0BFF078E19B3}" dt="2023-05-20T09:38:56.142" v="73"/>
          <ac:spMkLst>
            <pc:docMk/>
            <pc:sldMk cId="935956474" sldId="1116"/>
            <ac:spMk id="7" creationId="{FA2FD51A-C084-C4FD-B951-1DC384570FD9}"/>
          </ac:spMkLst>
        </pc:spChg>
      </pc:sldChg>
      <pc:sldChg chg="delSp">
        <pc:chgData name="Harley Wijeyaratne" userId="d52f8215faed5781" providerId="Windows Live" clId="Web-{884A56EE-ADEE-4CC4-BDA0-0BFF078E19B3}" dt="2023-05-20T09:38:56.142" v="73"/>
        <pc:sldMkLst>
          <pc:docMk/>
          <pc:sldMk cId="306124372" sldId="1117"/>
        </pc:sldMkLst>
        <pc:spChg chg="del">
          <ac:chgData name="Harley Wijeyaratne" userId="d52f8215faed5781" providerId="Windows Live" clId="Web-{884A56EE-ADEE-4CC4-BDA0-0BFF078E19B3}" dt="2023-05-20T09:38:56.142" v="73"/>
          <ac:spMkLst>
            <pc:docMk/>
            <pc:sldMk cId="306124372" sldId="1117"/>
            <ac:spMk id="7" creationId="{D4A23ED0-9D95-803B-092E-B77744F2C42D}"/>
          </ac:spMkLst>
        </pc:spChg>
      </pc:sldChg>
      <pc:sldChg chg="addSp modSp">
        <pc:chgData name="Harley Wijeyaratne" userId="d52f8215faed5781" providerId="Windows Live" clId="Web-{884A56EE-ADEE-4CC4-BDA0-0BFF078E19B3}" dt="2023-05-20T12:10:49.642" v="5131" actId="20577"/>
        <pc:sldMkLst>
          <pc:docMk/>
          <pc:sldMk cId="1010945764" sldId="1118"/>
        </pc:sldMkLst>
        <pc:spChg chg="add mod">
          <ac:chgData name="Harley Wijeyaratne" userId="d52f8215faed5781" providerId="Windows Live" clId="Web-{884A56EE-ADEE-4CC4-BDA0-0BFF078E19B3}" dt="2023-05-20T09:38:56.142" v="73"/>
          <ac:spMkLst>
            <pc:docMk/>
            <pc:sldMk cId="1010945764" sldId="1118"/>
            <ac:spMk id="2" creationId="{415BE1E0-A8FF-C7C1-F78B-DFB949612458}"/>
          </ac:spMkLst>
        </pc:spChg>
        <pc:spChg chg="mod">
          <ac:chgData name="Harley Wijeyaratne" userId="d52f8215faed5781" providerId="Windows Live" clId="Web-{884A56EE-ADEE-4CC4-BDA0-0BFF078E19B3}" dt="2023-05-20T12:10:49.642" v="5131" actId="20577"/>
          <ac:spMkLst>
            <pc:docMk/>
            <pc:sldMk cId="1010945764" sldId="1118"/>
            <ac:spMk id="7" creationId="{F26EF504-FCA6-E261-DA22-2D2FEC8C3AEE}"/>
          </ac:spMkLst>
        </pc:spChg>
        <pc:picChg chg="mod">
          <ac:chgData name="Harley Wijeyaratne" userId="d52f8215faed5781" providerId="Windows Live" clId="Web-{884A56EE-ADEE-4CC4-BDA0-0BFF078E19B3}" dt="2023-05-20T11:12:09.127" v="3338" actId="1076"/>
          <ac:picMkLst>
            <pc:docMk/>
            <pc:sldMk cId="1010945764" sldId="1118"/>
            <ac:picMk id="5" creationId="{07DE4C6D-A66C-8210-7DA9-3F86A3D89D10}"/>
          </ac:picMkLst>
        </pc:picChg>
      </pc:sldChg>
      <pc:sldChg chg="del">
        <pc:chgData name="Harley Wijeyaratne" userId="d52f8215faed5781" providerId="Windows Live" clId="Web-{884A56EE-ADEE-4CC4-BDA0-0BFF078E19B3}" dt="2023-05-20T09:30:48.544" v="1"/>
        <pc:sldMkLst>
          <pc:docMk/>
          <pc:sldMk cId="3263641487" sldId="1119"/>
        </pc:sldMkLst>
      </pc:sldChg>
      <pc:sldChg chg="delSp">
        <pc:chgData name="Harley Wijeyaratne" userId="d52f8215faed5781" providerId="Windows Live" clId="Web-{884A56EE-ADEE-4CC4-BDA0-0BFF078E19B3}" dt="2023-05-20T09:38:56.142" v="73"/>
        <pc:sldMkLst>
          <pc:docMk/>
          <pc:sldMk cId="1728209997" sldId="1120"/>
        </pc:sldMkLst>
        <pc:spChg chg="del">
          <ac:chgData name="Harley Wijeyaratne" userId="d52f8215faed5781" providerId="Windows Live" clId="Web-{884A56EE-ADEE-4CC4-BDA0-0BFF078E19B3}" dt="2023-05-20T09:38:56.142" v="73"/>
          <ac:spMkLst>
            <pc:docMk/>
            <pc:sldMk cId="1728209997" sldId="1120"/>
            <ac:spMk id="7" creationId="{511E2853-A8BB-D850-C3F3-42282274789F}"/>
          </ac:spMkLst>
        </pc:spChg>
      </pc:sldChg>
      <pc:sldChg chg="addSp delSp modSp new del mod modClrScheme chgLayout">
        <pc:chgData name="Harley Wijeyaratne" userId="d52f8215faed5781" providerId="Windows Live" clId="Web-{884A56EE-ADEE-4CC4-BDA0-0BFF078E19B3}" dt="2023-05-20T10:31:38.757" v="2408"/>
        <pc:sldMkLst>
          <pc:docMk/>
          <pc:sldMk cId="2419579051" sldId="1121"/>
        </pc:sldMkLst>
        <pc:spChg chg="del">
          <ac:chgData name="Harley Wijeyaratne" userId="d52f8215faed5781" providerId="Windows Live" clId="Web-{884A56EE-ADEE-4CC4-BDA0-0BFF078E19B3}" dt="2023-05-20T09:33:29.271" v="16"/>
          <ac:spMkLst>
            <pc:docMk/>
            <pc:sldMk cId="2419579051" sldId="1121"/>
            <ac:spMk id="2" creationId="{BFF05519-F679-1CDB-2511-812BD025029C}"/>
          </ac:spMkLst>
        </pc:spChg>
        <pc:spChg chg="del">
          <ac:chgData name="Harley Wijeyaratne" userId="d52f8215faed5781" providerId="Windows Live" clId="Web-{884A56EE-ADEE-4CC4-BDA0-0BFF078E19B3}" dt="2023-05-20T09:33:31.130" v="17"/>
          <ac:spMkLst>
            <pc:docMk/>
            <pc:sldMk cId="2419579051" sldId="1121"/>
            <ac:spMk id="3" creationId="{7756CEBD-2098-CF89-E948-56622FF4FC67}"/>
          </ac:spMkLst>
        </pc:spChg>
        <pc:spChg chg="add mod ord">
          <ac:chgData name="Harley Wijeyaratne" userId="d52f8215faed5781" providerId="Windows Live" clId="Web-{884A56EE-ADEE-4CC4-BDA0-0BFF078E19B3}" dt="2023-05-20T10:14:10.319" v="1295" actId="20577"/>
          <ac:spMkLst>
            <pc:docMk/>
            <pc:sldMk cId="2419579051" sldId="1121"/>
            <ac:spMk id="5" creationId="{AC84F134-41B0-E093-900D-9EC4900E34B5}"/>
          </ac:spMkLst>
        </pc:spChg>
        <pc:spChg chg="add mod">
          <ac:chgData name="Harley Wijeyaratne" userId="d52f8215faed5781" providerId="Windows Live" clId="Web-{884A56EE-ADEE-4CC4-BDA0-0BFF078E19B3}" dt="2023-05-20T09:49:53.397" v="204" actId="20577"/>
          <ac:spMkLst>
            <pc:docMk/>
            <pc:sldMk cId="2419579051" sldId="1121"/>
            <ac:spMk id="7" creationId="{42F0B3DC-26D7-C8D7-2095-150058C60ECD}"/>
          </ac:spMkLst>
        </pc:spChg>
        <pc:spChg chg="add mod">
          <ac:chgData name="Harley Wijeyaratne" userId="d52f8215faed5781" providerId="Windows Live" clId="Web-{884A56EE-ADEE-4CC4-BDA0-0BFF078E19B3}" dt="2023-05-20T09:58:17.024" v="693" actId="1076"/>
          <ac:spMkLst>
            <pc:docMk/>
            <pc:sldMk cId="2419579051" sldId="1121"/>
            <ac:spMk id="10" creationId="{1F93AE4B-1AD3-DF49-A82D-15D970233F59}"/>
          </ac:spMkLst>
        </pc:spChg>
        <pc:spChg chg="add mod">
          <ac:chgData name="Harley Wijeyaratne" userId="d52f8215faed5781" providerId="Windows Live" clId="Web-{884A56EE-ADEE-4CC4-BDA0-0BFF078E19B3}" dt="2023-05-20T09:58:31.852" v="695" actId="1076"/>
          <ac:spMkLst>
            <pc:docMk/>
            <pc:sldMk cId="2419579051" sldId="1121"/>
            <ac:spMk id="11" creationId="{349C726F-08F9-3D0B-DA8D-F7DF6BF706F6}"/>
          </ac:spMkLst>
        </pc:spChg>
        <pc:spChg chg="add mod ord">
          <ac:chgData name="Harley Wijeyaratne" userId="d52f8215faed5781" providerId="Windows Live" clId="Web-{884A56EE-ADEE-4CC4-BDA0-0BFF078E19B3}" dt="2023-05-20T09:58:37.571" v="696" actId="20577"/>
          <ac:spMkLst>
            <pc:docMk/>
            <pc:sldMk cId="2419579051" sldId="1121"/>
            <ac:spMk id="12" creationId="{5D987FC4-D467-32CB-C941-EFCFA69E6111}"/>
          </ac:spMkLst>
        </pc:spChg>
        <pc:spChg chg="add del mod">
          <ac:chgData name="Harley Wijeyaratne" userId="d52f8215faed5781" providerId="Windows Live" clId="Web-{884A56EE-ADEE-4CC4-BDA0-0BFF078E19B3}" dt="2023-05-20T09:49:04.520" v="201"/>
          <ac:spMkLst>
            <pc:docMk/>
            <pc:sldMk cId="2419579051" sldId="1121"/>
            <ac:spMk id="13" creationId="{7C7DE3C5-BB04-7FAC-F3F1-C87C1498C669}"/>
          </ac:spMkLst>
        </pc:spChg>
        <pc:spChg chg="add del mod">
          <ac:chgData name="Harley Wijeyaratne" userId="d52f8215faed5781" providerId="Windows Live" clId="Web-{884A56EE-ADEE-4CC4-BDA0-0BFF078E19B3}" dt="2023-05-20T09:48:41.848" v="197"/>
          <ac:spMkLst>
            <pc:docMk/>
            <pc:sldMk cId="2419579051" sldId="1121"/>
            <ac:spMk id="14" creationId="{05730A97-D988-B24A-7EAB-46D1D487A135}"/>
          </ac:spMkLst>
        </pc:spChg>
        <pc:spChg chg="add del mod ord">
          <ac:chgData name="Harley Wijeyaratne" userId="d52f8215faed5781" providerId="Windows Live" clId="Web-{884A56EE-ADEE-4CC4-BDA0-0BFF078E19B3}" dt="2023-05-20T09:49:01.973" v="200"/>
          <ac:spMkLst>
            <pc:docMk/>
            <pc:sldMk cId="2419579051" sldId="1121"/>
            <ac:spMk id="15" creationId="{C4116BD7-F605-947F-07E4-4DDDB2BCBF08}"/>
          </ac:spMkLst>
        </pc:spChg>
        <pc:spChg chg="add del mod ord">
          <ac:chgData name="Harley Wijeyaratne" userId="d52f8215faed5781" providerId="Windows Live" clId="Web-{884A56EE-ADEE-4CC4-BDA0-0BFF078E19B3}" dt="2023-05-20T09:49:01.973" v="200"/>
          <ac:spMkLst>
            <pc:docMk/>
            <pc:sldMk cId="2419579051" sldId="1121"/>
            <ac:spMk id="16" creationId="{77E24BFF-9C8F-FF06-F0CE-51DC47AE9D6D}"/>
          </ac:spMkLst>
        </pc:spChg>
        <pc:spChg chg="add del mod ord">
          <ac:chgData name="Harley Wijeyaratne" userId="d52f8215faed5781" providerId="Windows Live" clId="Web-{884A56EE-ADEE-4CC4-BDA0-0BFF078E19B3}" dt="2023-05-20T09:49:01.973" v="200"/>
          <ac:spMkLst>
            <pc:docMk/>
            <pc:sldMk cId="2419579051" sldId="1121"/>
            <ac:spMk id="17" creationId="{ED6209F2-2590-0798-0CA9-955C89DE2CA6}"/>
          </ac:spMkLst>
        </pc:spChg>
        <pc:spChg chg="add del mod ord">
          <ac:chgData name="Harley Wijeyaratne" userId="d52f8215faed5781" providerId="Windows Live" clId="Web-{884A56EE-ADEE-4CC4-BDA0-0BFF078E19B3}" dt="2023-05-20T09:49:01.973" v="200"/>
          <ac:spMkLst>
            <pc:docMk/>
            <pc:sldMk cId="2419579051" sldId="1121"/>
            <ac:spMk id="18" creationId="{3CF30901-3F8D-0BA3-F81C-300B14F43E93}"/>
          </ac:spMkLst>
        </pc:spChg>
        <pc:spChg chg="add del mod ord">
          <ac:chgData name="Harley Wijeyaratne" userId="d52f8215faed5781" providerId="Windows Live" clId="Web-{884A56EE-ADEE-4CC4-BDA0-0BFF078E19B3}" dt="2023-05-20T09:49:01.973" v="200"/>
          <ac:spMkLst>
            <pc:docMk/>
            <pc:sldMk cId="2419579051" sldId="1121"/>
            <ac:spMk id="19" creationId="{02DA5524-E350-B35C-717E-DBA7641FFCBE}"/>
          </ac:spMkLst>
        </pc:spChg>
        <pc:spChg chg="add del mod ord">
          <ac:chgData name="Harley Wijeyaratne" userId="d52f8215faed5781" providerId="Windows Live" clId="Web-{884A56EE-ADEE-4CC4-BDA0-0BFF078E19B3}" dt="2023-05-20T09:49:01.973" v="200"/>
          <ac:spMkLst>
            <pc:docMk/>
            <pc:sldMk cId="2419579051" sldId="1121"/>
            <ac:spMk id="20" creationId="{F77E4D34-1DB9-9F9D-5855-49BDDAD72AFD}"/>
          </ac:spMkLst>
        </pc:spChg>
        <pc:spChg chg="add del mod ord">
          <ac:chgData name="Harley Wijeyaratne" userId="d52f8215faed5781" providerId="Windows Live" clId="Web-{884A56EE-ADEE-4CC4-BDA0-0BFF078E19B3}" dt="2023-05-20T09:49:01.973" v="200"/>
          <ac:spMkLst>
            <pc:docMk/>
            <pc:sldMk cId="2419579051" sldId="1121"/>
            <ac:spMk id="21" creationId="{AA923A01-82C4-44F8-6B1D-21E6F889F749}"/>
          </ac:spMkLst>
        </pc:spChg>
        <pc:spChg chg="add del mod ord">
          <ac:chgData name="Harley Wijeyaratne" userId="d52f8215faed5781" providerId="Windows Live" clId="Web-{884A56EE-ADEE-4CC4-BDA0-0BFF078E19B3}" dt="2023-05-20T09:49:01.973" v="200"/>
          <ac:spMkLst>
            <pc:docMk/>
            <pc:sldMk cId="2419579051" sldId="1121"/>
            <ac:spMk id="22" creationId="{70A259D8-54AD-E28E-F443-EA41B3A77E59}"/>
          </ac:spMkLst>
        </pc:spChg>
        <pc:spChg chg="add del mod ord">
          <ac:chgData name="Harley Wijeyaratne" userId="d52f8215faed5781" providerId="Windows Live" clId="Web-{884A56EE-ADEE-4CC4-BDA0-0BFF078E19B3}" dt="2023-05-20T09:49:01.973" v="200"/>
          <ac:spMkLst>
            <pc:docMk/>
            <pc:sldMk cId="2419579051" sldId="1121"/>
            <ac:spMk id="23" creationId="{48B7DB87-E460-E918-A32C-976BBE67470C}"/>
          </ac:spMkLst>
        </pc:spChg>
        <pc:graphicFrameChg chg="add del mod modGraphic">
          <ac:chgData name="Harley Wijeyaratne" userId="d52f8215faed5781" providerId="Windows Live" clId="Web-{884A56EE-ADEE-4CC4-BDA0-0BFF078E19B3}" dt="2023-05-20T09:51:28.290" v="287"/>
          <ac:graphicFrameMkLst>
            <pc:docMk/>
            <pc:sldMk cId="2419579051" sldId="1121"/>
            <ac:graphicFrameMk id="24" creationId="{F476F9AC-F7E7-44A3-B55C-F86901DA84BC}"/>
          </ac:graphicFrameMkLst>
        </pc:graphicFrameChg>
        <pc:graphicFrameChg chg="add del mod">
          <ac:chgData name="Harley Wijeyaratne" userId="d52f8215faed5781" providerId="Windows Live" clId="Web-{884A56EE-ADEE-4CC4-BDA0-0BFF078E19B3}" dt="2023-05-20T09:51:53.010" v="301"/>
          <ac:graphicFrameMkLst>
            <pc:docMk/>
            <pc:sldMk cId="2419579051" sldId="1121"/>
            <ac:graphicFrameMk id="25" creationId="{47845525-9FCC-DCE9-25EC-0A2AE20455FA}"/>
          </ac:graphicFrameMkLst>
        </pc:graphicFrameChg>
        <pc:graphicFrameChg chg="add mod modGraphic">
          <ac:chgData name="Harley Wijeyaratne" userId="d52f8215faed5781" providerId="Windows Live" clId="Web-{884A56EE-ADEE-4CC4-BDA0-0BFF078E19B3}" dt="2023-05-20T10:05:03.770" v="935"/>
          <ac:graphicFrameMkLst>
            <pc:docMk/>
            <pc:sldMk cId="2419579051" sldId="1121"/>
            <ac:graphicFrameMk id="26" creationId="{006024AA-6A43-D14B-A938-388A9F8ECE85}"/>
          </ac:graphicFrameMkLst>
        </pc:graphicFrameChg>
        <pc:picChg chg="add mod">
          <ac:chgData name="Harley Wijeyaratne" userId="d52f8215faed5781" providerId="Windows Live" clId="Web-{884A56EE-ADEE-4CC4-BDA0-0BFF078E19B3}" dt="2023-05-20T09:58:12.758" v="692" actId="1076"/>
          <ac:picMkLst>
            <pc:docMk/>
            <pc:sldMk cId="2419579051" sldId="1121"/>
            <ac:picMk id="9" creationId="{F3B7F211-F64C-BB04-69B2-FD86AB31CAB3}"/>
          </ac:picMkLst>
        </pc:picChg>
        <pc:cxnChg chg="add mod">
          <ac:chgData name="Harley Wijeyaratne" userId="d52f8215faed5781" providerId="Windows Live" clId="Web-{884A56EE-ADEE-4CC4-BDA0-0BFF078E19B3}" dt="2023-05-20T10:06:16.976" v="948"/>
          <ac:cxnSpMkLst>
            <pc:docMk/>
            <pc:sldMk cId="2419579051" sldId="1121"/>
            <ac:cxnSpMk id="6" creationId="{C5B8DB1B-6396-42E4-9133-229F939AFFFA}"/>
          </ac:cxnSpMkLst>
        </pc:cxnChg>
        <pc:cxnChg chg="add mod">
          <ac:chgData name="Harley Wijeyaratne" userId="d52f8215faed5781" providerId="Windows Live" clId="Web-{884A56EE-ADEE-4CC4-BDA0-0BFF078E19B3}" dt="2023-05-20T10:02:41.688" v="852" actId="14100"/>
          <ac:cxnSpMkLst>
            <pc:docMk/>
            <pc:sldMk cId="2419579051" sldId="1121"/>
            <ac:cxnSpMk id="27" creationId="{BE6A40CC-2D96-ECB0-FC2A-64210F4ADA72}"/>
          </ac:cxnSpMkLst>
        </pc:cxnChg>
        <pc:cxnChg chg="add del mod">
          <ac:chgData name="Harley Wijeyaratne" userId="d52f8215faed5781" providerId="Windows Live" clId="Web-{884A56EE-ADEE-4CC4-BDA0-0BFF078E19B3}" dt="2023-05-20T09:59:10.400" v="701"/>
          <ac:cxnSpMkLst>
            <pc:docMk/>
            <pc:sldMk cId="2419579051" sldId="1121"/>
            <ac:cxnSpMk id="28" creationId="{9F6EB412-7A98-A30F-FC2A-855AA77DFD20}"/>
          </ac:cxnSpMkLst>
        </pc:cxnChg>
        <pc:cxnChg chg="add mod">
          <ac:chgData name="Harley Wijeyaratne" userId="d52f8215faed5781" providerId="Windows Live" clId="Web-{884A56EE-ADEE-4CC4-BDA0-0BFF078E19B3}" dt="2023-05-20T10:03:04.735" v="857" actId="1076"/>
          <ac:cxnSpMkLst>
            <pc:docMk/>
            <pc:sldMk cId="2419579051" sldId="1121"/>
            <ac:cxnSpMk id="29" creationId="{8F8A7ED6-7B09-459A-7AE1-B44949E8D2E8}"/>
          </ac:cxnSpMkLst>
        </pc:cxnChg>
        <pc:cxnChg chg="add del mod">
          <ac:chgData name="Harley Wijeyaratne" userId="d52f8215faed5781" providerId="Windows Live" clId="Web-{884A56EE-ADEE-4CC4-BDA0-0BFF078E19B3}" dt="2023-05-20T09:59:09.025" v="700"/>
          <ac:cxnSpMkLst>
            <pc:docMk/>
            <pc:sldMk cId="2419579051" sldId="1121"/>
            <ac:cxnSpMk id="30" creationId="{D9E772A1-7898-AD6D-C8A4-5894BEE152A0}"/>
          </ac:cxnSpMkLst>
        </pc:cxnChg>
        <pc:cxnChg chg="add del mod">
          <ac:chgData name="Harley Wijeyaratne" userId="d52f8215faed5781" providerId="Windows Live" clId="Web-{884A56EE-ADEE-4CC4-BDA0-0BFF078E19B3}" dt="2023-05-20T10:03:15.517" v="858"/>
          <ac:cxnSpMkLst>
            <pc:docMk/>
            <pc:sldMk cId="2419579051" sldId="1121"/>
            <ac:cxnSpMk id="31" creationId="{268696F6-8752-5EBA-199D-FCF467163E83}"/>
          </ac:cxnSpMkLst>
        </pc:cxnChg>
        <pc:cxnChg chg="add del mod">
          <ac:chgData name="Harley Wijeyaratne" userId="d52f8215faed5781" providerId="Windows Live" clId="Web-{884A56EE-ADEE-4CC4-BDA0-0BFF078E19B3}" dt="2023-05-20T10:02:31.719" v="851"/>
          <ac:cxnSpMkLst>
            <pc:docMk/>
            <pc:sldMk cId="2419579051" sldId="1121"/>
            <ac:cxnSpMk id="32" creationId="{6AF456CB-956B-9EAB-CECA-3F3814999173}"/>
          </ac:cxnSpMkLst>
        </pc:cxnChg>
        <pc:cxnChg chg="add mod">
          <ac:chgData name="Harley Wijeyaratne" userId="d52f8215faed5781" providerId="Windows Live" clId="Web-{884A56EE-ADEE-4CC4-BDA0-0BFF078E19B3}" dt="2023-05-20T10:04:24.332" v="906" actId="1076"/>
          <ac:cxnSpMkLst>
            <pc:docMk/>
            <pc:sldMk cId="2419579051" sldId="1121"/>
            <ac:cxnSpMk id="33" creationId="{4393518A-65D0-7713-1E0D-5ED697EB3361}"/>
          </ac:cxnSpMkLst>
        </pc:cxnChg>
        <pc:cxnChg chg="add mod">
          <ac:chgData name="Harley Wijeyaratne" userId="d52f8215faed5781" providerId="Windows Live" clId="Web-{884A56EE-ADEE-4CC4-BDA0-0BFF078E19B3}" dt="2023-05-20T10:03:33.393" v="862" actId="1076"/>
          <ac:cxnSpMkLst>
            <pc:docMk/>
            <pc:sldMk cId="2419579051" sldId="1121"/>
            <ac:cxnSpMk id="34" creationId="{265FD89C-069D-2B11-076B-8B6985132FED}"/>
          </ac:cxnSpMkLst>
        </pc:cxnChg>
      </pc:sldChg>
      <pc:sldChg chg="del">
        <pc:chgData name="Harley Wijeyaratne" userId="d52f8215faed5781" providerId="Windows Live" clId="Web-{884A56EE-ADEE-4CC4-BDA0-0BFF078E19B3}" dt="2023-05-20T09:30:44.106" v="0"/>
        <pc:sldMkLst>
          <pc:docMk/>
          <pc:sldMk cId="4173372220" sldId="1121"/>
        </pc:sldMkLst>
      </pc:sldChg>
      <pc:sldChg chg="addSp modSp new">
        <pc:chgData name="Harley Wijeyaratne" userId="d52f8215faed5781" providerId="Windows Live" clId="Web-{884A56EE-ADEE-4CC4-BDA0-0BFF078E19B3}" dt="2023-05-20T09:38:56.142" v="73"/>
        <pc:sldMkLst>
          <pc:docMk/>
          <pc:sldMk cId="774971295" sldId="1122"/>
        </pc:sldMkLst>
        <pc:spChg chg="add mod">
          <ac:chgData name="Harley Wijeyaratne" userId="d52f8215faed5781" providerId="Windows Live" clId="Web-{884A56EE-ADEE-4CC4-BDA0-0BFF078E19B3}" dt="2023-05-20T09:38:56.142" v="73"/>
          <ac:spMkLst>
            <pc:docMk/>
            <pc:sldMk cId="774971295" sldId="1122"/>
            <ac:spMk id="4" creationId="{DCAD159A-B8E6-DF03-D715-E5E2670709AF}"/>
          </ac:spMkLst>
        </pc:spChg>
      </pc:sldChg>
      <pc:sldChg chg="add del replId">
        <pc:chgData name="Harley Wijeyaratne" userId="d52f8215faed5781" providerId="Windows Live" clId="Web-{884A56EE-ADEE-4CC4-BDA0-0BFF078E19B3}" dt="2023-05-20T09:50:00.428" v="206"/>
        <pc:sldMkLst>
          <pc:docMk/>
          <pc:sldMk cId="1370710510" sldId="1123"/>
        </pc:sldMkLst>
      </pc:sldChg>
      <pc:sldChg chg="add del replId">
        <pc:chgData name="Harley Wijeyaratne" userId="d52f8215faed5781" providerId="Windows Live" clId="Web-{884A56EE-ADEE-4CC4-BDA0-0BFF078E19B3}" dt="2023-05-20T09:36:39.670" v="44"/>
        <pc:sldMkLst>
          <pc:docMk/>
          <pc:sldMk cId="2234196168" sldId="1123"/>
        </pc:sldMkLst>
      </pc:sldChg>
      <pc:sldChg chg="add del replId">
        <pc:chgData name="Harley Wijeyaratne" userId="d52f8215faed5781" providerId="Windows Live" clId="Web-{884A56EE-ADEE-4CC4-BDA0-0BFF078E19B3}" dt="2023-05-20T10:06:30.976" v="953"/>
        <pc:sldMkLst>
          <pc:docMk/>
          <pc:sldMk cId="3107075499" sldId="1123"/>
        </pc:sldMkLst>
      </pc:sldChg>
      <pc:sldChg chg="new del">
        <pc:chgData name="Harley Wijeyaratne" userId="d52f8215faed5781" providerId="Windows Live" clId="Web-{884A56EE-ADEE-4CC4-BDA0-0BFF078E19B3}" dt="2023-05-20T09:36:12.888" v="40"/>
        <pc:sldMkLst>
          <pc:docMk/>
          <pc:sldMk cId="3447957945" sldId="1123"/>
        </pc:sldMkLst>
      </pc:sldChg>
      <pc:sldChg chg="add del replId">
        <pc:chgData name="Harley Wijeyaratne" userId="d52f8215faed5781" providerId="Windows Live" clId="Web-{884A56EE-ADEE-4CC4-BDA0-0BFF078E19B3}" dt="2023-05-20T09:36:41.217" v="45"/>
        <pc:sldMkLst>
          <pc:docMk/>
          <pc:sldMk cId="511941859" sldId="1124"/>
        </pc:sldMkLst>
      </pc:sldChg>
      <pc:sldChg chg="add del replId">
        <pc:chgData name="Harley Wijeyaratne" userId="d52f8215faed5781" providerId="Windows Live" clId="Web-{884A56EE-ADEE-4CC4-BDA0-0BFF078E19B3}" dt="2023-05-20T09:49:58.631" v="205"/>
        <pc:sldMkLst>
          <pc:docMk/>
          <pc:sldMk cId="2288238022" sldId="1124"/>
        </pc:sldMkLst>
      </pc:sldChg>
      <pc:sldChg chg="add del replId">
        <pc:chgData name="Harley Wijeyaratne" userId="d52f8215faed5781" providerId="Windows Live" clId="Web-{884A56EE-ADEE-4CC4-BDA0-0BFF078E19B3}" dt="2023-05-20T10:06:32.117" v="954"/>
        <pc:sldMkLst>
          <pc:docMk/>
          <pc:sldMk cId="3765119689" sldId="1124"/>
        </pc:sldMkLst>
      </pc:sldChg>
      <pc:sldChg chg="add del replId">
        <pc:chgData name="Harley Wijeyaratne" userId="d52f8215faed5781" providerId="Windows Live" clId="Web-{884A56EE-ADEE-4CC4-BDA0-0BFF078E19B3}" dt="2023-05-20T10:06:33.273" v="955"/>
        <pc:sldMkLst>
          <pc:docMk/>
          <pc:sldMk cId="432421484" sldId="1125"/>
        </pc:sldMkLst>
      </pc:sldChg>
      <pc:sldChg chg="add del">
        <pc:chgData name="Harley Wijeyaratne" userId="d52f8215faed5781" providerId="Windows Live" clId="Web-{884A56EE-ADEE-4CC4-BDA0-0BFF078E19B3}" dt="2023-05-20T09:36:41.888" v="46"/>
        <pc:sldMkLst>
          <pc:docMk/>
          <pc:sldMk cId="1031262364" sldId="1125"/>
        </pc:sldMkLst>
      </pc:sldChg>
      <pc:sldChg chg="add del replId">
        <pc:chgData name="Harley Wijeyaratne" userId="d52f8215faed5781" providerId="Windows Live" clId="Web-{884A56EE-ADEE-4CC4-BDA0-0BFF078E19B3}" dt="2023-05-20T09:50:02.241" v="207"/>
        <pc:sldMkLst>
          <pc:docMk/>
          <pc:sldMk cId="3389357648" sldId="1125"/>
        </pc:sldMkLst>
      </pc:sldChg>
      <pc:sldChg chg="add del replId">
        <pc:chgData name="Harley Wijeyaratne" userId="d52f8215faed5781" providerId="Windows Live" clId="Web-{884A56EE-ADEE-4CC4-BDA0-0BFF078E19B3}" dt="2023-05-20T09:50:03.444" v="208"/>
        <pc:sldMkLst>
          <pc:docMk/>
          <pc:sldMk cId="1959598033" sldId="1126"/>
        </pc:sldMkLst>
      </pc:sldChg>
      <pc:sldChg chg="add del replId">
        <pc:chgData name="Harley Wijeyaratne" userId="d52f8215faed5781" providerId="Windows Live" clId="Web-{884A56EE-ADEE-4CC4-BDA0-0BFF078E19B3}" dt="2023-05-20T10:06:34.461" v="956"/>
        <pc:sldMkLst>
          <pc:docMk/>
          <pc:sldMk cId="2641030164" sldId="1126"/>
        </pc:sldMkLst>
      </pc:sldChg>
      <pc:sldChg chg="add del replId">
        <pc:chgData name="Harley Wijeyaratne" userId="d52f8215faed5781" providerId="Windows Live" clId="Web-{884A56EE-ADEE-4CC4-BDA0-0BFF078E19B3}" dt="2023-05-20T10:06:35.507" v="957"/>
        <pc:sldMkLst>
          <pc:docMk/>
          <pc:sldMk cId="29858468" sldId="1127"/>
        </pc:sldMkLst>
      </pc:sldChg>
      <pc:sldChg chg="add del replId">
        <pc:chgData name="Harley Wijeyaratne" userId="d52f8215faed5781" providerId="Windows Live" clId="Web-{884A56EE-ADEE-4CC4-BDA0-0BFF078E19B3}" dt="2023-05-20T09:50:04.600" v="209"/>
        <pc:sldMkLst>
          <pc:docMk/>
          <pc:sldMk cId="1221579653" sldId="1127"/>
        </pc:sldMkLst>
      </pc:sldChg>
      <pc:sldChg chg="add del replId">
        <pc:chgData name="Harley Wijeyaratne" userId="d52f8215faed5781" providerId="Windows Live" clId="Web-{884A56EE-ADEE-4CC4-BDA0-0BFF078E19B3}" dt="2023-05-20T09:50:05.506" v="210"/>
        <pc:sldMkLst>
          <pc:docMk/>
          <pc:sldMk cId="1424569174" sldId="1128"/>
        </pc:sldMkLst>
      </pc:sldChg>
      <pc:sldChg chg="add del replId">
        <pc:chgData name="Harley Wijeyaratne" userId="d52f8215faed5781" providerId="Windows Live" clId="Web-{884A56EE-ADEE-4CC4-BDA0-0BFF078E19B3}" dt="2023-05-20T10:06:36.836" v="958"/>
        <pc:sldMkLst>
          <pc:docMk/>
          <pc:sldMk cId="2328863952" sldId="1128"/>
        </pc:sldMkLst>
      </pc:sldChg>
      <pc:sldChg chg="add del replId">
        <pc:chgData name="Harley Wijeyaratne" userId="d52f8215faed5781" providerId="Windows Live" clId="Web-{884A56EE-ADEE-4CC4-BDA0-0BFF078E19B3}" dt="2023-05-20T10:06:49.570" v="962"/>
        <pc:sldMkLst>
          <pc:docMk/>
          <pc:sldMk cId="3991354279" sldId="1129"/>
        </pc:sldMkLst>
      </pc:sldChg>
      <pc:sldChg chg="add del replId">
        <pc:chgData name="Harley Wijeyaratne" userId="d52f8215faed5781" providerId="Windows Live" clId="Web-{884A56EE-ADEE-4CC4-BDA0-0BFF078E19B3}" dt="2023-05-20T10:06:45.055" v="961"/>
        <pc:sldMkLst>
          <pc:docMk/>
          <pc:sldMk cId="104524317" sldId="1130"/>
        </pc:sldMkLst>
      </pc:sldChg>
      <pc:sldChg chg="add del replId">
        <pc:chgData name="Harley Wijeyaratne" userId="d52f8215faed5781" providerId="Windows Live" clId="Web-{884A56EE-ADEE-4CC4-BDA0-0BFF078E19B3}" dt="2023-05-20T10:06:42.945" v="960"/>
        <pc:sldMkLst>
          <pc:docMk/>
          <pc:sldMk cId="4182738322" sldId="1131"/>
        </pc:sldMkLst>
      </pc:sldChg>
      <pc:sldChg chg="add del replId">
        <pc:chgData name="Harley Wijeyaratne" userId="d52f8215faed5781" providerId="Windows Live" clId="Web-{884A56EE-ADEE-4CC4-BDA0-0BFF078E19B3}" dt="2023-05-20T10:06:41.336" v="959"/>
        <pc:sldMkLst>
          <pc:docMk/>
          <pc:sldMk cId="1496879319" sldId="1132"/>
        </pc:sldMkLst>
      </pc:sldChg>
      <pc:sldChg chg="modSp add del replId">
        <pc:chgData name="Harley Wijeyaratne" userId="d52f8215faed5781" providerId="Windows Live" clId="Web-{884A56EE-ADEE-4CC4-BDA0-0BFF078E19B3}" dt="2023-05-20T10:31:41.116" v="2411"/>
        <pc:sldMkLst>
          <pc:docMk/>
          <pc:sldMk cId="1252813216" sldId="1133"/>
        </pc:sldMkLst>
        <pc:cxnChg chg="mod">
          <ac:chgData name="Harley Wijeyaratne" userId="d52f8215faed5781" providerId="Windows Live" clId="Web-{884A56EE-ADEE-4CC4-BDA0-0BFF078E19B3}" dt="2023-05-20T10:06:10.522" v="947"/>
          <ac:cxnSpMkLst>
            <pc:docMk/>
            <pc:sldMk cId="1252813216" sldId="1133"/>
            <ac:cxnSpMk id="6" creationId="{C5B8DB1B-6396-42E4-9133-229F939AFFFA}"/>
          </ac:cxnSpMkLst>
        </pc:cxnChg>
      </pc:sldChg>
      <pc:sldChg chg="addSp delSp modSp add ord replId">
        <pc:chgData name="Harley Wijeyaratne" userId="d52f8215faed5781" providerId="Windows Live" clId="Web-{884A56EE-ADEE-4CC4-BDA0-0BFF078E19B3}" dt="2023-05-20T12:29:01.475" v="5334"/>
        <pc:sldMkLst>
          <pc:docMk/>
          <pc:sldMk cId="3203961724" sldId="1134"/>
        </pc:sldMkLst>
        <pc:spChg chg="add del mod">
          <ac:chgData name="Harley Wijeyaratne" userId="d52f8215faed5781" providerId="Windows Live" clId="Web-{884A56EE-ADEE-4CC4-BDA0-0BFF078E19B3}" dt="2023-05-20T10:57:21.366" v="3249"/>
          <ac:spMkLst>
            <pc:docMk/>
            <pc:sldMk cId="3203961724" sldId="1134"/>
            <ac:spMk id="2" creationId="{C1D64FF3-EB64-6622-CA09-B1CC26C2D535}"/>
          </ac:spMkLst>
        </pc:spChg>
        <pc:spChg chg="mod">
          <ac:chgData name="Harley Wijeyaratne" userId="d52f8215faed5781" providerId="Windows Live" clId="Web-{884A56EE-ADEE-4CC4-BDA0-0BFF078E19B3}" dt="2023-05-20T10:32:39.884" v="2436" actId="20577"/>
          <ac:spMkLst>
            <pc:docMk/>
            <pc:sldMk cId="3203961724" sldId="1134"/>
            <ac:spMk id="5" creationId="{AC84F134-41B0-E093-900D-9EC4900E34B5}"/>
          </ac:spMkLst>
        </pc:spChg>
        <pc:spChg chg="mod">
          <ac:chgData name="Harley Wijeyaratne" userId="d52f8215faed5781" providerId="Windows Live" clId="Web-{884A56EE-ADEE-4CC4-BDA0-0BFF078E19B3}" dt="2023-05-20T12:29:01.475" v="5334"/>
          <ac:spMkLst>
            <pc:docMk/>
            <pc:sldMk cId="3203961724" sldId="1134"/>
            <ac:spMk id="7" creationId="{42F0B3DC-26D7-C8D7-2095-150058C60ECD}"/>
          </ac:spMkLst>
        </pc:spChg>
        <pc:spChg chg="add mod">
          <ac:chgData name="Harley Wijeyaratne" userId="d52f8215faed5781" providerId="Windows Live" clId="Web-{884A56EE-ADEE-4CC4-BDA0-0BFF078E19B3}" dt="2023-05-20T11:09:58.029" v="3331" actId="1076"/>
          <ac:spMkLst>
            <pc:docMk/>
            <pc:sldMk cId="3203961724" sldId="1134"/>
            <ac:spMk id="8" creationId="{980F5F14-3970-9AA3-E405-DC82E9CC153A}"/>
          </ac:spMkLst>
        </pc:spChg>
        <pc:graphicFrameChg chg="del">
          <ac:chgData name="Harley Wijeyaratne" userId="d52f8215faed5781" providerId="Windows Live" clId="Web-{884A56EE-ADEE-4CC4-BDA0-0BFF078E19B3}" dt="2023-05-20T10:05:26.474" v="941"/>
          <ac:graphicFrameMkLst>
            <pc:docMk/>
            <pc:sldMk cId="3203961724" sldId="1134"/>
            <ac:graphicFrameMk id="26" creationId="{006024AA-6A43-D14B-A938-388A9F8ECE85}"/>
          </ac:graphicFrameMkLst>
        </pc:graphicFrameChg>
        <pc:picChg chg="add del mod">
          <ac:chgData name="Harley Wijeyaratne" userId="d52f8215faed5781" providerId="Windows Live" clId="Web-{884A56EE-ADEE-4CC4-BDA0-0BFF078E19B3}" dt="2023-05-20T11:03:41.940" v="3262"/>
          <ac:picMkLst>
            <pc:docMk/>
            <pc:sldMk cId="3203961724" sldId="1134"/>
            <ac:picMk id="3" creationId="{1F087792-D92E-2210-173C-13D81DB518D4}"/>
          </ac:picMkLst>
        </pc:picChg>
        <pc:picChg chg="add mod modCrop">
          <ac:chgData name="Harley Wijeyaratne" userId="d52f8215faed5781" providerId="Windows Live" clId="Web-{884A56EE-ADEE-4CC4-BDA0-0BFF078E19B3}" dt="2023-05-20T11:10:29.624" v="3337" actId="1076"/>
          <ac:picMkLst>
            <pc:docMk/>
            <pc:sldMk cId="3203961724" sldId="1134"/>
            <ac:picMk id="4" creationId="{E0DB8353-7DB5-F729-8A18-98912B70F41D}"/>
          </ac:picMkLst>
        </pc:picChg>
        <pc:cxnChg chg="mod">
          <ac:chgData name="Harley Wijeyaratne" userId="d52f8215faed5781" providerId="Windows Live" clId="Web-{884A56EE-ADEE-4CC4-BDA0-0BFF078E19B3}" dt="2023-05-20T10:05:43.381" v="946"/>
          <ac:cxnSpMkLst>
            <pc:docMk/>
            <pc:sldMk cId="3203961724" sldId="1134"/>
            <ac:cxnSpMk id="6" creationId="{C5B8DB1B-6396-42E4-9133-229F939AFFFA}"/>
          </ac:cxnSpMkLst>
        </pc:cxnChg>
        <pc:cxnChg chg="del">
          <ac:chgData name="Harley Wijeyaratne" userId="d52f8215faed5781" providerId="Windows Live" clId="Web-{884A56EE-ADEE-4CC4-BDA0-0BFF078E19B3}" dt="2023-05-20T10:05:29.365" v="943"/>
          <ac:cxnSpMkLst>
            <pc:docMk/>
            <pc:sldMk cId="3203961724" sldId="1134"/>
            <ac:cxnSpMk id="27" creationId="{BE6A40CC-2D96-ECB0-FC2A-64210F4ADA72}"/>
          </ac:cxnSpMkLst>
        </pc:cxnChg>
        <pc:cxnChg chg="del">
          <ac:chgData name="Harley Wijeyaratne" userId="d52f8215faed5781" providerId="Windows Live" clId="Web-{884A56EE-ADEE-4CC4-BDA0-0BFF078E19B3}" dt="2023-05-20T10:05:28.177" v="942"/>
          <ac:cxnSpMkLst>
            <pc:docMk/>
            <pc:sldMk cId="3203961724" sldId="1134"/>
            <ac:cxnSpMk id="29" creationId="{8F8A7ED6-7B09-459A-7AE1-B44949E8D2E8}"/>
          </ac:cxnSpMkLst>
        </pc:cxnChg>
        <pc:cxnChg chg="del">
          <ac:chgData name="Harley Wijeyaratne" userId="d52f8215faed5781" providerId="Windows Live" clId="Web-{884A56EE-ADEE-4CC4-BDA0-0BFF078E19B3}" dt="2023-05-20T10:05:35.381" v="944"/>
          <ac:cxnSpMkLst>
            <pc:docMk/>
            <pc:sldMk cId="3203961724" sldId="1134"/>
            <ac:cxnSpMk id="33" creationId="{4393518A-65D0-7713-1E0D-5ED697EB3361}"/>
          </ac:cxnSpMkLst>
        </pc:cxnChg>
        <pc:cxnChg chg="del">
          <ac:chgData name="Harley Wijeyaratne" userId="d52f8215faed5781" providerId="Windows Live" clId="Web-{884A56EE-ADEE-4CC4-BDA0-0BFF078E19B3}" dt="2023-05-20T10:05:37.037" v="945"/>
          <ac:cxnSpMkLst>
            <pc:docMk/>
            <pc:sldMk cId="3203961724" sldId="1134"/>
            <ac:cxnSpMk id="34" creationId="{265FD89C-069D-2B11-076B-8B6985132FED}"/>
          </ac:cxnSpMkLst>
        </pc:cxnChg>
      </pc:sldChg>
      <pc:sldChg chg="add del replId">
        <pc:chgData name="Harley Wijeyaratne" userId="d52f8215faed5781" providerId="Windows Live" clId="Web-{884A56EE-ADEE-4CC4-BDA0-0BFF078E19B3}" dt="2023-05-20T10:06:21.195" v="949"/>
        <pc:sldMkLst>
          <pc:docMk/>
          <pc:sldMk cId="1983623916" sldId="1135"/>
        </pc:sldMkLst>
      </pc:sldChg>
      <pc:sldChg chg="add del replId">
        <pc:chgData name="Harley Wijeyaratne" userId="d52f8215faed5781" providerId="Windows Live" clId="Web-{884A56EE-ADEE-4CC4-BDA0-0BFF078E19B3}" dt="2023-05-20T10:06:26.429" v="951"/>
        <pc:sldMkLst>
          <pc:docMk/>
          <pc:sldMk cId="1815774719" sldId="1136"/>
        </pc:sldMkLst>
      </pc:sldChg>
      <pc:sldChg chg="add del replId">
        <pc:chgData name="Harley Wijeyaratne" userId="d52f8215faed5781" providerId="Windows Live" clId="Web-{884A56EE-ADEE-4CC4-BDA0-0BFF078E19B3}" dt="2023-05-20T10:06:28.289" v="952"/>
        <pc:sldMkLst>
          <pc:docMk/>
          <pc:sldMk cId="2568201859" sldId="1137"/>
        </pc:sldMkLst>
      </pc:sldChg>
      <pc:sldChg chg="add del replId">
        <pc:chgData name="Harley Wijeyaratne" userId="d52f8215faed5781" providerId="Windows Live" clId="Web-{884A56EE-ADEE-4CC4-BDA0-0BFF078E19B3}" dt="2023-05-20T10:31:41.694" v="2412"/>
        <pc:sldMkLst>
          <pc:docMk/>
          <pc:sldMk cId="2788640203" sldId="1138"/>
        </pc:sldMkLst>
      </pc:sldChg>
      <pc:sldChg chg="add del replId">
        <pc:chgData name="Harley Wijeyaratne" userId="d52f8215faed5781" providerId="Windows Live" clId="Web-{884A56EE-ADEE-4CC4-BDA0-0BFF078E19B3}" dt="2023-05-20T10:31:42.413" v="2413"/>
        <pc:sldMkLst>
          <pc:docMk/>
          <pc:sldMk cId="3767317415" sldId="1139"/>
        </pc:sldMkLst>
      </pc:sldChg>
      <pc:sldChg chg="add del replId">
        <pc:chgData name="Harley Wijeyaratne" userId="d52f8215faed5781" providerId="Windows Live" clId="Web-{884A56EE-ADEE-4CC4-BDA0-0BFF078E19B3}" dt="2023-05-20T10:31:43.054" v="2414"/>
        <pc:sldMkLst>
          <pc:docMk/>
          <pc:sldMk cId="2049631498" sldId="1140"/>
        </pc:sldMkLst>
      </pc:sldChg>
      <pc:sldChg chg="add replId">
        <pc:chgData name="Harley Wijeyaratne" userId="d52f8215faed5781" providerId="Windows Live" clId="Web-{884A56EE-ADEE-4CC4-BDA0-0BFF078E19B3}" dt="2023-05-20T10:06:53.414" v="965"/>
        <pc:sldMkLst>
          <pc:docMk/>
          <pc:sldMk cId="2829289977" sldId="1141"/>
        </pc:sldMkLst>
      </pc:sldChg>
      <pc:sldChg chg="modSp add del replId">
        <pc:chgData name="Harley Wijeyaratne" userId="d52f8215faed5781" providerId="Windows Live" clId="Web-{884A56EE-ADEE-4CC4-BDA0-0BFF078E19B3}" dt="2023-05-20T10:31:39.819" v="2409"/>
        <pc:sldMkLst>
          <pc:docMk/>
          <pc:sldMk cId="195058240" sldId="1142"/>
        </pc:sldMkLst>
        <pc:spChg chg="mod">
          <ac:chgData name="Harley Wijeyaratne" userId="d52f8215faed5781" providerId="Windows Live" clId="Web-{884A56EE-ADEE-4CC4-BDA0-0BFF078E19B3}" dt="2023-05-20T10:15:19.555" v="1314" actId="20577"/>
          <ac:spMkLst>
            <pc:docMk/>
            <pc:sldMk cId="195058240" sldId="1142"/>
            <ac:spMk id="5" creationId="{AC84F134-41B0-E093-900D-9EC4900E34B5}"/>
          </ac:spMkLst>
        </pc:spChg>
      </pc:sldChg>
      <pc:sldChg chg="add del replId">
        <pc:chgData name="Harley Wijeyaratne" userId="d52f8215faed5781" providerId="Windows Live" clId="Web-{884A56EE-ADEE-4CC4-BDA0-0BFF078E19B3}" dt="2023-05-20T10:31:40.460" v="2410"/>
        <pc:sldMkLst>
          <pc:docMk/>
          <pc:sldMk cId="1415470682" sldId="1143"/>
        </pc:sldMkLst>
      </pc:sldChg>
      <pc:sldChg chg="addSp delSp modSp add del ord replId">
        <pc:chgData name="Harley Wijeyaratne" userId="d52f8215faed5781" providerId="Windows Live" clId="Web-{884A56EE-ADEE-4CC4-BDA0-0BFF078E19B3}" dt="2023-05-20T10:13:07.583" v="1130"/>
        <pc:sldMkLst>
          <pc:docMk/>
          <pc:sldMk cId="1674347902" sldId="1144"/>
        </pc:sldMkLst>
        <pc:spChg chg="add del">
          <ac:chgData name="Harley Wijeyaratne" userId="d52f8215faed5781" providerId="Windows Live" clId="Web-{884A56EE-ADEE-4CC4-BDA0-0BFF078E19B3}" dt="2023-05-20T10:08:29.730" v="973"/>
          <ac:spMkLst>
            <pc:docMk/>
            <pc:sldMk cId="1674347902" sldId="1144"/>
            <ac:spMk id="2" creationId="{4BE6ACDE-06AD-4FAF-0FD7-9EC20B7BFA98}"/>
          </ac:spMkLst>
        </pc:spChg>
        <pc:spChg chg="add del mod">
          <ac:chgData name="Harley Wijeyaratne" userId="d52f8215faed5781" providerId="Windows Live" clId="Web-{884A56EE-ADEE-4CC4-BDA0-0BFF078E19B3}" dt="2023-05-20T10:12:48.973" v="1099"/>
          <ac:spMkLst>
            <pc:docMk/>
            <pc:sldMk cId="1674347902" sldId="1144"/>
            <ac:spMk id="3" creationId="{340261BE-1E4C-E93F-DA8E-572040E7E6AD}"/>
          </ac:spMkLst>
        </pc:spChg>
        <pc:spChg chg="add del mod">
          <ac:chgData name="Harley Wijeyaratne" userId="d52f8215faed5781" providerId="Windows Live" clId="Web-{884A56EE-ADEE-4CC4-BDA0-0BFF078E19B3}" dt="2023-05-20T10:12:43.097" v="1097" actId="14100"/>
          <ac:spMkLst>
            <pc:docMk/>
            <pc:sldMk cId="1674347902" sldId="1144"/>
            <ac:spMk id="4" creationId="{22AD8E4A-36C2-76EB-1DA7-EB4AB166758D}"/>
          </ac:spMkLst>
        </pc:spChg>
        <pc:spChg chg="add mod">
          <ac:chgData name="Harley Wijeyaratne" userId="d52f8215faed5781" providerId="Windows Live" clId="Web-{884A56EE-ADEE-4CC4-BDA0-0BFF078E19B3}" dt="2023-05-20T10:12:55.707" v="1101" actId="20577"/>
          <ac:spMkLst>
            <pc:docMk/>
            <pc:sldMk cId="1674347902" sldId="1144"/>
            <ac:spMk id="8" creationId="{F9F67F05-0943-B1EB-ADC1-1DD84DB9B6DC}"/>
          </ac:spMkLst>
        </pc:spChg>
        <pc:graphicFrameChg chg="mod modGraphic">
          <ac:chgData name="Harley Wijeyaratne" userId="d52f8215faed5781" providerId="Windows Live" clId="Web-{884A56EE-ADEE-4CC4-BDA0-0BFF078E19B3}" dt="2023-05-20T10:13:02.801" v="1129"/>
          <ac:graphicFrameMkLst>
            <pc:docMk/>
            <pc:sldMk cId="1674347902" sldId="1144"/>
            <ac:graphicFrameMk id="26" creationId="{006024AA-6A43-D14B-A938-388A9F8ECE85}"/>
          </ac:graphicFrameMkLst>
        </pc:graphicFrameChg>
        <pc:cxnChg chg="del mod">
          <ac:chgData name="Harley Wijeyaratne" userId="d52f8215faed5781" providerId="Windows Live" clId="Web-{884A56EE-ADEE-4CC4-BDA0-0BFF078E19B3}" dt="2023-05-20T10:10:13.342" v="1008"/>
          <ac:cxnSpMkLst>
            <pc:docMk/>
            <pc:sldMk cId="1674347902" sldId="1144"/>
            <ac:cxnSpMk id="27" creationId="{BE6A40CC-2D96-ECB0-FC2A-64210F4ADA72}"/>
          </ac:cxnSpMkLst>
        </pc:cxnChg>
        <pc:cxnChg chg="del">
          <ac:chgData name="Harley Wijeyaratne" userId="d52f8215faed5781" providerId="Windows Live" clId="Web-{884A56EE-ADEE-4CC4-BDA0-0BFF078E19B3}" dt="2023-05-20T10:10:58.609" v="1043"/>
          <ac:cxnSpMkLst>
            <pc:docMk/>
            <pc:sldMk cId="1674347902" sldId="1144"/>
            <ac:cxnSpMk id="29" creationId="{8F8A7ED6-7B09-459A-7AE1-B44949E8D2E8}"/>
          </ac:cxnSpMkLst>
        </pc:cxnChg>
      </pc:sldChg>
      <pc:sldChg chg="modSp add ord replId">
        <pc:chgData name="Harley Wijeyaratne" userId="d52f8215faed5781" providerId="Windows Live" clId="Web-{884A56EE-ADEE-4CC4-BDA0-0BFF078E19B3}" dt="2023-05-20T12:30:11.414" v="5380" actId="20577"/>
        <pc:sldMkLst>
          <pc:docMk/>
          <pc:sldMk cId="4199843140" sldId="1145"/>
        </pc:sldMkLst>
        <pc:spChg chg="mod">
          <ac:chgData name="Harley Wijeyaratne" userId="d52f8215faed5781" providerId="Windows Live" clId="Web-{884A56EE-ADEE-4CC4-BDA0-0BFF078E19B3}" dt="2023-05-20T12:30:11.414" v="5380" actId="20577"/>
          <ac:spMkLst>
            <pc:docMk/>
            <pc:sldMk cId="4199843140" sldId="1145"/>
            <ac:spMk id="7" creationId="{42F0B3DC-26D7-C8D7-2095-150058C60ECD}"/>
          </ac:spMkLst>
        </pc:spChg>
        <pc:graphicFrameChg chg="mod modGraphic">
          <ac:chgData name="Harley Wijeyaratne" userId="d52f8215faed5781" providerId="Windows Live" clId="Web-{884A56EE-ADEE-4CC4-BDA0-0BFF078E19B3}" dt="2023-05-20T10:43:12.144" v="3246"/>
          <ac:graphicFrameMkLst>
            <pc:docMk/>
            <pc:sldMk cId="4199843140" sldId="1145"/>
            <ac:graphicFrameMk id="26" creationId="{006024AA-6A43-D14B-A938-388A9F8ECE85}"/>
          </ac:graphicFrameMkLst>
        </pc:graphicFrameChg>
        <pc:cxnChg chg="mod">
          <ac:chgData name="Harley Wijeyaratne" userId="d52f8215faed5781" providerId="Windows Live" clId="Web-{884A56EE-ADEE-4CC4-BDA0-0BFF078E19B3}" dt="2023-05-20T10:31:02.459" v="2404"/>
          <ac:cxnSpMkLst>
            <pc:docMk/>
            <pc:sldMk cId="4199843140" sldId="1145"/>
            <ac:cxnSpMk id="27" creationId="{BE6A40CC-2D96-ECB0-FC2A-64210F4ADA72}"/>
          </ac:cxnSpMkLst>
        </pc:cxnChg>
        <pc:cxnChg chg="mod">
          <ac:chgData name="Harley Wijeyaratne" userId="d52f8215faed5781" providerId="Windows Live" clId="Web-{884A56EE-ADEE-4CC4-BDA0-0BFF078E19B3}" dt="2023-05-20T10:31:11.897" v="2405"/>
          <ac:cxnSpMkLst>
            <pc:docMk/>
            <pc:sldMk cId="4199843140" sldId="1145"/>
            <ac:cxnSpMk id="29" creationId="{8F8A7ED6-7B09-459A-7AE1-B44949E8D2E8}"/>
          </ac:cxnSpMkLst>
        </pc:cxnChg>
        <pc:cxnChg chg="mod">
          <ac:chgData name="Harley Wijeyaratne" userId="d52f8215faed5781" providerId="Windows Live" clId="Web-{884A56EE-ADEE-4CC4-BDA0-0BFF078E19B3}" dt="2023-05-20T10:31:20.022" v="2406"/>
          <ac:cxnSpMkLst>
            <pc:docMk/>
            <pc:sldMk cId="4199843140" sldId="1145"/>
            <ac:cxnSpMk id="33" creationId="{4393518A-65D0-7713-1E0D-5ED697EB3361}"/>
          </ac:cxnSpMkLst>
        </pc:cxnChg>
        <pc:cxnChg chg="mod">
          <ac:chgData name="Harley Wijeyaratne" userId="d52f8215faed5781" providerId="Windows Live" clId="Web-{884A56EE-ADEE-4CC4-BDA0-0BFF078E19B3}" dt="2023-05-20T10:31:26.444" v="2407"/>
          <ac:cxnSpMkLst>
            <pc:docMk/>
            <pc:sldMk cId="4199843140" sldId="1145"/>
            <ac:cxnSpMk id="34" creationId="{265FD89C-069D-2B11-076B-8B6985132FED}"/>
          </ac:cxnSpMkLst>
        </pc:cxnChg>
      </pc:sldChg>
      <pc:sldChg chg="modSp add replId">
        <pc:chgData name="Harley Wijeyaratne" userId="d52f8215faed5781" providerId="Windows Live" clId="Web-{884A56EE-ADEE-4CC4-BDA0-0BFF078E19B3}" dt="2023-05-20T11:22:15.036" v="3346" actId="20577"/>
        <pc:sldMkLst>
          <pc:docMk/>
          <pc:sldMk cId="1251791079" sldId="1146"/>
        </pc:sldMkLst>
        <pc:spChg chg="mod">
          <ac:chgData name="Harley Wijeyaratne" userId="d52f8215faed5781" providerId="Windows Live" clId="Web-{884A56EE-ADEE-4CC4-BDA0-0BFF078E19B3}" dt="2023-05-20T11:22:15.036" v="3346" actId="20577"/>
          <ac:spMkLst>
            <pc:docMk/>
            <pc:sldMk cId="1251791079" sldId="1146"/>
            <ac:spMk id="5" creationId="{AC84F134-41B0-E093-900D-9EC4900E34B5}"/>
          </ac:spMkLst>
        </pc:spChg>
      </pc:sldChg>
      <pc:sldChg chg="add ord replId">
        <pc:chgData name="Harley Wijeyaratne" userId="d52f8215faed5781" providerId="Windows Live" clId="Web-{884A56EE-ADEE-4CC4-BDA0-0BFF078E19B3}" dt="2023-05-20T12:27:07.393" v="5271"/>
        <pc:sldMkLst>
          <pc:docMk/>
          <pc:sldMk cId="410719719" sldId="1147"/>
        </pc:sldMkLst>
      </pc:sldChg>
      <pc:sldChg chg="add replId">
        <pc:chgData name="Harley Wijeyaratne" userId="d52f8215faed5781" providerId="Windows Live" clId="Web-{884A56EE-ADEE-4CC4-BDA0-0BFF078E19B3}" dt="2023-05-20T10:31:52.820" v="2419"/>
        <pc:sldMkLst>
          <pc:docMk/>
          <pc:sldMk cId="2876906250" sldId="1148"/>
        </pc:sldMkLst>
      </pc:sldChg>
      <pc:sldChg chg="add replId">
        <pc:chgData name="Harley Wijeyaratne" userId="d52f8215faed5781" providerId="Windows Live" clId="Web-{884A56EE-ADEE-4CC4-BDA0-0BFF078E19B3}" dt="2023-05-20T10:31:53.538" v="2420"/>
        <pc:sldMkLst>
          <pc:docMk/>
          <pc:sldMk cId="1597050309" sldId="1149"/>
        </pc:sldMkLst>
      </pc:sldChg>
      <pc:sldChg chg="modSp add ord replId">
        <pc:chgData name="Harley Wijeyaratne" userId="d52f8215faed5781" providerId="Windows Live" clId="Web-{884A56EE-ADEE-4CC4-BDA0-0BFF078E19B3}" dt="2023-05-20T11:22:55.490" v="3369" actId="20577"/>
        <pc:sldMkLst>
          <pc:docMk/>
          <pc:sldMk cId="1824387735" sldId="1150"/>
        </pc:sldMkLst>
        <pc:spChg chg="mod">
          <ac:chgData name="Harley Wijeyaratne" userId="d52f8215faed5781" providerId="Windows Live" clId="Web-{884A56EE-ADEE-4CC4-BDA0-0BFF078E19B3}" dt="2023-05-20T11:22:55.490" v="3369" actId="20577"/>
          <ac:spMkLst>
            <pc:docMk/>
            <pc:sldMk cId="1824387735" sldId="1150"/>
            <ac:spMk id="5" creationId="{AC84F134-41B0-E093-900D-9EC4900E34B5}"/>
          </ac:spMkLst>
        </pc:spChg>
      </pc:sldChg>
      <pc:sldChg chg="add replId">
        <pc:chgData name="Harley Wijeyaratne" userId="d52f8215faed5781" providerId="Windows Live" clId="Web-{884A56EE-ADEE-4CC4-BDA0-0BFF078E19B3}" dt="2023-05-20T10:32:00.179" v="2423"/>
        <pc:sldMkLst>
          <pc:docMk/>
          <pc:sldMk cId="3978285339" sldId="1151"/>
        </pc:sldMkLst>
      </pc:sldChg>
      <pc:sldChg chg="add replId">
        <pc:chgData name="Harley Wijeyaratne" userId="d52f8215faed5781" providerId="Windows Live" clId="Web-{884A56EE-ADEE-4CC4-BDA0-0BFF078E19B3}" dt="2023-05-20T10:32:01.023" v="2424"/>
        <pc:sldMkLst>
          <pc:docMk/>
          <pc:sldMk cId="2854013643" sldId="1152"/>
        </pc:sldMkLst>
      </pc:sldChg>
      <pc:sldChg chg="add replId">
        <pc:chgData name="Harley Wijeyaratne" userId="d52f8215faed5781" providerId="Windows Live" clId="Web-{884A56EE-ADEE-4CC4-BDA0-0BFF078E19B3}" dt="2023-05-20T10:32:01.757" v="2425"/>
        <pc:sldMkLst>
          <pc:docMk/>
          <pc:sldMk cId="3418847993" sldId="1153"/>
        </pc:sldMkLst>
      </pc:sldChg>
      <pc:sldChg chg="add replId">
        <pc:chgData name="Harley Wijeyaratne" userId="d52f8215faed5781" providerId="Windows Live" clId="Web-{884A56EE-ADEE-4CC4-BDA0-0BFF078E19B3}" dt="2023-05-20T10:32:02.726" v="2426"/>
        <pc:sldMkLst>
          <pc:docMk/>
          <pc:sldMk cId="2201112965" sldId="1154"/>
        </pc:sldMkLst>
      </pc:sldChg>
      <pc:sldChg chg="add replId">
        <pc:chgData name="Harley Wijeyaratne" userId="d52f8215faed5781" providerId="Windows Live" clId="Web-{884A56EE-ADEE-4CC4-BDA0-0BFF078E19B3}" dt="2023-05-20T10:32:03.226" v="2427"/>
        <pc:sldMkLst>
          <pc:docMk/>
          <pc:sldMk cId="888139312" sldId="1155"/>
        </pc:sldMkLst>
      </pc:sldChg>
      <pc:sldChg chg="addSp delSp modSp new">
        <pc:chgData name="Harley Wijeyaratne" userId="d52f8215faed5781" providerId="Windows Live" clId="Web-{884A56EE-ADEE-4CC4-BDA0-0BFF078E19B3}" dt="2023-05-20T12:18:35.596" v="5147" actId="1076"/>
        <pc:sldMkLst>
          <pc:docMk/>
          <pc:sldMk cId="145205510" sldId="1156"/>
        </pc:sldMkLst>
        <pc:spChg chg="del">
          <ac:chgData name="Harley Wijeyaratne" userId="d52f8215faed5781" providerId="Windows Live" clId="Web-{884A56EE-ADEE-4CC4-BDA0-0BFF078E19B3}" dt="2023-05-20T11:43:12.437" v="3372"/>
          <ac:spMkLst>
            <pc:docMk/>
            <pc:sldMk cId="145205510" sldId="1156"/>
            <ac:spMk id="2" creationId="{55FAEB31-E8F3-246F-85FE-539A7466A52D}"/>
          </ac:spMkLst>
        </pc:spChg>
        <pc:spChg chg="del">
          <ac:chgData name="Harley Wijeyaratne" userId="d52f8215faed5781" providerId="Windows Live" clId="Web-{884A56EE-ADEE-4CC4-BDA0-0BFF078E19B3}" dt="2023-05-20T11:43:07.656" v="3371"/>
          <ac:spMkLst>
            <pc:docMk/>
            <pc:sldMk cId="145205510" sldId="1156"/>
            <ac:spMk id="3" creationId="{F1EFC390-CF3F-712E-31F1-638C8378064A}"/>
          </ac:spMkLst>
        </pc:spChg>
        <pc:spChg chg="add mod">
          <ac:chgData name="Harley Wijeyaratne" userId="d52f8215faed5781" providerId="Windows Live" clId="Web-{884A56EE-ADEE-4CC4-BDA0-0BFF078E19B3}" dt="2023-05-20T12:18:35.596" v="5147" actId="1076"/>
          <ac:spMkLst>
            <pc:docMk/>
            <pc:sldMk cId="145205510" sldId="1156"/>
            <ac:spMk id="6" creationId="{58D68D20-5E91-25E5-F3B3-F3A5353F1CAC}"/>
          </ac:spMkLst>
        </pc:spChg>
        <pc:graphicFrameChg chg="add mod modGraphic">
          <ac:chgData name="Harley Wijeyaratne" userId="d52f8215faed5781" providerId="Windows Live" clId="Web-{884A56EE-ADEE-4CC4-BDA0-0BFF078E19B3}" dt="2023-05-20T12:18:28.673" v="5146"/>
          <ac:graphicFrameMkLst>
            <pc:docMk/>
            <pc:sldMk cId="145205510" sldId="1156"/>
            <ac:graphicFrameMk id="5" creationId="{3788E7C1-1D77-0131-C77D-9EB6302C8484}"/>
          </ac:graphicFrameMkLst>
        </pc:graphicFrameChg>
      </pc:sldChg>
      <pc:sldChg chg="addSp delSp modSp new del">
        <pc:chgData name="Harley Wijeyaratne" userId="d52f8215faed5781" providerId="Windows Live" clId="Web-{884A56EE-ADEE-4CC4-BDA0-0BFF078E19B3}" dt="2023-05-20T12:23:14.886" v="5202"/>
        <pc:sldMkLst>
          <pc:docMk/>
          <pc:sldMk cId="1261784369" sldId="1157"/>
        </pc:sldMkLst>
        <pc:spChg chg="del">
          <ac:chgData name="Harley Wijeyaratne" userId="d52f8215faed5781" providerId="Windows Live" clId="Web-{884A56EE-ADEE-4CC4-BDA0-0BFF078E19B3}" dt="2023-05-20T11:57:29.436" v="4045"/>
          <ac:spMkLst>
            <pc:docMk/>
            <pc:sldMk cId="1261784369" sldId="1157"/>
            <ac:spMk id="2" creationId="{6D7ED20F-F4D2-A6C4-914D-A4B4870A6559}"/>
          </ac:spMkLst>
        </pc:spChg>
        <pc:spChg chg="del mod">
          <ac:chgData name="Harley Wijeyaratne" userId="d52f8215faed5781" providerId="Windows Live" clId="Web-{884A56EE-ADEE-4CC4-BDA0-0BFF078E19B3}" dt="2023-05-20T11:57:25.858" v="4044"/>
          <ac:spMkLst>
            <pc:docMk/>
            <pc:sldMk cId="1261784369" sldId="1157"/>
            <ac:spMk id="3" creationId="{4548DA7D-BE34-B4A6-9CEE-F72C2FC77996}"/>
          </ac:spMkLst>
        </pc:spChg>
        <pc:spChg chg="add mod">
          <ac:chgData name="Harley Wijeyaratne" userId="d52f8215faed5781" providerId="Windows Live" clId="Web-{884A56EE-ADEE-4CC4-BDA0-0BFF078E19B3}" dt="2023-05-20T12:22:28.415" v="5176" actId="1076"/>
          <ac:spMkLst>
            <pc:docMk/>
            <pc:sldMk cId="1261784369" sldId="1157"/>
            <ac:spMk id="7" creationId="{E5D064FC-89D8-10D2-2F42-6C4B05E600EF}"/>
          </ac:spMkLst>
        </pc:spChg>
        <pc:graphicFrameChg chg="add mod modGraphic">
          <ac:chgData name="Harley Wijeyaratne" userId="d52f8215faed5781" providerId="Windows Live" clId="Web-{884A56EE-ADEE-4CC4-BDA0-0BFF078E19B3}" dt="2023-05-20T12:22:20.837" v="5175"/>
          <ac:graphicFrameMkLst>
            <pc:docMk/>
            <pc:sldMk cId="1261784369" sldId="1157"/>
            <ac:graphicFrameMk id="5" creationId="{CBECBA0A-1118-6B3E-D87B-5D93D5C7FCEC}"/>
          </ac:graphicFrameMkLst>
        </pc:graphicFrameChg>
      </pc:sldChg>
      <pc:sldChg chg="addSp modSp add ord replId">
        <pc:chgData name="Harley Wijeyaratne" userId="d52f8215faed5781" providerId="Windows Live" clId="Web-{884A56EE-ADEE-4CC4-BDA0-0BFF078E19B3}" dt="2023-05-20T12:29:15.725" v="5336"/>
        <pc:sldMkLst>
          <pc:docMk/>
          <pc:sldMk cId="2794812888" sldId="1158"/>
        </pc:sldMkLst>
        <pc:spChg chg="mod">
          <ac:chgData name="Harley Wijeyaratne" userId="d52f8215faed5781" providerId="Windows Live" clId="Web-{884A56EE-ADEE-4CC4-BDA0-0BFF078E19B3}" dt="2023-05-20T12:22:45.713" v="5197" actId="20577"/>
          <ac:spMkLst>
            <pc:docMk/>
            <pc:sldMk cId="2794812888" sldId="1158"/>
            <ac:spMk id="5" creationId="{AC84F134-41B0-E093-900D-9EC4900E34B5}"/>
          </ac:spMkLst>
        </pc:spChg>
        <pc:spChg chg="mod">
          <ac:chgData name="Harley Wijeyaratne" userId="d52f8215faed5781" providerId="Windows Live" clId="Web-{884A56EE-ADEE-4CC4-BDA0-0BFF078E19B3}" dt="2023-05-20T12:29:15.725" v="5336"/>
          <ac:spMkLst>
            <pc:docMk/>
            <pc:sldMk cId="2794812888" sldId="1158"/>
            <ac:spMk id="7" creationId="{42F0B3DC-26D7-C8D7-2095-150058C60ECD}"/>
          </ac:spMkLst>
        </pc:spChg>
        <pc:spChg chg="add mod">
          <ac:chgData name="Harley Wijeyaratne" userId="d52f8215faed5781" providerId="Windows Live" clId="Web-{884A56EE-ADEE-4CC4-BDA0-0BFF078E19B3}" dt="2023-05-20T12:24:37.107" v="5255" actId="1076"/>
          <ac:spMkLst>
            <pc:docMk/>
            <pc:sldMk cId="2794812888" sldId="1158"/>
            <ac:spMk id="8" creationId="{3898ECDE-244F-EADB-75CF-87B1B0E6C020}"/>
          </ac:spMkLst>
        </pc:spChg>
        <pc:graphicFrameChg chg="add mod modGraphic">
          <ac:chgData name="Harley Wijeyaratne" userId="d52f8215faed5781" providerId="Windows Live" clId="Web-{884A56EE-ADEE-4CC4-BDA0-0BFF078E19B3}" dt="2023-05-20T12:27:27.128" v="5293"/>
          <ac:graphicFrameMkLst>
            <pc:docMk/>
            <pc:sldMk cId="2794812888" sldId="1158"/>
            <ac:graphicFrameMk id="3" creationId="{08CB90D6-8C24-9AEE-7A7B-24D65C6947DC}"/>
          </ac:graphicFrameMkLst>
        </pc:graphicFrameChg>
      </pc:sldChg>
      <pc:sldMasterChg chg="mod modSldLayout">
        <pc:chgData name="Harley Wijeyaratne" userId="d52f8215faed5781" providerId="Windows Live" clId="Web-{884A56EE-ADEE-4CC4-BDA0-0BFF078E19B3}" dt="2023-05-20T09:38:56.142" v="73"/>
        <pc:sldMasterMkLst>
          <pc:docMk/>
          <pc:sldMasterMk cId="528399056" sldId="2147483655"/>
        </pc:sldMasterMkLst>
        <pc:sldLayoutChg chg="mod">
          <pc:chgData name="Harley Wijeyaratne" userId="d52f8215faed5781" providerId="Windows Live" clId="Web-{884A56EE-ADEE-4CC4-BDA0-0BFF078E19B3}" dt="2023-05-20T09:38:56.142" v="73"/>
          <pc:sldLayoutMkLst>
            <pc:docMk/>
            <pc:sldMasterMk cId="528399056" sldId="2147483655"/>
            <pc:sldLayoutMk cId="3313697897" sldId="2147483656"/>
          </pc:sldLayoutMkLst>
        </pc:sldLayoutChg>
        <pc:sldLayoutChg chg="mod">
          <pc:chgData name="Harley Wijeyaratne" userId="d52f8215faed5781" providerId="Windows Live" clId="Web-{884A56EE-ADEE-4CC4-BDA0-0BFF078E19B3}" dt="2023-05-20T09:38:56.142" v="73"/>
          <pc:sldLayoutMkLst>
            <pc:docMk/>
            <pc:sldMasterMk cId="528399056" sldId="2147483655"/>
            <pc:sldLayoutMk cId="196073740" sldId="2147483657"/>
          </pc:sldLayoutMkLst>
        </pc:sldLayoutChg>
        <pc:sldLayoutChg chg="mod">
          <pc:chgData name="Harley Wijeyaratne" userId="d52f8215faed5781" providerId="Windows Live" clId="Web-{884A56EE-ADEE-4CC4-BDA0-0BFF078E19B3}" dt="2023-05-20T09:38:56.142" v="73"/>
          <pc:sldLayoutMkLst>
            <pc:docMk/>
            <pc:sldMasterMk cId="528399056" sldId="2147483655"/>
            <pc:sldLayoutMk cId="687777599" sldId="2147483672"/>
          </pc:sldLayoutMkLst>
        </pc:sldLayoutChg>
        <pc:sldLayoutChg chg="mod">
          <pc:chgData name="Harley Wijeyaratne" userId="d52f8215faed5781" providerId="Windows Live" clId="Web-{884A56EE-ADEE-4CC4-BDA0-0BFF078E19B3}" dt="2023-05-20T09:38:56.142" v="73"/>
          <pc:sldLayoutMkLst>
            <pc:docMk/>
            <pc:sldMasterMk cId="528399056" sldId="2147483655"/>
            <pc:sldLayoutMk cId="2927841172" sldId="2147483673"/>
          </pc:sldLayoutMkLst>
        </pc:sldLayoutChg>
        <pc:sldLayoutChg chg="mod">
          <pc:chgData name="Harley Wijeyaratne" userId="d52f8215faed5781" providerId="Windows Live" clId="Web-{884A56EE-ADEE-4CC4-BDA0-0BFF078E19B3}" dt="2023-05-20T09:38:56.142" v="73"/>
          <pc:sldLayoutMkLst>
            <pc:docMk/>
            <pc:sldMasterMk cId="528399056" sldId="2147483655"/>
            <pc:sldLayoutMk cId="1502526559" sldId="2147483674"/>
          </pc:sldLayoutMkLst>
        </pc:sldLayoutChg>
        <pc:sldLayoutChg chg="mod">
          <pc:chgData name="Harley Wijeyaratne" userId="d52f8215faed5781" providerId="Windows Live" clId="Web-{884A56EE-ADEE-4CC4-BDA0-0BFF078E19B3}" dt="2023-05-20T09:38:56.142" v="73"/>
          <pc:sldLayoutMkLst>
            <pc:docMk/>
            <pc:sldMasterMk cId="528399056" sldId="2147483655"/>
            <pc:sldLayoutMk cId="94974547" sldId="2147483675"/>
          </pc:sldLayoutMkLst>
        </pc:sldLayoutChg>
        <pc:sldLayoutChg chg="mod">
          <pc:chgData name="Harley Wijeyaratne" userId="d52f8215faed5781" providerId="Windows Live" clId="Web-{884A56EE-ADEE-4CC4-BDA0-0BFF078E19B3}" dt="2023-05-20T09:38:56.142" v="73"/>
          <pc:sldLayoutMkLst>
            <pc:docMk/>
            <pc:sldMasterMk cId="528399056" sldId="2147483655"/>
            <pc:sldLayoutMk cId="1343881794" sldId="2147483676"/>
          </pc:sldLayoutMkLst>
        </pc:sldLayoutChg>
        <pc:sldLayoutChg chg="mod">
          <pc:chgData name="Harley Wijeyaratne" userId="d52f8215faed5781" providerId="Windows Live" clId="Web-{884A56EE-ADEE-4CC4-BDA0-0BFF078E19B3}" dt="2023-05-20T09:38:56.142" v="73"/>
          <pc:sldLayoutMkLst>
            <pc:docMk/>
            <pc:sldMasterMk cId="528399056" sldId="2147483655"/>
            <pc:sldLayoutMk cId="3402153840" sldId="2147483677"/>
          </pc:sldLayoutMkLst>
        </pc:sldLayoutChg>
        <pc:sldLayoutChg chg="mod">
          <pc:chgData name="Harley Wijeyaratne" userId="d52f8215faed5781" providerId="Windows Live" clId="Web-{884A56EE-ADEE-4CC4-BDA0-0BFF078E19B3}" dt="2023-05-20T09:38:56.142" v="73"/>
          <pc:sldLayoutMkLst>
            <pc:docMk/>
            <pc:sldMasterMk cId="528399056" sldId="2147483655"/>
            <pc:sldLayoutMk cId="3325263697" sldId="2147483678"/>
          </pc:sldLayoutMkLst>
        </pc:sldLayoutChg>
        <pc:sldLayoutChg chg="mod">
          <pc:chgData name="Harley Wijeyaratne" userId="d52f8215faed5781" providerId="Windows Live" clId="Web-{884A56EE-ADEE-4CC4-BDA0-0BFF078E19B3}" dt="2023-05-20T09:38:56.142" v="73"/>
          <pc:sldLayoutMkLst>
            <pc:docMk/>
            <pc:sldMasterMk cId="528399056" sldId="2147483655"/>
            <pc:sldLayoutMk cId="3815180364" sldId="2147483679"/>
          </pc:sldLayoutMkLst>
        </pc:sldLayoutChg>
      </pc:sldMasterChg>
      <pc:sldMasterChg chg="mod modSldLayout">
        <pc:chgData name="Harley Wijeyaratne" userId="d52f8215faed5781" providerId="Windows Live" clId="Web-{884A56EE-ADEE-4CC4-BDA0-0BFF078E19B3}" dt="2023-05-20T09:38:56.142" v="73"/>
        <pc:sldMasterMkLst>
          <pc:docMk/>
          <pc:sldMasterMk cId="2460954070" sldId="2147483660"/>
        </pc:sldMasterMkLst>
        <pc:sldLayoutChg chg="mod">
          <pc:chgData name="Harley Wijeyaratne" userId="d52f8215faed5781" providerId="Windows Live" clId="Web-{884A56EE-ADEE-4CC4-BDA0-0BFF078E19B3}" dt="2023-05-20T09:38:56.142" v="73"/>
          <pc:sldLayoutMkLst>
            <pc:docMk/>
            <pc:sldMasterMk cId="2460954070" sldId="2147483660"/>
            <pc:sldLayoutMk cId="2385387890" sldId="2147483661"/>
          </pc:sldLayoutMkLst>
        </pc:sldLayoutChg>
        <pc:sldLayoutChg chg="mod">
          <pc:chgData name="Harley Wijeyaratne" userId="d52f8215faed5781" providerId="Windows Live" clId="Web-{884A56EE-ADEE-4CC4-BDA0-0BFF078E19B3}" dt="2023-05-20T09:38:56.142" v="73"/>
          <pc:sldLayoutMkLst>
            <pc:docMk/>
            <pc:sldMasterMk cId="2460954070" sldId="2147483660"/>
            <pc:sldLayoutMk cId="949138452" sldId="2147483662"/>
          </pc:sldLayoutMkLst>
        </pc:sldLayoutChg>
        <pc:sldLayoutChg chg="mod">
          <pc:chgData name="Harley Wijeyaratne" userId="d52f8215faed5781" providerId="Windows Live" clId="Web-{884A56EE-ADEE-4CC4-BDA0-0BFF078E19B3}" dt="2023-05-20T09:38:56.142" v="73"/>
          <pc:sldLayoutMkLst>
            <pc:docMk/>
            <pc:sldMasterMk cId="2460954070" sldId="2147483660"/>
            <pc:sldLayoutMk cId="2591524520" sldId="2147483663"/>
          </pc:sldLayoutMkLst>
        </pc:sldLayoutChg>
        <pc:sldLayoutChg chg="mod">
          <pc:chgData name="Harley Wijeyaratne" userId="d52f8215faed5781" providerId="Windows Live" clId="Web-{884A56EE-ADEE-4CC4-BDA0-0BFF078E19B3}" dt="2023-05-20T09:38:56.142" v="73"/>
          <pc:sldLayoutMkLst>
            <pc:docMk/>
            <pc:sldMasterMk cId="2460954070" sldId="2147483660"/>
            <pc:sldLayoutMk cId="1203092039" sldId="2147483664"/>
          </pc:sldLayoutMkLst>
        </pc:sldLayoutChg>
        <pc:sldLayoutChg chg="mod">
          <pc:chgData name="Harley Wijeyaratne" userId="d52f8215faed5781" providerId="Windows Live" clId="Web-{884A56EE-ADEE-4CC4-BDA0-0BFF078E19B3}" dt="2023-05-20T09:38:56.142" v="73"/>
          <pc:sldLayoutMkLst>
            <pc:docMk/>
            <pc:sldMasterMk cId="2460954070" sldId="2147483660"/>
            <pc:sldLayoutMk cId="3733172339" sldId="2147483665"/>
          </pc:sldLayoutMkLst>
        </pc:sldLayoutChg>
        <pc:sldLayoutChg chg="mod">
          <pc:chgData name="Harley Wijeyaratne" userId="d52f8215faed5781" providerId="Windows Live" clId="Web-{884A56EE-ADEE-4CC4-BDA0-0BFF078E19B3}" dt="2023-05-20T09:38:56.142" v="73"/>
          <pc:sldLayoutMkLst>
            <pc:docMk/>
            <pc:sldMasterMk cId="2460954070" sldId="2147483660"/>
            <pc:sldLayoutMk cId="3210312558" sldId="2147483666"/>
          </pc:sldLayoutMkLst>
        </pc:sldLayoutChg>
        <pc:sldLayoutChg chg="mod">
          <pc:chgData name="Harley Wijeyaratne" userId="d52f8215faed5781" providerId="Windows Live" clId="Web-{884A56EE-ADEE-4CC4-BDA0-0BFF078E19B3}" dt="2023-05-20T09:38:56.142" v="73"/>
          <pc:sldLayoutMkLst>
            <pc:docMk/>
            <pc:sldMasterMk cId="2460954070" sldId="2147483660"/>
            <pc:sldLayoutMk cId="3146388984" sldId="2147483667"/>
          </pc:sldLayoutMkLst>
        </pc:sldLayoutChg>
        <pc:sldLayoutChg chg="mod">
          <pc:chgData name="Harley Wijeyaratne" userId="d52f8215faed5781" providerId="Windows Live" clId="Web-{884A56EE-ADEE-4CC4-BDA0-0BFF078E19B3}" dt="2023-05-20T09:38:56.142" v="73"/>
          <pc:sldLayoutMkLst>
            <pc:docMk/>
            <pc:sldMasterMk cId="2460954070" sldId="2147483660"/>
            <pc:sldLayoutMk cId="3171841454" sldId="2147483668"/>
          </pc:sldLayoutMkLst>
        </pc:sldLayoutChg>
        <pc:sldLayoutChg chg="mod">
          <pc:chgData name="Harley Wijeyaratne" userId="d52f8215faed5781" providerId="Windows Live" clId="Web-{884A56EE-ADEE-4CC4-BDA0-0BFF078E19B3}" dt="2023-05-20T09:38:56.142" v="73"/>
          <pc:sldLayoutMkLst>
            <pc:docMk/>
            <pc:sldMasterMk cId="2460954070" sldId="2147483660"/>
            <pc:sldLayoutMk cId="1718958274" sldId="2147483669"/>
          </pc:sldLayoutMkLst>
        </pc:sldLayoutChg>
        <pc:sldLayoutChg chg="mod">
          <pc:chgData name="Harley Wijeyaratne" userId="d52f8215faed5781" providerId="Windows Live" clId="Web-{884A56EE-ADEE-4CC4-BDA0-0BFF078E19B3}" dt="2023-05-20T09:38:56.142" v="73"/>
          <pc:sldLayoutMkLst>
            <pc:docMk/>
            <pc:sldMasterMk cId="2460954070" sldId="2147483660"/>
            <pc:sldLayoutMk cId="2202905451" sldId="2147483670"/>
          </pc:sldLayoutMkLst>
        </pc:sldLayoutChg>
        <pc:sldLayoutChg chg="mod">
          <pc:chgData name="Harley Wijeyaratne" userId="d52f8215faed5781" providerId="Windows Live" clId="Web-{884A56EE-ADEE-4CC4-BDA0-0BFF078E19B3}" dt="2023-05-20T09:38:56.142" v="73"/>
          <pc:sldLayoutMkLst>
            <pc:docMk/>
            <pc:sldMasterMk cId="2460954070" sldId="2147483660"/>
            <pc:sldLayoutMk cId="3479445657" sldId="2147483671"/>
          </pc:sldLayoutMkLst>
        </pc:sldLayoutChg>
      </pc:sldMasterChg>
    </pc:docChg>
  </pc:docChgLst>
  <pc:docChgLst>
    <pc:chgData name="Joseph Ross" userId="f02a7e79df86ceb8" providerId="Windows Live" clId="Web-{987EEF5A-1857-4900-AD91-049C80EE5D67}"/>
    <pc:docChg chg="addSld modSld">
      <pc:chgData name="Joseph Ross" userId="f02a7e79df86ceb8" providerId="Windows Live" clId="Web-{987EEF5A-1857-4900-AD91-049C80EE5D67}" dt="2023-05-23T13:28:10.176" v="241"/>
      <pc:docMkLst>
        <pc:docMk/>
      </pc:docMkLst>
      <pc:sldChg chg="modSp">
        <pc:chgData name="Joseph Ross" userId="f02a7e79df86ceb8" providerId="Windows Live" clId="Web-{987EEF5A-1857-4900-AD91-049C80EE5D67}" dt="2023-05-23T13:14:15.045" v="229" actId="20577"/>
        <pc:sldMkLst>
          <pc:docMk/>
          <pc:sldMk cId="934712502" sldId="1168"/>
        </pc:sldMkLst>
        <pc:spChg chg="mod">
          <ac:chgData name="Joseph Ross" userId="f02a7e79df86ceb8" providerId="Windows Live" clId="Web-{987EEF5A-1857-4900-AD91-049C80EE5D67}" dt="2023-05-23T13:02:57.244" v="99" actId="20577"/>
          <ac:spMkLst>
            <pc:docMk/>
            <pc:sldMk cId="934712502" sldId="1168"/>
            <ac:spMk id="5" creationId="{971A9813-3227-E616-A613-9C2EF55645AC}"/>
          </ac:spMkLst>
        </pc:spChg>
        <pc:spChg chg="mod">
          <ac:chgData name="Joseph Ross" userId="f02a7e79df86ceb8" providerId="Windows Live" clId="Web-{987EEF5A-1857-4900-AD91-049C80EE5D67}" dt="2023-05-23T13:14:15.045" v="229" actId="20577"/>
          <ac:spMkLst>
            <pc:docMk/>
            <pc:sldMk cId="934712502" sldId="1168"/>
            <ac:spMk id="32" creationId="{26667D1F-2E74-8049-8316-7A6B77970C4E}"/>
          </ac:spMkLst>
        </pc:spChg>
        <pc:spChg chg="mod">
          <ac:chgData name="Joseph Ross" userId="f02a7e79df86ceb8" providerId="Windows Live" clId="Web-{987EEF5A-1857-4900-AD91-049C80EE5D67}" dt="2023-05-23T13:03:36.042" v="108" actId="20577"/>
          <ac:spMkLst>
            <pc:docMk/>
            <pc:sldMk cId="934712502" sldId="1168"/>
            <ac:spMk id="36" creationId="{49965E83-D8F3-1A41-45BC-D251B6A6A398}"/>
          </ac:spMkLst>
        </pc:spChg>
        <pc:spChg chg="mod">
          <ac:chgData name="Joseph Ross" userId="f02a7e79df86ceb8" providerId="Windows Live" clId="Web-{987EEF5A-1857-4900-AD91-049C80EE5D67}" dt="2023-05-23T13:12:30.585" v="221" actId="20577"/>
          <ac:spMkLst>
            <pc:docMk/>
            <pc:sldMk cId="934712502" sldId="1168"/>
            <ac:spMk id="37" creationId="{58064B91-401E-F3D1-F4EB-E8C19CCD12C6}"/>
          </ac:spMkLst>
        </pc:spChg>
        <pc:spChg chg="mod">
          <ac:chgData name="Joseph Ross" userId="f02a7e79df86ceb8" providerId="Windows Live" clId="Web-{987EEF5A-1857-4900-AD91-049C80EE5D67}" dt="2023-05-23T13:09:55.097" v="113" actId="20577"/>
          <ac:spMkLst>
            <pc:docMk/>
            <pc:sldMk cId="934712502" sldId="1168"/>
            <ac:spMk id="40" creationId="{3E250F49-D764-FDA8-7A0D-EDC74E24B7DE}"/>
          </ac:spMkLst>
        </pc:spChg>
        <pc:spChg chg="mod">
          <ac:chgData name="Joseph Ross" userId="f02a7e79df86ceb8" providerId="Windows Live" clId="Web-{987EEF5A-1857-4900-AD91-049C80EE5D67}" dt="2023-05-23T13:12:38.069" v="223" actId="20577"/>
          <ac:spMkLst>
            <pc:docMk/>
            <pc:sldMk cId="934712502" sldId="1168"/>
            <ac:spMk id="41" creationId="{52CEBBBD-C95B-07FF-7A9B-9319BA3F2799}"/>
          </ac:spMkLst>
        </pc:spChg>
        <pc:spChg chg="mod">
          <ac:chgData name="Joseph Ross" userId="f02a7e79df86ceb8" providerId="Windows Live" clId="Web-{987EEF5A-1857-4900-AD91-049C80EE5D67}" dt="2023-05-23T13:12:47.054" v="226" actId="20577"/>
          <ac:spMkLst>
            <pc:docMk/>
            <pc:sldMk cId="934712502" sldId="1168"/>
            <ac:spMk id="42" creationId="{02A24865-8298-F4C4-D307-6153C233BE67}"/>
          </ac:spMkLst>
        </pc:spChg>
        <pc:spChg chg="mod">
          <ac:chgData name="Joseph Ross" userId="f02a7e79df86ceb8" providerId="Windows Live" clId="Web-{987EEF5A-1857-4900-AD91-049C80EE5D67}" dt="2023-05-23T13:13:45.368" v="228" actId="1076"/>
          <ac:spMkLst>
            <pc:docMk/>
            <pc:sldMk cId="934712502" sldId="1168"/>
            <ac:spMk id="53" creationId="{AB835CC3-B9AD-9BA4-E112-AECE418CD897}"/>
          </ac:spMkLst>
        </pc:spChg>
      </pc:sldChg>
      <pc:sldChg chg="addSp delSp modSp">
        <pc:chgData name="Joseph Ross" userId="f02a7e79df86ceb8" providerId="Windows Live" clId="Web-{987EEF5A-1857-4900-AD91-049C80EE5D67}" dt="2023-05-23T12:56:44.564" v="56" actId="20577"/>
        <pc:sldMkLst>
          <pc:docMk/>
          <pc:sldMk cId="2684757179" sldId="1173"/>
        </pc:sldMkLst>
        <pc:spChg chg="mod">
          <ac:chgData name="Joseph Ross" userId="f02a7e79df86ceb8" providerId="Windows Live" clId="Web-{987EEF5A-1857-4900-AD91-049C80EE5D67}" dt="2023-05-23T12:56:36.892" v="46" actId="20577"/>
          <ac:spMkLst>
            <pc:docMk/>
            <pc:sldMk cId="2684757179" sldId="1173"/>
            <ac:spMk id="6" creationId="{E0C6B965-139D-976A-7123-BE325B6B8AA4}"/>
          </ac:spMkLst>
        </pc:spChg>
        <pc:spChg chg="mod">
          <ac:chgData name="Joseph Ross" userId="f02a7e79df86ceb8" providerId="Windows Live" clId="Web-{987EEF5A-1857-4900-AD91-049C80EE5D67}" dt="2023-05-23T12:56:17.236" v="43" actId="14100"/>
          <ac:spMkLst>
            <pc:docMk/>
            <pc:sldMk cId="2684757179" sldId="1173"/>
            <ac:spMk id="14" creationId="{4A362749-56B8-2537-F9A4-DAE8E151075A}"/>
          </ac:spMkLst>
        </pc:spChg>
        <pc:spChg chg="add del mod">
          <ac:chgData name="Joseph Ross" userId="f02a7e79df86ceb8" providerId="Windows Live" clId="Web-{987EEF5A-1857-4900-AD91-049C80EE5D67}" dt="2023-05-23T12:51:39.792" v="24" actId="20577"/>
          <ac:spMkLst>
            <pc:docMk/>
            <pc:sldMk cId="2684757179" sldId="1173"/>
            <ac:spMk id="17" creationId="{2D7EB057-9E32-8220-C31B-E38663CF9CFA}"/>
          </ac:spMkLst>
        </pc:spChg>
        <pc:spChg chg="mod">
          <ac:chgData name="Joseph Ross" userId="f02a7e79df86ceb8" providerId="Windows Live" clId="Web-{987EEF5A-1857-4900-AD91-049C80EE5D67}" dt="2023-05-23T12:46:00.597" v="1"/>
          <ac:spMkLst>
            <pc:docMk/>
            <pc:sldMk cId="2684757179" sldId="1173"/>
            <ac:spMk id="18" creationId="{650D82AB-48EF-7F08-ACDA-9B6C658517C7}"/>
          </ac:spMkLst>
        </pc:spChg>
        <pc:spChg chg="mod">
          <ac:chgData name="Joseph Ross" userId="f02a7e79df86ceb8" providerId="Windows Live" clId="Web-{987EEF5A-1857-4900-AD91-049C80EE5D67}" dt="2023-05-23T12:51:24.588" v="14" actId="20577"/>
          <ac:spMkLst>
            <pc:docMk/>
            <pc:sldMk cId="2684757179" sldId="1173"/>
            <ac:spMk id="26" creationId="{1A520945-D1C9-1553-7257-616147DB5B4A}"/>
          </ac:spMkLst>
        </pc:spChg>
        <pc:spChg chg="mod">
          <ac:chgData name="Joseph Ross" userId="f02a7e79df86ceb8" providerId="Windows Live" clId="Web-{987EEF5A-1857-4900-AD91-049C80EE5D67}" dt="2023-05-23T12:51:14.135" v="11" actId="20577"/>
          <ac:spMkLst>
            <pc:docMk/>
            <pc:sldMk cId="2684757179" sldId="1173"/>
            <ac:spMk id="28" creationId="{82F8A9B2-855B-41FD-596D-EF990EAF1AC2}"/>
          </ac:spMkLst>
        </pc:spChg>
        <pc:spChg chg="mod">
          <ac:chgData name="Joseph Ross" userId="f02a7e79df86ceb8" providerId="Windows Live" clId="Web-{987EEF5A-1857-4900-AD91-049C80EE5D67}" dt="2023-05-23T12:51:26.432" v="15" actId="20577"/>
          <ac:spMkLst>
            <pc:docMk/>
            <pc:sldMk cId="2684757179" sldId="1173"/>
            <ac:spMk id="43" creationId="{0F75D1E2-59C5-9A5A-825F-810D62D2850A}"/>
          </ac:spMkLst>
        </pc:spChg>
        <pc:spChg chg="mod">
          <ac:chgData name="Joseph Ross" userId="f02a7e79df86ceb8" providerId="Windows Live" clId="Web-{987EEF5A-1857-4900-AD91-049C80EE5D67}" dt="2023-05-23T12:56:44.564" v="56" actId="20577"/>
          <ac:spMkLst>
            <pc:docMk/>
            <pc:sldMk cId="2684757179" sldId="1173"/>
            <ac:spMk id="64" creationId="{CB9ED261-A5BD-793F-201D-AFB15F0E42F6}"/>
          </ac:spMkLst>
        </pc:spChg>
        <pc:spChg chg="mod">
          <ac:chgData name="Joseph Ross" userId="f02a7e79df86ceb8" providerId="Windows Live" clId="Web-{987EEF5A-1857-4900-AD91-049C80EE5D67}" dt="2023-05-23T12:51:21.995" v="13" actId="20577"/>
          <ac:spMkLst>
            <pc:docMk/>
            <pc:sldMk cId="2684757179" sldId="1173"/>
            <ac:spMk id="65" creationId="{3CC34D2E-2DED-CB65-7403-9EF096A3C9F9}"/>
          </ac:spMkLst>
        </pc:spChg>
      </pc:sldChg>
      <pc:sldChg chg="modSp">
        <pc:chgData name="Joseph Ross" userId="f02a7e79df86ceb8" providerId="Windows Live" clId="Web-{987EEF5A-1857-4900-AD91-049C80EE5D67}" dt="2023-05-23T13:15:52.281" v="233" actId="20577"/>
        <pc:sldMkLst>
          <pc:docMk/>
          <pc:sldMk cId="2857505401" sldId="1178"/>
        </pc:sldMkLst>
        <pc:spChg chg="mod">
          <ac:chgData name="Joseph Ross" userId="f02a7e79df86ceb8" providerId="Windows Live" clId="Web-{987EEF5A-1857-4900-AD91-049C80EE5D67}" dt="2023-05-23T13:15:52.281" v="233" actId="20577"/>
          <ac:spMkLst>
            <pc:docMk/>
            <pc:sldMk cId="2857505401" sldId="1178"/>
            <ac:spMk id="6" creationId="{BA64492D-B30D-521F-7A81-726C0358AF1D}"/>
          </ac:spMkLst>
        </pc:spChg>
      </pc:sldChg>
      <pc:sldChg chg="modSp">
        <pc:chgData name="Joseph Ross" userId="f02a7e79df86ceb8" providerId="Windows Live" clId="Web-{987EEF5A-1857-4900-AD91-049C80EE5D67}" dt="2023-05-23T13:14:49.171" v="231" actId="20577"/>
        <pc:sldMkLst>
          <pc:docMk/>
          <pc:sldMk cId="1306931824" sldId="1195"/>
        </pc:sldMkLst>
        <pc:spChg chg="mod">
          <ac:chgData name="Joseph Ross" userId="f02a7e79df86ceb8" providerId="Windows Live" clId="Web-{987EEF5A-1857-4900-AD91-049C80EE5D67}" dt="2023-05-23T13:14:49.171" v="231" actId="20577"/>
          <ac:spMkLst>
            <pc:docMk/>
            <pc:sldMk cId="1306931824" sldId="1195"/>
            <ac:spMk id="16" creationId="{ABEDE7A0-BBDF-FFF7-5C76-3D7840FF9E22}"/>
          </ac:spMkLst>
        </pc:spChg>
      </pc:sldChg>
      <pc:sldChg chg="add">
        <pc:chgData name="Joseph Ross" userId="f02a7e79df86ceb8" providerId="Windows Live" clId="Web-{987EEF5A-1857-4900-AD91-049C80EE5D67}" dt="2023-05-23T13:27:36.863" v="234"/>
        <pc:sldMkLst>
          <pc:docMk/>
          <pc:sldMk cId="397033882" sldId="1196"/>
        </pc:sldMkLst>
      </pc:sldChg>
      <pc:sldChg chg="add">
        <pc:chgData name="Joseph Ross" userId="f02a7e79df86ceb8" providerId="Windows Live" clId="Web-{987EEF5A-1857-4900-AD91-049C80EE5D67}" dt="2023-05-23T13:27:36.941" v="235"/>
        <pc:sldMkLst>
          <pc:docMk/>
          <pc:sldMk cId="1159548344" sldId="1197"/>
        </pc:sldMkLst>
      </pc:sldChg>
      <pc:sldChg chg="add">
        <pc:chgData name="Joseph Ross" userId="f02a7e79df86ceb8" providerId="Windows Live" clId="Web-{987EEF5A-1857-4900-AD91-049C80EE5D67}" dt="2023-05-23T13:27:37.066" v="236"/>
        <pc:sldMkLst>
          <pc:docMk/>
          <pc:sldMk cId="1866498466" sldId="1198"/>
        </pc:sldMkLst>
      </pc:sldChg>
      <pc:sldChg chg="add">
        <pc:chgData name="Joseph Ross" userId="f02a7e79df86ceb8" providerId="Windows Live" clId="Web-{987EEF5A-1857-4900-AD91-049C80EE5D67}" dt="2023-05-23T13:27:37.159" v="237"/>
        <pc:sldMkLst>
          <pc:docMk/>
          <pc:sldMk cId="3940420149" sldId="1199"/>
        </pc:sldMkLst>
      </pc:sldChg>
      <pc:sldChg chg="add replId">
        <pc:chgData name="Joseph Ross" userId="f02a7e79df86ceb8" providerId="Windows Live" clId="Web-{987EEF5A-1857-4900-AD91-049C80EE5D67}" dt="2023-05-23T13:28:09.910" v="238"/>
        <pc:sldMkLst>
          <pc:docMk/>
          <pc:sldMk cId="2552567441" sldId="1200"/>
        </pc:sldMkLst>
      </pc:sldChg>
      <pc:sldChg chg="add replId">
        <pc:chgData name="Joseph Ross" userId="f02a7e79df86ceb8" providerId="Windows Live" clId="Web-{987EEF5A-1857-4900-AD91-049C80EE5D67}" dt="2023-05-23T13:28:09.988" v="239"/>
        <pc:sldMkLst>
          <pc:docMk/>
          <pc:sldMk cId="2134814287" sldId="1201"/>
        </pc:sldMkLst>
      </pc:sldChg>
      <pc:sldChg chg="add replId">
        <pc:chgData name="Joseph Ross" userId="f02a7e79df86ceb8" providerId="Windows Live" clId="Web-{987EEF5A-1857-4900-AD91-049C80EE5D67}" dt="2023-05-23T13:28:10.098" v="240"/>
        <pc:sldMkLst>
          <pc:docMk/>
          <pc:sldMk cId="3483518947" sldId="1202"/>
        </pc:sldMkLst>
      </pc:sldChg>
      <pc:sldChg chg="add replId">
        <pc:chgData name="Joseph Ross" userId="f02a7e79df86ceb8" providerId="Windows Live" clId="Web-{987EEF5A-1857-4900-AD91-049C80EE5D67}" dt="2023-05-23T13:28:10.176" v="241"/>
        <pc:sldMkLst>
          <pc:docMk/>
          <pc:sldMk cId="2769551187" sldId="1203"/>
        </pc:sldMkLst>
      </pc:sldChg>
    </pc:docChg>
  </pc:docChgLst>
  <pc:docChgLst>
    <pc:chgData name="Harley Wijeyaratne" userId="d52f8215faed5781" providerId="Windows Live" clId="Web-{A650F01B-588E-4F7C-BCD5-C341F9BCE6D1}"/>
    <pc:docChg chg="addSld delSld modSld sldOrd addMainMaster delMainMaster modMainMaster">
      <pc:chgData name="Harley Wijeyaratne" userId="d52f8215faed5781" providerId="Windows Live" clId="Web-{A650F01B-588E-4F7C-BCD5-C341F9BCE6D1}" dt="2023-05-20T09:27:04.362" v="58" actId="20577"/>
      <pc:docMkLst>
        <pc:docMk/>
      </pc:docMkLst>
      <pc:sldChg chg="modSp add del mod modClrScheme chgLayout">
        <pc:chgData name="Harley Wijeyaratne" userId="d52f8215faed5781" providerId="Windows Live" clId="Web-{A650F01B-588E-4F7C-BCD5-C341F9BCE6D1}" dt="2023-05-20T09:22:05.206" v="53"/>
        <pc:sldMkLst>
          <pc:docMk/>
          <pc:sldMk cId="255985640" sldId="1111"/>
        </pc:sldMkLst>
        <pc:spChg chg="mod ord">
          <ac:chgData name="Harley Wijeyaratne" userId="d52f8215faed5781" providerId="Windows Live" clId="Web-{A650F01B-588E-4F7C-BCD5-C341F9BCE6D1}" dt="2023-05-20T09:22:05.206" v="53"/>
          <ac:spMkLst>
            <pc:docMk/>
            <pc:sldMk cId="255985640" sldId="1111"/>
            <ac:spMk id="3" creationId="{03F04CDE-279B-075C-2E14-286C1FD953B5}"/>
          </ac:spMkLst>
        </pc:spChg>
      </pc:sldChg>
      <pc:sldChg chg="modSp mod modClrScheme chgLayout">
        <pc:chgData name="Harley Wijeyaratne" userId="d52f8215faed5781" providerId="Windows Live" clId="Web-{A650F01B-588E-4F7C-BCD5-C341F9BCE6D1}" dt="2023-05-20T09:22:05.206" v="53"/>
        <pc:sldMkLst>
          <pc:docMk/>
          <pc:sldMk cId="1630552755" sldId="1112"/>
        </pc:sldMkLst>
        <pc:spChg chg="mod ord">
          <ac:chgData name="Harley Wijeyaratne" userId="d52f8215faed5781" providerId="Windows Live" clId="Web-{A650F01B-588E-4F7C-BCD5-C341F9BCE6D1}" dt="2023-05-20T09:22:05.206" v="53"/>
          <ac:spMkLst>
            <pc:docMk/>
            <pc:sldMk cId="1630552755" sldId="1112"/>
            <ac:spMk id="3" creationId="{17FA99A8-6DB0-551A-54B7-F7E01EAA4909}"/>
          </ac:spMkLst>
        </pc:spChg>
      </pc:sldChg>
      <pc:sldChg chg="modSp mod modClrScheme chgLayout">
        <pc:chgData name="Harley Wijeyaratne" userId="d52f8215faed5781" providerId="Windows Live" clId="Web-{A650F01B-588E-4F7C-BCD5-C341F9BCE6D1}" dt="2023-05-20T09:27:04.362" v="58" actId="20577"/>
        <pc:sldMkLst>
          <pc:docMk/>
          <pc:sldMk cId="1382891996" sldId="1113"/>
        </pc:sldMkLst>
        <pc:spChg chg="mod ord">
          <ac:chgData name="Harley Wijeyaratne" userId="d52f8215faed5781" providerId="Windows Live" clId="Web-{A650F01B-588E-4F7C-BCD5-C341F9BCE6D1}" dt="2023-05-20T09:22:05.206" v="53"/>
          <ac:spMkLst>
            <pc:docMk/>
            <pc:sldMk cId="1382891996" sldId="1113"/>
            <ac:spMk id="3" creationId="{CC80E7FD-6D0C-4B24-2D07-2A4BB8F5C59D}"/>
          </ac:spMkLst>
        </pc:spChg>
        <pc:spChg chg="mod ord">
          <ac:chgData name="Harley Wijeyaratne" userId="d52f8215faed5781" providerId="Windows Live" clId="Web-{A650F01B-588E-4F7C-BCD5-C341F9BCE6D1}" dt="2023-05-20T09:27:04.362" v="58" actId="20577"/>
          <ac:spMkLst>
            <pc:docMk/>
            <pc:sldMk cId="1382891996" sldId="1113"/>
            <ac:spMk id="4" creationId="{12874596-2B74-9AE0-3341-E3A6987F52BC}"/>
          </ac:spMkLst>
        </pc:spChg>
        <pc:spChg chg="mod ord">
          <ac:chgData name="Harley Wijeyaratne" userId="d52f8215faed5781" providerId="Windows Live" clId="Web-{A650F01B-588E-4F7C-BCD5-C341F9BCE6D1}" dt="2023-05-20T09:22:05.206" v="53"/>
          <ac:spMkLst>
            <pc:docMk/>
            <pc:sldMk cId="1382891996" sldId="1113"/>
            <ac:spMk id="5" creationId="{C9CC4ECF-8C74-E13A-2E18-05178A4090DF}"/>
          </ac:spMkLst>
        </pc:spChg>
        <pc:spChg chg="mod ord">
          <ac:chgData name="Harley Wijeyaratne" userId="d52f8215faed5781" providerId="Windows Live" clId="Web-{A650F01B-588E-4F7C-BCD5-C341F9BCE6D1}" dt="2023-05-20T09:22:05.206" v="53"/>
          <ac:spMkLst>
            <pc:docMk/>
            <pc:sldMk cId="1382891996" sldId="1113"/>
            <ac:spMk id="6" creationId="{D00C473C-821A-E98A-2CF8-D87FCD34D78D}"/>
          </ac:spMkLst>
        </pc:spChg>
        <pc:spChg chg="mod ord">
          <ac:chgData name="Harley Wijeyaratne" userId="d52f8215faed5781" providerId="Windows Live" clId="Web-{A650F01B-588E-4F7C-BCD5-C341F9BCE6D1}" dt="2023-05-20T09:22:05.206" v="53"/>
          <ac:spMkLst>
            <pc:docMk/>
            <pc:sldMk cId="1382891996" sldId="1113"/>
            <ac:spMk id="7" creationId="{6F57E19C-19D4-1791-F563-43C87946C8C6}"/>
          </ac:spMkLst>
        </pc:spChg>
        <pc:spChg chg="mod ord">
          <ac:chgData name="Harley Wijeyaratne" userId="d52f8215faed5781" providerId="Windows Live" clId="Web-{A650F01B-588E-4F7C-BCD5-C341F9BCE6D1}" dt="2023-05-20T09:22:05.206" v="53"/>
          <ac:spMkLst>
            <pc:docMk/>
            <pc:sldMk cId="1382891996" sldId="1113"/>
            <ac:spMk id="8" creationId="{6573FB5E-B9E8-2CC1-6A5D-8699847E529A}"/>
          </ac:spMkLst>
        </pc:spChg>
        <pc:spChg chg="mod ord">
          <ac:chgData name="Harley Wijeyaratne" userId="d52f8215faed5781" providerId="Windows Live" clId="Web-{A650F01B-588E-4F7C-BCD5-C341F9BCE6D1}" dt="2023-05-20T09:22:05.206" v="53"/>
          <ac:spMkLst>
            <pc:docMk/>
            <pc:sldMk cId="1382891996" sldId="1113"/>
            <ac:spMk id="9" creationId="{FB1778A6-AC06-A4FC-1C4B-3BE34E6F5EF8}"/>
          </ac:spMkLst>
        </pc:spChg>
        <pc:spChg chg="mod ord">
          <ac:chgData name="Harley Wijeyaratne" userId="d52f8215faed5781" providerId="Windows Live" clId="Web-{A650F01B-588E-4F7C-BCD5-C341F9BCE6D1}" dt="2023-05-20T09:22:05.206" v="53"/>
          <ac:spMkLst>
            <pc:docMk/>
            <pc:sldMk cId="1382891996" sldId="1113"/>
            <ac:spMk id="10" creationId="{6E0DF04F-2668-1BF0-EF71-C1715B06195E}"/>
          </ac:spMkLst>
        </pc:spChg>
        <pc:spChg chg="mod ord">
          <ac:chgData name="Harley Wijeyaratne" userId="d52f8215faed5781" providerId="Windows Live" clId="Web-{A650F01B-588E-4F7C-BCD5-C341F9BCE6D1}" dt="2023-05-20T09:22:05.206" v="53"/>
          <ac:spMkLst>
            <pc:docMk/>
            <pc:sldMk cId="1382891996" sldId="1113"/>
            <ac:spMk id="11" creationId="{7B0B83D6-7F3F-51F9-185B-8F5DFB24C920}"/>
          </ac:spMkLst>
        </pc:spChg>
        <pc:spChg chg="mod ord">
          <ac:chgData name="Harley Wijeyaratne" userId="d52f8215faed5781" providerId="Windows Live" clId="Web-{A650F01B-588E-4F7C-BCD5-C341F9BCE6D1}" dt="2023-05-20T09:22:05.206" v="53"/>
          <ac:spMkLst>
            <pc:docMk/>
            <pc:sldMk cId="1382891996" sldId="1113"/>
            <ac:spMk id="12" creationId="{66CB8C16-B3FC-E73A-49AD-89016CEC0977}"/>
          </ac:spMkLst>
        </pc:spChg>
      </pc:sldChg>
      <pc:sldChg chg="modSp mod modClrScheme chgLayout">
        <pc:chgData name="Harley Wijeyaratne" userId="d52f8215faed5781" providerId="Windows Live" clId="Web-{A650F01B-588E-4F7C-BCD5-C341F9BCE6D1}" dt="2023-05-20T09:22:05.206" v="53"/>
        <pc:sldMkLst>
          <pc:docMk/>
          <pc:sldMk cId="2016640805" sldId="1114"/>
        </pc:sldMkLst>
        <pc:spChg chg="mod ord">
          <ac:chgData name="Harley Wijeyaratne" userId="d52f8215faed5781" providerId="Windows Live" clId="Web-{A650F01B-588E-4F7C-BCD5-C341F9BCE6D1}" dt="2023-05-20T09:22:05.206" v="53"/>
          <ac:spMkLst>
            <pc:docMk/>
            <pc:sldMk cId="2016640805" sldId="1114"/>
            <ac:spMk id="2" creationId="{D20F9221-0E16-11EB-8360-F3CE0B750069}"/>
          </ac:spMkLst>
        </pc:spChg>
        <pc:spChg chg="mod ord">
          <ac:chgData name="Harley Wijeyaratne" userId="d52f8215faed5781" providerId="Windows Live" clId="Web-{A650F01B-588E-4F7C-BCD5-C341F9BCE6D1}" dt="2023-05-20T09:22:05.206" v="53"/>
          <ac:spMkLst>
            <pc:docMk/>
            <pc:sldMk cId="2016640805" sldId="1114"/>
            <ac:spMk id="3" creationId="{CBDB4F86-8E1C-7AE3-0D02-F105E30BD763}"/>
          </ac:spMkLst>
        </pc:spChg>
        <pc:spChg chg="mod ord">
          <ac:chgData name="Harley Wijeyaratne" userId="d52f8215faed5781" providerId="Windows Live" clId="Web-{A650F01B-588E-4F7C-BCD5-C341F9BCE6D1}" dt="2023-05-20T09:22:05.206" v="53"/>
          <ac:spMkLst>
            <pc:docMk/>
            <pc:sldMk cId="2016640805" sldId="1114"/>
            <ac:spMk id="4" creationId="{8EFD0A6C-9D0D-548B-5805-47A00A84F83E}"/>
          </ac:spMkLst>
        </pc:spChg>
        <pc:spChg chg="mod ord">
          <ac:chgData name="Harley Wijeyaratne" userId="d52f8215faed5781" providerId="Windows Live" clId="Web-{A650F01B-588E-4F7C-BCD5-C341F9BCE6D1}" dt="2023-05-20T09:22:05.206" v="53"/>
          <ac:spMkLst>
            <pc:docMk/>
            <pc:sldMk cId="2016640805" sldId="1114"/>
            <ac:spMk id="5" creationId="{2012CEB8-96FB-51F5-A091-8C2E76BB9DAF}"/>
          </ac:spMkLst>
        </pc:spChg>
        <pc:spChg chg="mod ord">
          <ac:chgData name="Harley Wijeyaratne" userId="d52f8215faed5781" providerId="Windows Live" clId="Web-{A650F01B-588E-4F7C-BCD5-C341F9BCE6D1}" dt="2023-05-20T09:22:05.206" v="53"/>
          <ac:spMkLst>
            <pc:docMk/>
            <pc:sldMk cId="2016640805" sldId="1114"/>
            <ac:spMk id="6" creationId="{45F13311-A383-D6EB-7CF8-AEE7A6E41ABB}"/>
          </ac:spMkLst>
        </pc:spChg>
        <pc:spChg chg="mod ord">
          <ac:chgData name="Harley Wijeyaratne" userId="d52f8215faed5781" providerId="Windows Live" clId="Web-{A650F01B-588E-4F7C-BCD5-C341F9BCE6D1}" dt="2023-05-20T09:22:05.206" v="53"/>
          <ac:spMkLst>
            <pc:docMk/>
            <pc:sldMk cId="2016640805" sldId="1114"/>
            <ac:spMk id="7" creationId="{3465E777-B51C-DB58-3288-4362D2062945}"/>
          </ac:spMkLst>
        </pc:spChg>
        <pc:spChg chg="mod ord">
          <ac:chgData name="Harley Wijeyaratne" userId="d52f8215faed5781" providerId="Windows Live" clId="Web-{A650F01B-588E-4F7C-BCD5-C341F9BCE6D1}" dt="2023-05-20T09:22:05.206" v="53"/>
          <ac:spMkLst>
            <pc:docMk/>
            <pc:sldMk cId="2016640805" sldId="1114"/>
            <ac:spMk id="8" creationId="{36308233-047E-0E2B-06EB-365AD8E917B1}"/>
          </ac:spMkLst>
        </pc:spChg>
        <pc:spChg chg="mod ord">
          <ac:chgData name="Harley Wijeyaratne" userId="d52f8215faed5781" providerId="Windows Live" clId="Web-{A650F01B-588E-4F7C-BCD5-C341F9BCE6D1}" dt="2023-05-20T09:22:05.206" v="53"/>
          <ac:spMkLst>
            <pc:docMk/>
            <pc:sldMk cId="2016640805" sldId="1114"/>
            <ac:spMk id="9" creationId="{C7FD3043-D80B-A91F-2F7F-E8A75B7D19B0}"/>
          </ac:spMkLst>
        </pc:spChg>
        <pc:spChg chg="mod ord">
          <ac:chgData name="Harley Wijeyaratne" userId="d52f8215faed5781" providerId="Windows Live" clId="Web-{A650F01B-588E-4F7C-BCD5-C341F9BCE6D1}" dt="2023-05-20T09:22:05.206" v="53"/>
          <ac:spMkLst>
            <pc:docMk/>
            <pc:sldMk cId="2016640805" sldId="1114"/>
            <ac:spMk id="10" creationId="{53C08BB4-2DFA-B33D-07B1-F0E88E16405A}"/>
          </ac:spMkLst>
        </pc:spChg>
        <pc:spChg chg="mod ord">
          <ac:chgData name="Harley Wijeyaratne" userId="d52f8215faed5781" providerId="Windows Live" clId="Web-{A650F01B-588E-4F7C-BCD5-C341F9BCE6D1}" dt="2023-05-20T09:22:05.206" v="53"/>
          <ac:spMkLst>
            <pc:docMk/>
            <pc:sldMk cId="2016640805" sldId="1114"/>
            <ac:spMk id="11" creationId="{CCC33ADC-D946-03A9-D044-A6029D62DD0F}"/>
          </ac:spMkLst>
        </pc:spChg>
        <pc:spChg chg="mod ord">
          <ac:chgData name="Harley Wijeyaratne" userId="d52f8215faed5781" providerId="Windows Live" clId="Web-{A650F01B-588E-4F7C-BCD5-C341F9BCE6D1}" dt="2023-05-20T09:22:05.206" v="53"/>
          <ac:spMkLst>
            <pc:docMk/>
            <pc:sldMk cId="2016640805" sldId="1114"/>
            <ac:spMk id="12" creationId="{3C133DE0-7037-EE6A-5FBC-1131B6B56617}"/>
          </ac:spMkLst>
        </pc:spChg>
        <pc:spChg chg="mod ord">
          <ac:chgData name="Harley Wijeyaratne" userId="d52f8215faed5781" providerId="Windows Live" clId="Web-{A650F01B-588E-4F7C-BCD5-C341F9BCE6D1}" dt="2023-05-20T09:22:05.206" v="53"/>
          <ac:spMkLst>
            <pc:docMk/>
            <pc:sldMk cId="2016640805" sldId="1114"/>
            <ac:spMk id="13" creationId="{6AD3664C-B054-0CB2-FA6D-33E7F164F62D}"/>
          </ac:spMkLst>
        </pc:spChg>
      </pc:sldChg>
      <pc:sldChg chg="modSp mod modClrScheme chgLayout">
        <pc:chgData name="Harley Wijeyaratne" userId="d52f8215faed5781" providerId="Windows Live" clId="Web-{A650F01B-588E-4F7C-BCD5-C341F9BCE6D1}" dt="2023-05-20T09:22:05.206" v="53"/>
        <pc:sldMkLst>
          <pc:docMk/>
          <pc:sldMk cId="3096864418" sldId="1115"/>
        </pc:sldMkLst>
        <pc:spChg chg="mod ord">
          <ac:chgData name="Harley Wijeyaratne" userId="d52f8215faed5781" providerId="Windows Live" clId="Web-{A650F01B-588E-4F7C-BCD5-C341F9BCE6D1}" dt="2023-05-20T09:22:05.206" v="53"/>
          <ac:spMkLst>
            <pc:docMk/>
            <pc:sldMk cId="3096864418" sldId="1115"/>
            <ac:spMk id="2" creationId="{A1497E81-31DA-B173-FA7B-B30F3DFBF3AA}"/>
          </ac:spMkLst>
        </pc:spChg>
        <pc:spChg chg="mod ord">
          <ac:chgData name="Harley Wijeyaratne" userId="d52f8215faed5781" providerId="Windows Live" clId="Web-{A650F01B-588E-4F7C-BCD5-C341F9BCE6D1}" dt="2023-05-20T09:22:05.206" v="53"/>
          <ac:spMkLst>
            <pc:docMk/>
            <pc:sldMk cId="3096864418" sldId="1115"/>
            <ac:spMk id="3" creationId="{33E030FD-063D-EB83-A5A9-5AFD4B2FCF48}"/>
          </ac:spMkLst>
        </pc:spChg>
        <pc:spChg chg="mod ord">
          <ac:chgData name="Harley Wijeyaratne" userId="d52f8215faed5781" providerId="Windows Live" clId="Web-{A650F01B-588E-4F7C-BCD5-C341F9BCE6D1}" dt="2023-05-20T09:22:05.206" v="53"/>
          <ac:spMkLst>
            <pc:docMk/>
            <pc:sldMk cId="3096864418" sldId="1115"/>
            <ac:spMk id="4" creationId="{29FC11C3-5E01-F367-83DD-79CF345AB654}"/>
          </ac:spMkLst>
        </pc:spChg>
        <pc:spChg chg="mod ord">
          <ac:chgData name="Harley Wijeyaratne" userId="d52f8215faed5781" providerId="Windows Live" clId="Web-{A650F01B-588E-4F7C-BCD5-C341F9BCE6D1}" dt="2023-05-20T09:22:05.206" v="53"/>
          <ac:spMkLst>
            <pc:docMk/>
            <pc:sldMk cId="3096864418" sldId="1115"/>
            <ac:spMk id="5" creationId="{06ADF599-C07E-3AB5-675B-B60755DF7F35}"/>
          </ac:spMkLst>
        </pc:spChg>
        <pc:spChg chg="mod ord">
          <ac:chgData name="Harley Wijeyaratne" userId="d52f8215faed5781" providerId="Windows Live" clId="Web-{A650F01B-588E-4F7C-BCD5-C341F9BCE6D1}" dt="2023-05-20T09:22:05.206" v="53"/>
          <ac:spMkLst>
            <pc:docMk/>
            <pc:sldMk cId="3096864418" sldId="1115"/>
            <ac:spMk id="6" creationId="{021F492D-1E7B-4A13-8BCE-2800443E2AB7}"/>
          </ac:spMkLst>
        </pc:spChg>
        <pc:spChg chg="mod ord">
          <ac:chgData name="Harley Wijeyaratne" userId="d52f8215faed5781" providerId="Windows Live" clId="Web-{A650F01B-588E-4F7C-BCD5-C341F9BCE6D1}" dt="2023-05-20T09:22:05.206" v="53"/>
          <ac:spMkLst>
            <pc:docMk/>
            <pc:sldMk cId="3096864418" sldId="1115"/>
            <ac:spMk id="7" creationId="{FD1ABC90-E8A9-ECAA-F027-1EDDBAE393AC}"/>
          </ac:spMkLst>
        </pc:spChg>
        <pc:spChg chg="mod ord">
          <ac:chgData name="Harley Wijeyaratne" userId="d52f8215faed5781" providerId="Windows Live" clId="Web-{A650F01B-588E-4F7C-BCD5-C341F9BCE6D1}" dt="2023-05-20T09:22:05.206" v="53"/>
          <ac:spMkLst>
            <pc:docMk/>
            <pc:sldMk cId="3096864418" sldId="1115"/>
            <ac:spMk id="8" creationId="{45903BDC-F8EB-3026-A9F4-20133C0E7C1B}"/>
          </ac:spMkLst>
        </pc:spChg>
        <pc:spChg chg="mod ord">
          <ac:chgData name="Harley Wijeyaratne" userId="d52f8215faed5781" providerId="Windows Live" clId="Web-{A650F01B-588E-4F7C-BCD5-C341F9BCE6D1}" dt="2023-05-20T09:22:05.206" v="53"/>
          <ac:spMkLst>
            <pc:docMk/>
            <pc:sldMk cId="3096864418" sldId="1115"/>
            <ac:spMk id="9" creationId="{F7654AD9-D1BF-0D5F-A4E1-9EB278942A3E}"/>
          </ac:spMkLst>
        </pc:spChg>
        <pc:spChg chg="mod ord">
          <ac:chgData name="Harley Wijeyaratne" userId="d52f8215faed5781" providerId="Windows Live" clId="Web-{A650F01B-588E-4F7C-BCD5-C341F9BCE6D1}" dt="2023-05-20T09:22:05.206" v="53"/>
          <ac:spMkLst>
            <pc:docMk/>
            <pc:sldMk cId="3096864418" sldId="1115"/>
            <ac:spMk id="10" creationId="{CA6B9EF6-8E47-38B1-6DEE-80CB3B8CF017}"/>
          </ac:spMkLst>
        </pc:spChg>
        <pc:spChg chg="mod ord">
          <ac:chgData name="Harley Wijeyaratne" userId="d52f8215faed5781" providerId="Windows Live" clId="Web-{A650F01B-588E-4F7C-BCD5-C341F9BCE6D1}" dt="2023-05-20T09:22:05.206" v="53"/>
          <ac:spMkLst>
            <pc:docMk/>
            <pc:sldMk cId="3096864418" sldId="1115"/>
            <ac:spMk id="11" creationId="{3B5EB499-4FC6-7511-D81E-671B72B88E66}"/>
          </ac:spMkLst>
        </pc:spChg>
        <pc:spChg chg="mod ord">
          <ac:chgData name="Harley Wijeyaratne" userId="d52f8215faed5781" providerId="Windows Live" clId="Web-{A650F01B-588E-4F7C-BCD5-C341F9BCE6D1}" dt="2023-05-20T09:22:05.206" v="53"/>
          <ac:spMkLst>
            <pc:docMk/>
            <pc:sldMk cId="3096864418" sldId="1115"/>
            <ac:spMk id="12" creationId="{9B301F20-CE68-99AA-813C-B0C2A20372C6}"/>
          </ac:spMkLst>
        </pc:spChg>
        <pc:spChg chg="mod ord">
          <ac:chgData name="Harley Wijeyaratne" userId="d52f8215faed5781" providerId="Windows Live" clId="Web-{A650F01B-588E-4F7C-BCD5-C341F9BCE6D1}" dt="2023-05-20T09:22:05.206" v="53"/>
          <ac:spMkLst>
            <pc:docMk/>
            <pc:sldMk cId="3096864418" sldId="1115"/>
            <ac:spMk id="13" creationId="{DF4EE487-4911-A859-634B-2E71F4045CE8}"/>
          </ac:spMkLst>
        </pc:spChg>
      </pc:sldChg>
      <pc:sldChg chg="modSp mod modClrScheme chgLayout">
        <pc:chgData name="Harley Wijeyaratne" userId="d52f8215faed5781" providerId="Windows Live" clId="Web-{A650F01B-588E-4F7C-BCD5-C341F9BCE6D1}" dt="2023-05-20T09:22:05.206" v="53"/>
        <pc:sldMkLst>
          <pc:docMk/>
          <pc:sldMk cId="935956474" sldId="1116"/>
        </pc:sldMkLst>
        <pc:spChg chg="mod ord">
          <ac:chgData name="Harley Wijeyaratne" userId="d52f8215faed5781" providerId="Windows Live" clId="Web-{A650F01B-588E-4F7C-BCD5-C341F9BCE6D1}" dt="2023-05-20T09:22:05.206" v="53"/>
          <ac:spMkLst>
            <pc:docMk/>
            <pc:sldMk cId="935956474" sldId="1116"/>
            <ac:spMk id="2" creationId="{E94E1E79-77C9-17E6-7D32-C5DF11C05305}"/>
          </ac:spMkLst>
        </pc:spChg>
        <pc:spChg chg="mod ord">
          <ac:chgData name="Harley Wijeyaratne" userId="d52f8215faed5781" providerId="Windows Live" clId="Web-{A650F01B-588E-4F7C-BCD5-C341F9BCE6D1}" dt="2023-05-20T09:22:05.206" v="53"/>
          <ac:spMkLst>
            <pc:docMk/>
            <pc:sldMk cId="935956474" sldId="1116"/>
            <ac:spMk id="3" creationId="{A93A80F0-C48B-835A-87CB-07C69B75BADB}"/>
          </ac:spMkLst>
        </pc:spChg>
        <pc:spChg chg="mod ord">
          <ac:chgData name="Harley Wijeyaratne" userId="d52f8215faed5781" providerId="Windows Live" clId="Web-{A650F01B-588E-4F7C-BCD5-C341F9BCE6D1}" dt="2023-05-20T09:22:05.206" v="53"/>
          <ac:spMkLst>
            <pc:docMk/>
            <pc:sldMk cId="935956474" sldId="1116"/>
            <ac:spMk id="4" creationId="{258F991A-CD30-EF91-16A3-1BE6D566DDEF}"/>
          </ac:spMkLst>
        </pc:spChg>
        <pc:spChg chg="mod ord">
          <ac:chgData name="Harley Wijeyaratne" userId="d52f8215faed5781" providerId="Windows Live" clId="Web-{A650F01B-588E-4F7C-BCD5-C341F9BCE6D1}" dt="2023-05-20T09:22:05.206" v="53"/>
          <ac:spMkLst>
            <pc:docMk/>
            <pc:sldMk cId="935956474" sldId="1116"/>
            <ac:spMk id="5" creationId="{BC06D7DF-EA91-4C1E-8EF9-4A74280B0D4C}"/>
          </ac:spMkLst>
        </pc:spChg>
        <pc:spChg chg="mod ord">
          <ac:chgData name="Harley Wijeyaratne" userId="d52f8215faed5781" providerId="Windows Live" clId="Web-{A650F01B-588E-4F7C-BCD5-C341F9BCE6D1}" dt="2023-05-20T09:22:05.206" v="53"/>
          <ac:spMkLst>
            <pc:docMk/>
            <pc:sldMk cId="935956474" sldId="1116"/>
            <ac:spMk id="6" creationId="{BC8A3A09-1C11-2FC5-3AF9-F7BC3A5D17D1}"/>
          </ac:spMkLst>
        </pc:spChg>
        <pc:spChg chg="mod ord">
          <ac:chgData name="Harley Wijeyaratne" userId="d52f8215faed5781" providerId="Windows Live" clId="Web-{A650F01B-588E-4F7C-BCD5-C341F9BCE6D1}" dt="2023-05-20T09:22:05.206" v="53"/>
          <ac:spMkLst>
            <pc:docMk/>
            <pc:sldMk cId="935956474" sldId="1116"/>
            <ac:spMk id="7" creationId="{FA2FD51A-C084-C4FD-B951-1DC384570FD9}"/>
          </ac:spMkLst>
        </pc:spChg>
        <pc:spChg chg="mod ord">
          <ac:chgData name="Harley Wijeyaratne" userId="d52f8215faed5781" providerId="Windows Live" clId="Web-{A650F01B-588E-4F7C-BCD5-C341F9BCE6D1}" dt="2023-05-20T09:22:05.206" v="53"/>
          <ac:spMkLst>
            <pc:docMk/>
            <pc:sldMk cId="935956474" sldId="1116"/>
            <ac:spMk id="8" creationId="{701781A8-CF38-B38D-24C5-234108EFD4AC}"/>
          </ac:spMkLst>
        </pc:spChg>
        <pc:spChg chg="mod ord">
          <ac:chgData name="Harley Wijeyaratne" userId="d52f8215faed5781" providerId="Windows Live" clId="Web-{A650F01B-588E-4F7C-BCD5-C341F9BCE6D1}" dt="2023-05-20T09:22:05.206" v="53"/>
          <ac:spMkLst>
            <pc:docMk/>
            <pc:sldMk cId="935956474" sldId="1116"/>
            <ac:spMk id="9" creationId="{ED084088-3954-9014-AF68-67D610333EFD}"/>
          </ac:spMkLst>
        </pc:spChg>
        <pc:spChg chg="mod ord">
          <ac:chgData name="Harley Wijeyaratne" userId="d52f8215faed5781" providerId="Windows Live" clId="Web-{A650F01B-588E-4F7C-BCD5-C341F9BCE6D1}" dt="2023-05-20T09:22:05.206" v="53"/>
          <ac:spMkLst>
            <pc:docMk/>
            <pc:sldMk cId="935956474" sldId="1116"/>
            <ac:spMk id="10" creationId="{038857F2-0564-5CCF-95B5-E8CD31DD6EEB}"/>
          </ac:spMkLst>
        </pc:spChg>
        <pc:spChg chg="mod ord">
          <ac:chgData name="Harley Wijeyaratne" userId="d52f8215faed5781" providerId="Windows Live" clId="Web-{A650F01B-588E-4F7C-BCD5-C341F9BCE6D1}" dt="2023-05-20T09:22:05.206" v="53"/>
          <ac:spMkLst>
            <pc:docMk/>
            <pc:sldMk cId="935956474" sldId="1116"/>
            <ac:spMk id="11" creationId="{84867700-B270-FC66-A2DD-0DE31CE111BE}"/>
          </ac:spMkLst>
        </pc:spChg>
        <pc:spChg chg="mod ord">
          <ac:chgData name="Harley Wijeyaratne" userId="d52f8215faed5781" providerId="Windows Live" clId="Web-{A650F01B-588E-4F7C-BCD5-C341F9BCE6D1}" dt="2023-05-20T09:22:05.206" v="53"/>
          <ac:spMkLst>
            <pc:docMk/>
            <pc:sldMk cId="935956474" sldId="1116"/>
            <ac:spMk id="12" creationId="{C1F9D158-A2AD-E437-8079-6D6AFABB52BA}"/>
          </ac:spMkLst>
        </pc:spChg>
        <pc:spChg chg="mod ord">
          <ac:chgData name="Harley Wijeyaratne" userId="d52f8215faed5781" providerId="Windows Live" clId="Web-{A650F01B-588E-4F7C-BCD5-C341F9BCE6D1}" dt="2023-05-20T09:22:05.206" v="53"/>
          <ac:spMkLst>
            <pc:docMk/>
            <pc:sldMk cId="935956474" sldId="1116"/>
            <ac:spMk id="13" creationId="{2E9EDAC2-DA76-99E4-502C-E95C8E650B4A}"/>
          </ac:spMkLst>
        </pc:spChg>
      </pc:sldChg>
      <pc:sldChg chg="modSp mod modClrScheme chgLayout">
        <pc:chgData name="Harley Wijeyaratne" userId="d52f8215faed5781" providerId="Windows Live" clId="Web-{A650F01B-588E-4F7C-BCD5-C341F9BCE6D1}" dt="2023-05-20T09:22:05.206" v="53"/>
        <pc:sldMkLst>
          <pc:docMk/>
          <pc:sldMk cId="306124372" sldId="1117"/>
        </pc:sldMkLst>
        <pc:spChg chg="mod ord">
          <ac:chgData name="Harley Wijeyaratne" userId="d52f8215faed5781" providerId="Windows Live" clId="Web-{A650F01B-588E-4F7C-BCD5-C341F9BCE6D1}" dt="2023-05-20T09:22:05.206" v="53"/>
          <ac:spMkLst>
            <pc:docMk/>
            <pc:sldMk cId="306124372" sldId="1117"/>
            <ac:spMk id="2" creationId="{489C2776-6D60-E290-F955-0EBCDFA55AB5}"/>
          </ac:spMkLst>
        </pc:spChg>
        <pc:spChg chg="mod ord">
          <ac:chgData name="Harley Wijeyaratne" userId="d52f8215faed5781" providerId="Windows Live" clId="Web-{A650F01B-588E-4F7C-BCD5-C341F9BCE6D1}" dt="2023-05-20T09:22:05.206" v="53"/>
          <ac:spMkLst>
            <pc:docMk/>
            <pc:sldMk cId="306124372" sldId="1117"/>
            <ac:spMk id="3" creationId="{3AF449A9-FB69-B991-7A04-6E366866A445}"/>
          </ac:spMkLst>
        </pc:spChg>
        <pc:spChg chg="mod ord">
          <ac:chgData name="Harley Wijeyaratne" userId="d52f8215faed5781" providerId="Windows Live" clId="Web-{A650F01B-588E-4F7C-BCD5-C341F9BCE6D1}" dt="2023-05-20T09:22:05.206" v="53"/>
          <ac:spMkLst>
            <pc:docMk/>
            <pc:sldMk cId="306124372" sldId="1117"/>
            <ac:spMk id="4" creationId="{85C59E7E-709D-DB3D-1C33-E55D3DCD47E6}"/>
          </ac:spMkLst>
        </pc:spChg>
        <pc:spChg chg="mod ord">
          <ac:chgData name="Harley Wijeyaratne" userId="d52f8215faed5781" providerId="Windows Live" clId="Web-{A650F01B-588E-4F7C-BCD5-C341F9BCE6D1}" dt="2023-05-20T09:22:05.206" v="53"/>
          <ac:spMkLst>
            <pc:docMk/>
            <pc:sldMk cId="306124372" sldId="1117"/>
            <ac:spMk id="5" creationId="{67A6AD08-8313-CBCC-E4EF-83AAD92471D9}"/>
          </ac:spMkLst>
        </pc:spChg>
        <pc:spChg chg="mod ord">
          <ac:chgData name="Harley Wijeyaratne" userId="d52f8215faed5781" providerId="Windows Live" clId="Web-{A650F01B-588E-4F7C-BCD5-C341F9BCE6D1}" dt="2023-05-20T09:22:05.206" v="53"/>
          <ac:spMkLst>
            <pc:docMk/>
            <pc:sldMk cId="306124372" sldId="1117"/>
            <ac:spMk id="6" creationId="{725864B8-5095-7BEB-8F33-FCD3E0455DEB}"/>
          </ac:spMkLst>
        </pc:spChg>
        <pc:spChg chg="mod ord">
          <ac:chgData name="Harley Wijeyaratne" userId="d52f8215faed5781" providerId="Windows Live" clId="Web-{A650F01B-588E-4F7C-BCD5-C341F9BCE6D1}" dt="2023-05-20T09:22:05.206" v="53"/>
          <ac:spMkLst>
            <pc:docMk/>
            <pc:sldMk cId="306124372" sldId="1117"/>
            <ac:spMk id="7" creationId="{D4A23ED0-9D95-803B-092E-B77744F2C42D}"/>
          </ac:spMkLst>
        </pc:spChg>
        <pc:spChg chg="mod ord">
          <ac:chgData name="Harley Wijeyaratne" userId="d52f8215faed5781" providerId="Windows Live" clId="Web-{A650F01B-588E-4F7C-BCD5-C341F9BCE6D1}" dt="2023-05-20T09:22:05.206" v="53"/>
          <ac:spMkLst>
            <pc:docMk/>
            <pc:sldMk cId="306124372" sldId="1117"/>
            <ac:spMk id="8" creationId="{F1E71944-1C3E-DAE8-4046-5B70F8DC12AA}"/>
          </ac:spMkLst>
        </pc:spChg>
        <pc:spChg chg="mod ord">
          <ac:chgData name="Harley Wijeyaratne" userId="d52f8215faed5781" providerId="Windows Live" clId="Web-{A650F01B-588E-4F7C-BCD5-C341F9BCE6D1}" dt="2023-05-20T09:22:05.206" v="53"/>
          <ac:spMkLst>
            <pc:docMk/>
            <pc:sldMk cId="306124372" sldId="1117"/>
            <ac:spMk id="9" creationId="{0D0950E2-19BA-05AA-4EFA-6A3BAAEB09F2}"/>
          </ac:spMkLst>
        </pc:spChg>
        <pc:spChg chg="mod ord">
          <ac:chgData name="Harley Wijeyaratne" userId="d52f8215faed5781" providerId="Windows Live" clId="Web-{A650F01B-588E-4F7C-BCD5-C341F9BCE6D1}" dt="2023-05-20T09:22:05.206" v="53"/>
          <ac:spMkLst>
            <pc:docMk/>
            <pc:sldMk cId="306124372" sldId="1117"/>
            <ac:spMk id="10" creationId="{12ECA72E-9A75-EFE2-5489-3763D593DC47}"/>
          </ac:spMkLst>
        </pc:spChg>
        <pc:spChg chg="mod ord">
          <ac:chgData name="Harley Wijeyaratne" userId="d52f8215faed5781" providerId="Windows Live" clId="Web-{A650F01B-588E-4F7C-BCD5-C341F9BCE6D1}" dt="2023-05-20T09:22:05.206" v="53"/>
          <ac:spMkLst>
            <pc:docMk/>
            <pc:sldMk cId="306124372" sldId="1117"/>
            <ac:spMk id="11" creationId="{EBEC0681-47E6-3CBC-6B62-73A84F1C4A06}"/>
          </ac:spMkLst>
        </pc:spChg>
        <pc:spChg chg="mod ord">
          <ac:chgData name="Harley Wijeyaratne" userId="d52f8215faed5781" providerId="Windows Live" clId="Web-{A650F01B-588E-4F7C-BCD5-C341F9BCE6D1}" dt="2023-05-20T09:22:05.206" v="53"/>
          <ac:spMkLst>
            <pc:docMk/>
            <pc:sldMk cId="306124372" sldId="1117"/>
            <ac:spMk id="12" creationId="{57EB84C5-C432-0C6B-327D-560E040C4CF1}"/>
          </ac:spMkLst>
        </pc:spChg>
        <pc:spChg chg="mod ord">
          <ac:chgData name="Harley Wijeyaratne" userId="d52f8215faed5781" providerId="Windows Live" clId="Web-{A650F01B-588E-4F7C-BCD5-C341F9BCE6D1}" dt="2023-05-20T09:22:05.206" v="53"/>
          <ac:spMkLst>
            <pc:docMk/>
            <pc:sldMk cId="306124372" sldId="1117"/>
            <ac:spMk id="13" creationId="{9595F978-5CB9-9A36-370A-FE6C27A85C51}"/>
          </ac:spMkLst>
        </pc:spChg>
      </pc:sldChg>
      <pc:sldChg chg="modSp add mod ord modClrScheme chgLayout">
        <pc:chgData name="Harley Wijeyaratne" userId="d52f8215faed5781" providerId="Windows Live" clId="Web-{A650F01B-588E-4F7C-BCD5-C341F9BCE6D1}" dt="2023-05-20T09:22:05.206" v="53"/>
        <pc:sldMkLst>
          <pc:docMk/>
          <pc:sldMk cId="1010945764" sldId="1118"/>
        </pc:sldMkLst>
        <pc:spChg chg="mod">
          <ac:chgData name="Harley Wijeyaratne" userId="d52f8215faed5781" providerId="Windows Live" clId="Web-{A650F01B-588E-4F7C-BCD5-C341F9BCE6D1}" dt="2023-05-20T09:19:13.710" v="31" actId="1076"/>
          <ac:spMkLst>
            <pc:docMk/>
            <pc:sldMk cId="1010945764" sldId="1118"/>
            <ac:spMk id="6" creationId="{C844C965-3AFB-466F-F744-87B44F78D1C3}"/>
          </ac:spMkLst>
        </pc:spChg>
        <pc:spChg chg="mod">
          <ac:chgData name="Harley Wijeyaratne" userId="d52f8215faed5781" providerId="Windows Live" clId="Web-{A650F01B-588E-4F7C-BCD5-C341F9BCE6D1}" dt="2023-05-20T09:19:27.414" v="32" actId="1076"/>
          <ac:spMkLst>
            <pc:docMk/>
            <pc:sldMk cId="1010945764" sldId="1118"/>
            <ac:spMk id="7" creationId="{F26EF504-FCA6-E261-DA22-2D2FEC8C3AEE}"/>
          </ac:spMkLst>
        </pc:spChg>
        <pc:spChg chg="mod">
          <ac:chgData name="Harley Wijeyaratne" userId="d52f8215faed5781" providerId="Windows Live" clId="Web-{A650F01B-588E-4F7C-BCD5-C341F9BCE6D1}" dt="2023-05-20T09:20:08.587" v="39" actId="1076"/>
          <ac:spMkLst>
            <pc:docMk/>
            <pc:sldMk cId="1010945764" sldId="1118"/>
            <ac:spMk id="8" creationId="{BD2F41D7-C581-860F-8559-B8B42F48F8FD}"/>
          </ac:spMkLst>
        </pc:spChg>
        <pc:spChg chg="mod">
          <ac:chgData name="Harley Wijeyaratne" userId="d52f8215faed5781" providerId="Windows Live" clId="Web-{A650F01B-588E-4F7C-BCD5-C341F9BCE6D1}" dt="2023-05-20T09:19:34.821" v="34" actId="1076"/>
          <ac:spMkLst>
            <pc:docMk/>
            <pc:sldMk cId="1010945764" sldId="1118"/>
            <ac:spMk id="9" creationId="{ED5C332D-7766-C7CF-51D3-79FFF9B958A7}"/>
          </ac:spMkLst>
        </pc:spChg>
        <pc:picChg chg="mod">
          <ac:chgData name="Harley Wijeyaratne" userId="d52f8215faed5781" providerId="Windows Live" clId="Web-{A650F01B-588E-4F7C-BCD5-C341F9BCE6D1}" dt="2023-05-20T09:20:00.196" v="38" actId="1076"/>
          <ac:picMkLst>
            <pc:docMk/>
            <pc:sldMk cId="1010945764" sldId="1118"/>
            <ac:picMk id="5" creationId="{07DE4C6D-A66C-8210-7DA9-3F86A3D89D10}"/>
          </ac:picMkLst>
        </pc:picChg>
      </pc:sldChg>
      <pc:sldChg chg="modSp new mod modClrScheme chgLayout">
        <pc:chgData name="Harley Wijeyaratne" userId="d52f8215faed5781" providerId="Windows Live" clId="Web-{A650F01B-588E-4F7C-BCD5-C341F9BCE6D1}" dt="2023-05-20T09:22:05.206" v="53"/>
        <pc:sldMkLst>
          <pc:docMk/>
          <pc:sldMk cId="3263641487" sldId="1119"/>
        </pc:sldMkLst>
        <pc:spChg chg="mod ord">
          <ac:chgData name="Harley Wijeyaratne" userId="d52f8215faed5781" providerId="Windows Live" clId="Web-{A650F01B-588E-4F7C-BCD5-C341F9BCE6D1}" dt="2023-05-20T09:22:05.206" v="53"/>
          <ac:spMkLst>
            <pc:docMk/>
            <pc:sldMk cId="3263641487" sldId="1119"/>
            <ac:spMk id="2" creationId="{C9DB4F74-6CCB-D716-52F7-A01BA2E9347D}"/>
          </ac:spMkLst>
        </pc:spChg>
        <pc:spChg chg="mod ord">
          <ac:chgData name="Harley Wijeyaratne" userId="d52f8215faed5781" providerId="Windows Live" clId="Web-{A650F01B-588E-4F7C-BCD5-C341F9BCE6D1}" dt="2023-05-20T09:22:05.206" v="53"/>
          <ac:spMkLst>
            <pc:docMk/>
            <pc:sldMk cId="3263641487" sldId="1119"/>
            <ac:spMk id="3" creationId="{2FC8F979-080F-CBE4-42D5-2DE5C063F8DC}"/>
          </ac:spMkLst>
        </pc:spChg>
        <pc:spChg chg="mod ord">
          <ac:chgData name="Harley Wijeyaratne" userId="d52f8215faed5781" providerId="Windows Live" clId="Web-{A650F01B-588E-4F7C-BCD5-C341F9BCE6D1}" dt="2023-05-20T09:22:05.206" v="53"/>
          <ac:spMkLst>
            <pc:docMk/>
            <pc:sldMk cId="3263641487" sldId="1119"/>
            <ac:spMk id="4" creationId="{8B9BC8A1-03AC-129C-F95B-1CE00F067927}"/>
          </ac:spMkLst>
        </pc:spChg>
        <pc:spChg chg="mod ord">
          <ac:chgData name="Harley Wijeyaratne" userId="d52f8215faed5781" providerId="Windows Live" clId="Web-{A650F01B-588E-4F7C-BCD5-C341F9BCE6D1}" dt="2023-05-20T09:22:05.206" v="53"/>
          <ac:spMkLst>
            <pc:docMk/>
            <pc:sldMk cId="3263641487" sldId="1119"/>
            <ac:spMk id="5" creationId="{77C7C232-CEE8-44BB-CC70-32E3F5A9162D}"/>
          </ac:spMkLst>
        </pc:spChg>
        <pc:spChg chg="mod ord">
          <ac:chgData name="Harley Wijeyaratne" userId="d52f8215faed5781" providerId="Windows Live" clId="Web-{A650F01B-588E-4F7C-BCD5-C341F9BCE6D1}" dt="2023-05-20T09:22:05.206" v="53"/>
          <ac:spMkLst>
            <pc:docMk/>
            <pc:sldMk cId="3263641487" sldId="1119"/>
            <ac:spMk id="6" creationId="{72EBF5BB-DF69-7A0A-E673-4CB0278624CE}"/>
          </ac:spMkLst>
        </pc:spChg>
        <pc:spChg chg="mod ord">
          <ac:chgData name="Harley Wijeyaratne" userId="d52f8215faed5781" providerId="Windows Live" clId="Web-{A650F01B-588E-4F7C-BCD5-C341F9BCE6D1}" dt="2023-05-20T09:22:05.206" v="53"/>
          <ac:spMkLst>
            <pc:docMk/>
            <pc:sldMk cId="3263641487" sldId="1119"/>
            <ac:spMk id="7" creationId="{F2E117B0-A411-CAEC-E897-AED49B428894}"/>
          </ac:spMkLst>
        </pc:spChg>
        <pc:spChg chg="mod ord">
          <ac:chgData name="Harley Wijeyaratne" userId="d52f8215faed5781" providerId="Windows Live" clId="Web-{A650F01B-588E-4F7C-BCD5-C341F9BCE6D1}" dt="2023-05-20T09:22:05.206" v="53"/>
          <ac:spMkLst>
            <pc:docMk/>
            <pc:sldMk cId="3263641487" sldId="1119"/>
            <ac:spMk id="8" creationId="{739D9E79-EB90-E31D-191E-4304C0A2AEE4}"/>
          </ac:spMkLst>
        </pc:spChg>
        <pc:spChg chg="mod ord">
          <ac:chgData name="Harley Wijeyaratne" userId="d52f8215faed5781" providerId="Windows Live" clId="Web-{A650F01B-588E-4F7C-BCD5-C341F9BCE6D1}" dt="2023-05-20T09:22:05.206" v="53"/>
          <ac:spMkLst>
            <pc:docMk/>
            <pc:sldMk cId="3263641487" sldId="1119"/>
            <ac:spMk id="9" creationId="{B0F23878-C208-DFFB-F316-36FA24067B60}"/>
          </ac:spMkLst>
        </pc:spChg>
        <pc:spChg chg="mod ord">
          <ac:chgData name="Harley Wijeyaratne" userId="d52f8215faed5781" providerId="Windows Live" clId="Web-{A650F01B-588E-4F7C-BCD5-C341F9BCE6D1}" dt="2023-05-20T09:22:05.206" v="53"/>
          <ac:spMkLst>
            <pc:docMk/>
            <pc:sldMk cId="3263641487" sldId="1119"/>
            <ac:spMk id="10" creationId="{A5890474-D2B6-0B15-8889-F7A1D832A913}"/>
          </ac:spMkLst>
        </pc:spChg>
        <pc:spChg chg="mod ord">
          <ac:chgData name="Harley Wijeyaratne" userId="d52f8215faed5781" providerId="Windows Live" clId="Web-{A650F01B-588E-4F7C-BCD5-C341F9BCE6D1}" dt="2023-05-20T09:22:05.206" v="53"/>
          <ac:spMkLst>
            <pc:docMk/>
            <pc:sldMk cId="3263641487" sldId="1119"/>
            <ac:spMk id="11" creationId="{560E1B42-F09E-361B-B2F1-EF9F9AF0137F}"/>
          </ac:spMkLst>
        </pc:spChg>
        <pc:spChg chg="mod ord">
          <ac:chgData name="Harley Wijeyaratne" userId="d52f8215faed5781" providerId="Windows Live" clId="Web-{A650F01B-588E-4F7C-BCD5-C341F9BCE6D1}" dt="2023-05-20T09:22:05.206" v="53"/>
          <ac:spMkLst>
            <pc:docMk/>
            <pc:sldMk cId="3263641487" sldId="1119"/>
            <ac:spMk id="12" creationId="{782CA36C-F6D1-9B0D-EA52-27A276D7A0D7}"/>
          </ac:spMkLst>
        </pc:spChg>
        <pc:spChg chg="mod ord">
          <ac:chgData name="Harley Wijeyaratne" userId="d52f8215faed5781" providerId="Windows Live" clId="Web-{A650F01B-588E-4F7C-BCD5-C341F9BCE6D1}" dt="2023-05-20T09:22:05.206" v="53"/>
          <ac:spMkLst>
            <pc:docMk/>
            <pc:sldMk cId="3263641487" sldId="1119"/>
            <ac:spMk id="13" creationId="{130CA061-21D7-CF8F-55DA-9CD376C46C6F}"/>
          </ac:spMkLst>
        </pc:spChg>
      </pc:sldChg>
      <pc:sldChg chg="modSp new mod modClrScheme chgLayout">
        <pc:chgData name="Harley Wijeyaratne" userId="d52f8215faed5781" providerId="Windows Live" clId="Web-{A650F01B-588E-4F7C-BCD5-C341F9BCE6D1}" dt="2023-05-20T09:22:05.206" v="53"/>
        <pc:sldMkLst>
          <pc:docMk/>
          <pc:sldMk cId="1728209997" sldId="1120"/>
        </pc:sldMkLst>
        <pc:spChg chg="mod ord">
          <ac:chgData name="Harley Wijeyaratne" userId="d52f8215faed5781" providerId="Windows Live" clId="Web-{A650F01B-588E-4F7C-BCD5-C341F9BCE6D1}" dt="2023-05-20T09:22:05.206" v="53"/>
          <ac:spMkLst>
            <pc:docMk/>
            <pc:sldMk cId="1728209997" sldId="1120"/>
            <ac:spMk id="2" creationId="{107008CC-A6B1-AB17-D35E-FCED1A6928D3}"/>
          </ac:spMkLst>
        </pc:spChg>
        <pc:spChg chg="mod ord">
          <ac:chgData name="Harley Wijeyaratne" userId="d52f8215faed5781" providerId="Windows Live" clId="Web-{A650F01B-588E-4F7C-BCD5-C341F9BCE6D1}" dt="2023-05-20T09:22:05.206" v="53"/>
          <ac:spMkLst>
            <pc:docMk/>
            <pc:sldMk cId="1728209997" sldId="1120"/>
            <ac:spMk id="3" creationId="{D09096A5-E514-02A3-2FF3-07D5664B6A10}"/>
          </ac:spMkLst>
        </pc:spChg>
        <pc:spChg chg="mod ord">
          <ac:chgData name="Harley Wijeyaratne" userId="d52f8215faed5781" providerId="Windows Live" clId="Web-{A650F01B-588E-4F7C-BCD5-C341F9BCE6D1}" dt="2023-05-20T09:22:05.206" v="53"/>
          <ac:spMkLst>
            <pc:docMk/>
            <pc:sldMk cId="1728209997" sldId="1120"/>
            <ac:spMk id="4" creationId="{12D978EC-4D31-6E86-E6E0-E97B79E07BE4}"/>
          </ac:spMkLst>
        </pc:spChg>
        <pc:spChg chg="mod ord">
          <ac:chgData name="Harley Wijeyaratne" userId="d52f8215faed5781" providerId="Windows Live" clId="Web-{A650F01B-588E-4F7C-BCD5-C341F9BCE6D1}" dt="2023-05-20T09:22:05.206" v="53"/>
          <ac:spMkLst>
            <pc:docMk/>
            <pc:sldMk cId="1728209997" sldId="1120"/>
            <ac:spMk id="5" creationId="{869F1EA3-0C30-72C8-0044-543AE98DE8E4}"/>
          </ac:spMkLst>
        </pc:spChg>
        <pc:spChg chg="mod ord">
          <ac:chgData name="Harley Wijeyaratne" userId="d52f8215faed5781" providerId="Windows Live" clId="Web-{A650F01B-588E-4F7C-BCD5-C341F9BCE6D1}" dt="2023-05-20T09:22:05.206" v="53"/>
          <ac:spMkLst>
            <pc:docMk/>
            <pc:sldMk cId="1728209997" sldId="1120"/>
            <ac:spMk id="6" creationId="{71184E37-AFB9-7DDB-05BC-45F9858D9F4C}"/>
          </ac:spMkLst>
        </pc:spChg>
        <pc:spChg chg="mod ord">
          <ac:chgData name="Harley Wijeyaratne" userId="d52f8215faed5781" providerId="Windows Live" clId="Web-{A650F01B-588E-4F7C-BCD5-C341F9BCE6D1}" dt="2023-05-20T09:22:05.206" v="53"/>
          <ac:spMkLst>
            <pc:docMk/>
            <pc:sldMk cId="1728209997" sldId="1120"/>
            <ac:spMk id="7" creationId="{511E2853-A8BB-D850-C3F3-42282274789F}"/>
          </ac:spMkLst>
        </pc:spChg>
        <pc:spChg chg="mod ord">
          <ac:chgData name="Harley Wijeyaratne" userId="d52f8215faed5781" providerId="Windows Live" clId="Web-{A650F01B-588E-4F7C-BCD5-C341F9BCE6D1}" dt="2023-05-20T09:22:05.206" v="53"/>
          <ac:spMkLst>
            <pc:docMk/>
            <pc:sldMk cId="1728209997" sldId="1120"/>
            <ac:spMk id="8" creationId="{B1559B3B-9E0B-7994-EC84-11B0B4CCDB4A}"/>
          </ac:spMkLst>
        </pc:spChg>
        <pc:spChg chg="mod ord">
          <ac:chgData name="Harley Wijeyaratne" userId="d52f8215faed5781" providerId="Windows Live" clId="Web-{A650F01B-588E-4F7C-BCD5-C341F9BCE6D1}" dt="2023-05-20T09:22:05.206" v="53"/>
          <ac:spMkLst>
            <pc:docMk/>
            <pc:sldMk cId="1728209997" sldId="1120"/>
            <ac:spMk id="9" creationId="{CC134DFF-3516-55C0-6DFF-C64F4C69B511}"/>
          </ac:spMkLst>
        </pc:spChg>
        <pc:spChg chg="mod ord">
          <ac:chgData name="Harley Wijeyaratne" userId="d52f8215faed5781" providerId="Windows Live" clId="Web-{A650F01B-588E-4F7C-BCD5-C341F9BCE6D1}" dt="2023-05-20T09:22:05.206" v="53"/>
          <ac:spMkLst>
            <pc:docMk/>
            <pc:sldMk cId="1728209997" sldId="1120"/>
            <ac:spMk id="10" creationId="{B8BAF72B-8C25-4E18-929A-14A7FD389910}"/>
          </ac:spMkLst>
        </pc:spChg>
        <pc:spChg chg="mod ord">
          <ac:chgData name="Harley Wijeyaratne" userId="d52f8215faed5781" providerId="Windows Live" clId="Web-{A650F01B-588E-4F7C-BCD5-C341F9BCE6D1}" dt="2023-05-20T09:22:05.206" v="53"/>
          <ac:spMkLst>
            <pc:docMk/>
            <pc:sldMk cId="1728209997" sldId="1120"/>
            <ac:spMk id="11" creationId="{C2C5F0C7-A997-0796-96AF-FD626A6C2C10}"/>
          </ac:spMkLst>
        </pc:spChg>
        <pc:spChg chg="mod ord">
          <ac:chgData name="Harley Wijeyaratne" userId="d52f8215faed5781" providerId="Windows Live" clId="Web-{A650F01B-588E-4F7C-BCD5-C341F9BCE6D1}" dt="2023-05-20T09:22:05.206" v="53"/>
          <ac:spMkLst>
            <pc:docMk/>
            <pc:sldMk cId="1728209997" sldId="1120"/>
            <ac:spMk id="12" creationId="{DF167C13-BE90-DA24-5E63-5F06A927A823}"/>
          </ac:spMkLst>
        </pc:spChg>
        <pc:spChg chg="mod ord">
          <ac:chgData name="Harley Wijeyaratne" userId="d52f8215faed5781" providerId="Windows Live" clId="Web-{A650F01B-588E-4F7C-BCD5-C341F9BCE6D1}" dt="2023-05-20T09:22:05.206" v="53"/>
          <ac:spMkLst>
            <pc:docMk/>
            <pc:sldMk cId="1728209997" sldId="1120"/>
            <ac:spMk id="13" creationId="{534550F3-BF0B-9D74-384E-F7DBE298DD2E}"/>
          </ac:spMkLst>
        </pc:spChg>
      </pc:sldChg>
      <pc:sldChg chg="new del">
        <pc:chgData name="Harley Wijeyaratne" userId="d52f8215faed5781" providerId="Windows Live" clId="Web-{A650F01B-588E-4F7C-BCD5-C341F9BCE6D1}" dt="2023-05-20T09:21:31.934" v="47"/>
        <pc:sldMkLst>
          <pc:docMk/>
          <pc:sldMk cId="2385963868" sldId="1121"/>
        </pc:sldMkLst>
      </pc:sldChg>
      <pc:sldChg chg="delSp modSp new mod modClrScheme chgLayout">
        <pc:chgData name="Harley Wijeyaratne" userId="d52f8215faed5781" providerId="Windows Live" clId="Web-{A650F01B-588E-4F7C-BCD5-C341F9BCE6D1}" dt="2023-05-20T09:22:05.206" v="53"/>
        <pc:sldMkLst>
          <pc:docMk/>
          <pc:sldMk cId="4173372220" sldId="1121"/>
        </pc:sldMkLst>
        <pc:spChg chg="mod ord">
          <ac:chgData name="Harley Wijeyaratne" userId="d52f8215faed5781" providerId="Windows Live" clId="Web-{A650F01B-588E-4F7C-BCD5-C341F9BCE6D1}" dt="2023-05-20T09:22:05.206" v="53"/>
          <ac:spMkLst>
            <pc:docMk/>
            <pc:sldMk cId="4173372220" sldId="1121"/>
            <ac:spMk id="2" creationId="{C77A9342-4D8E-674C-EFEE-261F3C4919EF}"/>
          </ac:spMkLst>
        </pc:spChg>
        <pc:spChg chg="del">
          <ac:chgData name="Harley Wijeyaratne" userId="d52f8215faed5781" providerId="Windows Live" clId="Web-{A650F01B-588E-4F7C-BCD5-C341F9BCE6D1}" dt="2023-05-20T09:21:39.309" v="49"/>
          <ac:spMkLst>
            <pc:docMk/>
            <pc:sldMk cId="4173372220" sldId="1121"/>
            <ac:spMk id="3" creationId="{74A045E5-ED5D-1376-A2D4-C4F998056C6E}"/>
          </ac:spMkLst>
        </pc:spChg>
        <pc:spChg chg="del">
          <ac:chgData name="Harley Wijeyaratne" userId="d52f8215faed5781" providerId="Windows Live" clId="Web-{A650F01B-588E-4F7C-BCD5-C341F9BCE6D1}" dt="2023-05-20T09:21:39.309" v="49"/>
          <ac:spMkLst>
            <pc:docMk/>
            <pc:sldMk cId="4173372220" sldId="1121"/>
            <ac:spMk id="4" creationId="{6C346980-67C7-729B-C6F4-FCF3A54F3CD3}"/>
          </ac:spMkLst>
        </pc:spChg>
        <pc:spChg chg="del">
          <ac:chgData name="Harley Wijeyaratne" userId="d52f8215faed5781" providerId="Windows Live" clId="Web-{A650F01B-588E-4F7C-BCD5-C341F9BCE6D1}" dt="2023-05-20T09:21:39.309" v="49"/>
          <ac:spMkLst>
            <pc:docMk/>
            <pc:sldMk cId="4173372220" sldId="1121"/>
            <ac:spMk id="5" creationId="{E6396608-1261-06C5-69DA-E5E35CAA6A2A}"/>
          </ac:spMkLst>
        </pc:spChg>
        <pc:spChg chg="del">
          <ac:chgData name="Harley Wijeyaratne" userId="d52f8215faed5781" providerId="Windows Live" clId="Web-{A650F01B-588E-4F7C-BCD5-C341F9BCE6D1}" dt="2023-05-20T09:21:39.309" v="49"/>
          <ac:spMkLst>
            <pc:docMk/>
            <pc:sldMk cId="4173372220" sldId="1121"/>
            <ac:spMk id="6" creationId="{415DE922-8DDA-1C95-6003-932D6288B5D0}"/>
          </ac:spMkLst>
        </pc:spChg>
        <pc:spChg chg="mod ord">
          <ac:chgData name="Harley Wijeyaratne" userId="d52f8215faed5781" providerId="Windows Live" clId="Web-{A650F01B-588E-4F7C-BCD5-C341F9BCE6D1}" dt="2023-05-20T09:22:05.206" v="53"/>
          <ac:spMkLst>
            <pc:docMk/>
            <pc:sldMk cId="4173372220" sldId="1121"/>
            <ac:spMk id="7" creationId="{9FA1263B-30DD-0463-63FE-E57BD3733430}"/>
          </ac:spMkLst>
        </pc:spChg>
        <pc:spChg chg="del">
          <ac:chgData name="Harley Wijeyaratne" userId="d52f8215faed5781" providerId="Windows Live" clId="Web-{A650F01B-588E-4F7C-BCD5-C341F9BCE6D1}" dt="2023-05-20T09:21:39.309" v="49"/>
          <ac:spMkLst>
            <pc:docMk/>
            <pc:sldMk cId="4173372220" sldId="1121"/>
            <ac:spMk id="8" creationId="{9F11F1ED-C815-F308-29F4-4F76C8623B67}"/>
          </ac:spMkLst>
        </pc:spChg>
        <pc:spChg chg="del">
          <ac:chgData name="Harley Wijeyaratne" userId="d52f8215faed5781" providerId="Windows Live" clId="Web-{A650F01B-588E-4F7C-BCD5-C341F9BCE6D1}" dt="2023-05-20T09:21:39.309" v="49"/>
          <ac:spMkLst>
            <pc:docMk/>
            <pc:sldMk cId="4173372220" sldId="1121"/>
            <ac:spMk id="9" creationId="{297732FF-91D0-72F6-C2BD-4C9F79BEEFB4}"/>
          </ac:spMkLst>
        </pc:spChg>
        <pc:spChg chg="del">
          <ac:chgData name="Harley Wijeyaratne" userId="d52f8215faed5781" providerId="Windows Live" clId="Web-{A650F01B-588E-4F7C-BCD5-C341F9BCE6D1}" dt="2023-05-20T09:21:39.309" v="49"/>
          <ac:spMkLst>
            <pc:docMk/>
            <pc:sldMk cId="4173372220" sldId="1121"/>
            <ac:spMk id="10" creationId="{FDF2DD0A-A7B0-5BC9-F0E4-A46403411245}"/>
          </ac:spMkLst>
        </pc:spChg>
        <pc:spChg chg="del">
          <ac:chgData name="Harley Wijeyaratne" userId="d52f8215faed5781" providerId="Windows Live" clId="Web-{A650F01B-588E-4F7C-BCD5-C341F9BCE6D1}" dt="2023-05-20T09:21:39.309" v="49"/>
          <ac:spMkLst>
            <pc:docMk/>
            <pc:sldMk cId="4173372220" sldId="1121"/>
            <ac:spMk id="11" creationId="{81795FA1-8F3C-248F-6001-AD06B38405EC}"/>
          </ac:spMkLst>
        </pc:spChg>
        <pc:spChg chg="mod ord">
          <ac:chgData name="Harley Wijeyaratne" userId="d52f8215faed5781" providerId="Windows Live" clId="Web-{A650F01B-588E-4F7C-BCD5-C341F9BCE6D1}" dt="2023-05-20T09:22:05.206" v="53"/>
          <ac:spMkLst>
            <pc:docMk/>
            <pc:sldMk cId="4173372220" sldId="1121"/>
            <ac:spMk id="12" creationId="{ED96A2ED-4829-FA22-D969-F82513D2424D}"/>
          </ac:spMkLst>
        </pc:spChg>
        <pc:spChg chg="mod ord">
          <ac:chgData name="Harley Wijeyaratne" userId="d52f8215faed5781" providerId="Windows Live" clId="Web-{A650F01B-588E-4F7C-BCD5-C341F9BCE6D1}" dt="2023-05-20T09:22:05.206" v="53"/>
          <ac:spMkLst>
            <pc:docMk/>
            <pc:sldMk cId="4173372220" sldId="1121"/>
            <ac:spMk id="13" creationId="{D2A7BF98-CC25-047B-D8CA-25AD7831CDA8}"/>
          </ac:spMkLst>
        </pc:spChg>
      </pc:sldChg>
      <pc:sldMasterChg chg="modSldLayout">
        <pc:chgData name="Harley Wijeyaratne" userId="d52f8215faed5781" providerId="Windows Live" clId="Web-{A650F01B-588E-4F7C-BCD5-C341F9BCE6D1}" dt="2023-05-20T09:15:23.666" v="0"/>
        <pc:sldMasterMkLst>
          <pc:docMk/>
          <pc:sldMasterMk cId="528399056" sldId="2147483655"/>
        </pc:sldMasterMkLst>
        <pc:sldLayoutChg chg="replId">
          <pc:chgData name="Harley Wijeyaratne" userId="d52f8215faed5781" providerId="Windows Live" clId="Web-{A650F01B-588E-4F7C-BCD5-C341F9BCE6D1}" dt="2023-05-20T09:15:23.666" v="0"/>
          <pc:sldLayoutMkLst>
            <pc:docMk/>
            <pc:sldMasterMk cId="528399056" sldId="2147483655"/>
            <pc:sldLayoutMk cId="1502526559" sldId="2147483674"/>
          </pc:sldLayoutMkLst>
        </pc:sldLayoutChg>
        <pc:sldLayoutChg chg="replId">
          <pc:chgData name="Harley Wijeyaratne" userId="d52f8215faed5781" providerId="Windows Live" clId="Web-{A650F01B-588E-4F7C-BCD5-C341F9BCE6D1}" dt="2023-05-20T09:15:23.666" v="0"/>
          <pc:sldLayoutMkLst>
            <pc:docMk/>
            <pc:sldMasterMk cId="528399056" sldId="2147483655"/>
            <pc:sldLayoutMk cId="94974547" sldId="2147483675"/>
          </pc:sldLayoutMkLst>
        </pc:sldLayoutChg>
        <pc:sldLayoutChg chg="replId">
          <pc:chgData name="Harley Wijeyaratne" userId="d52f8215faed5781" providerId="Windows Live" clId="Web-{A650F01B-588E-4F7C-BCD5-C341F9BCE6D1}" dt="2023-05-20T09:15:23.666" v="0"/>
          <pc:sldLayoutMkLst>
            <pc:docMk/>
            <pc:sldMasterMk cId="528399056" sldId="2147483655"/>
            <pc:sldLayoutMk cId="1343881794" sldId="2147483676"/>
          </pc:sldLayoutMkLst>
        </pc:sldLayoutChg>
        <pc:sldLayoutChg chg="replId">
          <pc:chgData name="Harley Wijeyaratne" userId="d52f8215faed5781" providerId="Windows Live" clId="Web-{A650F01B-588E-4F7C-BCD5-C341F9BCE6D1}" dt="2023-05-20T09:15:23.666" v="0"/>
          <pc:sldLayoutMkLst>
            <pc:docMk/>
            <pc:sldMasterMk cId="528399056" sldId="2147483655"/>
            <pc:sldLayoutMk cId="3402153840" sldId="2147483677"/>
          </pc:sldLayoutMkLst>
        </pc:sldLayoutChg>
        <pc:sldLayoutChg chg="replId">
          <pc:chgData name="Harley Wijeyaratne" userId="d52f8215faed5781" providerId="Windows Live" clId="Web-{A650F01B-588E-4F7C-BCD5-C341F9BCE6D1}" dt="2023-05-20T09:15:23.666" v="0"/>
          <pc:sldLayoutMkLst>
            <pc:docMk/>
            <pc:sldMasterMk cId="528399056" sldId="2147483655"/>
            <pc:sldLayoutMk cId="3325263697" sldId="2147483678"/>
          </pc:sldLayoutMkLst>
        </pc:sldLayoutChg>
      </pc:sldMasterChg>
      <pc:sldMasterChg chg="add del addSldLayout delSldLayout">
        <pc:chgData name="Harley Wijeyaratne" userId="d52f8215faed5781" providerId="Windows Live" clId="Web-{A650F01B-588E-4F7C-BCD5-C341F9BCE6D1}" dt="2023-05-20T09:22:05.206" v="53"/>
        <pc:sldMasterMkLst>
          <pc:docMk/>
          <pc:sldMasterMk cId="2460954070" sldId="2147483660"/>
        </pc:sldMasterMkLst>
        <pc:sldLayoutChg chg="add del">
          <pc:chgData name="Harley Wijeyaratne" userId="d52f8215faed5781" providerId="Windows Live" clId="Web-{A650F01B-588E-4F7C-BCD5-C341F9BCE6D1}" dt="2023-05-20T09:22:05.206" v="53"/>
          <pc:sldLayoutMkLst>
            <pc:docMk/>
            <pc:sldMasterMk cId="2460954070" sldId="2147483660"/>
            <pc:sldLayoutMk cId="2385387890" sldId="2147483661"/>
          </pc:sldLayoutMkLst>
        </pc:sldLayoutChg>
        <pc:sldLayoutChg chg="add del">
          <pc:chgData name="Harley Wijeyaratne" userId="d52f8215faed5781" providerId="Windows Live" clId="Web-{A650F01B-588E-4F7C-BCD5-C341F9BCE6D1}" dt="2023-05-20T09:22:05.206" v="53"/>
          <pc:sldLayoutMkLst>
            <pc:docMk/>
            <pc:sldMasterMk cId="2460954070" sldId="2147483660"/>
            <pc:sldLayoutMk cId="949138452" sldId="2147483662"/>
          </pc:sldLayoutMkLst>
        </pc:sldLayoutChg>
        <pc:sldLayoutChg chg="add del">
          <pc:chgData name="Harley Wijeyaratne" userId="d52f8215faed5781" providerId="Windows Live" clId="Web-{A650F01B-588E-4F7C-BCD5-C341F9BCE6D1}" dt="2023-05-20T09:22:05.206" v="53"/>
          <pc:sldLayoutMkLst>
            <pc:docMk/>
            <pc:sldMasterMk cId="2460954070" sldId="2147483660"/>
            <pc:sldLayoutMk cId="2591524520" sldId="2147483663"/>
          </pc:sldLayoutMkLst>
        </pc:sldLayoutChg>
        <pc:sldLayoutChg chg="add del">
          <pc:chgData name="Harley Wijeyaratne" userId="d52f8215faed5781" providerId="Windows Live" clId="Web-{A650F01B-588E-4F7C-BCD5-C341F9BCE6D1}" dt="2023-05-20T09:22:05.206" v="53"/>
          <pc:sldLayoutMkLst>
            <pc:docMk/>
            <pc:sldMasterMk cId="2460954070" sldId="2147483660"/>
            <pc:sldLayoutMk cId="1203092039" sldId="2147483664"/>
          </pc:sldLayoutMkLst>
        </pc:sldLayoutChg>
        <pc:sldLayoutChg chg="add del">
          <pc:chgData name="Harley Wijeyaratne" userId="d52f8215faed5781" providerId="Windows Live" clId="Web-{A650F01B-588E-4F7C-BCD5-C341F9BCE6D1}" dt="2023-05-20T09:22:05.206" v="53"/>
          <pc:sldLayoutMkLst>
            <pc:docMk/>
            <pc:sldMasterMk cId="2460954070" sldId="2147483660"/>
            <pc:sldLayoutMk cId="3733172339" sldId="2147483665"/>
          </pc:sldLayoutMkLst>
        </pc:sldLayoutChg>
        <pc:sldLayoutChg chg="add del">
          <pc:chgData name="Harley Wijeyaratne" userId="d52f8215faed5781" providerId="Windows Live" clId="Web-{A650F01B-588E-4F7C-BCD5-C341F9BCE6D1}" dt="2023-05-20T09:22:05.206" v="53"/>
          <pc:sldLayoutMkLst>
            <pc:docMk/>
            <pc:sldMasterMk cId="2460954070" sldId="2147483660"/>
            <pc:sldLayoutMk cId="3210312558" sldId="2147483666"/>
          </pc:sldLayoutMkLst>
        </pc:sldLayoutChg>
        <pc:sldLayoutChg chg="add del">
          <pc:chgData name="Harley Wijeyaratne" userId="d52f8215faed5781" providerId="Windows Live" clId="Web-{A650F01B-588E-4F7C-BCD5-C341F9BCE6D1}" dt="2023-05-20T09:22:05.206" v="53"/>
          <pc:sldLayoutMkLst>
            <pc:docMk/>
            <pc:sldMasterMk cId="2460954070" sldId="2147483660"/>
            <pc:sldLayoutMk cId="3146388984" sldId="2147483667"/>
          </pc:sldLayoutMkLst>
        </pc:sldLayoutChg>
        <pc:sldLayoutChg chg="add del">
          <pc:chgData name="Harley Wijeyaratne" userId="d52f8215faed5781" providerId="Windows Live" clId="Web-{A650F01B-588E-4F7C-BCD5-C341F9BCE6D1}" dt="2023-05-20T09:22:05.206" v="53"/>
          <pc:sldLayoutMkLst>
            <pc:docMk/>
            <pc:sldMasterMk cId="2460954070" sldId="2147483660"/>
            <pc:sldLayoutMk cId="3171841454" sldId="2147483668"/>
          </pc:sldLayoutMkLst>
        </pc:sldLayoutChg>
        <pc:sldLayoutChg chg="add del">
          <pc:chgData name="Harley Wijeyaratne" userId="d52f8215faed5781" providerId="Windows Live" clId="Web-{A650F01B-588E-4F7C-BCD5-C341F9BCE6D1}" dt="2023-05-20T09:22:05.206" v="53"/>
          <pc:sldLayoutMkLst>
            <pc:docMk/>
            <pc:sldMasterMk cId="2460954070" sldId="2147483660"/>
            <pc:sldLayoutMk cId="1718958274" sldId="2147483669"/>
          </pc:sldLayoutMkLst>
        </pc:sldLayoutChg>
        <pc:sldLayoutChg chg="add del">
          <pc:chgData name="Harley Wijeyaratne" userId="d52f8215faed5781" providerId="Windows Live" clId="Web-{A650F01B-588E-4F7C-BCD5-C341F9BCE6D1}" dt="2023-05-20T09:22:05.206" v="53"/>
          <pc:sldLayoutMkLst>
            <pc:docMk/>
            <pc:sldMasterMk cId="2460954070" sldId="2147483660"/>
            <pc:sldLayoutMk cId="2202905451" sldId="2147483670"/>
          </pc:sldLayoutMkLst>
        </pc:sldLayoutChg>
        <pc:sldLayoutChg chg="add del">
          <pc:chgData name="Harley Wijeyaratne" userId="d52f8215faed5781" providerId="Windows Live" clId="Web-{A650F01B-588E-4F7C-BCD5-C341F9BCE6D1}" dt="2023-05-20T09:22:05.206" v="53"/>
          <pc:sldLayoutMkLst>
            <pc:docMk/>
            <pc:sldMasterMk cId="2460954070" sldId="2147483660"/>
            <pc:sldLayoutMk cId="3479445657" sldId="2147483671"/>
          </pc:sldLayoutMkLst>
        </pc:sldLayoutChg>
      </pc:sldMasterChg>
      <pc:sldMasterChg chg="add del addSldLayout delSldLayout modSldLayout">
        <pc:chgData name="Harley Wijeyaratne" userId="d52f8215faed5781" providerId="Windows Live" clId="Web-{A650F01B-588E-4F7C-BCD5-C341F9BCE6D1}" dt="2023-05-20T09:22:05.206" v="53"/>
        <pc:sldMasterMkLst>
          <pc:docMk/>
          <pc:sldMasterMk cId="3445798609" sldId="2147483679"/>
        </pc:sldMasterMkLst>
        <pc:sldLayoutChg chg="add del mod replId">
          <pc:chgData name="Harley Wijeyaratne" userId="d52f8215faed5781" providerId="Windows Live" clId="Web-{A650F01B-588E-4F7C-BCD5-C341F9BCE6D1}" dt="2023-05-20T09:22:05.206" v="53"/>
          <pc:sldLayoutMkLst>
            <pc:docMk/>
            <pc:sldMasterMk cId="3445798609" sldId="2147483679"/>
            <pc:sldLayoutMk cId="3110579760" sldId="2147483680"/>
          </pc:sldLayoutMkLst>
        </pc:sldLayoutChg>
        <pc:sldLayoutChg chg="add del mod replId">
          <pc:chgData name="Harley Wijeyaratne" userId="d52f8215faed5781" providerId="Windows Live" clId="Web-{A650F01B-588E-4F7C-BCD5-C341F9BCE6D1}" dt="2023-05-20T09:22:05.206" v="53"/>
          <pc:sldLayoutMkLst>
            <pc:docMk/>
            <pc:sldMasterMk cId="3445798609" sldId="2147483679"/>
            <pc:sldLayoutMk cId="2773640318" sldId="2147483681"/>
          </pc:sldLayoutMkLst>
        </pc:sldLayoutChg>
        <pc:sldLayoutChg chg="add del mod replId">
          <pc:chgData name="Harley Wijeyaratne" userId="d52f8215faed5781" providerId="Windows Live" clId="Web-{A650F01B-588E-4F7C-BCD5-C341F9BCE6D1}" dt="2023-05-20T09:22:05.206" v="53"/>
          <pc:sldLayoutMkLst>
            <pc:docMk/>
            <pc:sldMasterMk cId="3445798609" sldId="2147483679"/>
            <pc:sldLayoutMk cId="3393178092" sldId="2147483682"/>
          </pc:sldLayoutMkLst>
        </pc:sldLayoutChg>
        <pc:sldLayoutChg chg="add del mod replId">
          <pc:chgData name="Harley Wijeyaratne" userId="d52f8215faed5781" providerId="Windows Live" clId="Web-{A650F01B-588E-4F7C-BCD5-C341F9BCE6D1}" dt="2023-05-20T09:22:05.206" v="53"/>
          <pc:sldLayoutMkLst>
            <pc:docMk/>
            <pc:sldMasterMk cId="3445798609" sldId="2147483679"/>
            <pc:sldLayoutMk cId="1541542379" sldId="2147483683"/>
          </pc:sldLayoutMkLst>
        </pc:sldLayoutChg>
        <pc:sldLayoutChg chg="add del mod replId">
          <pc:chgData name="Harley Wijeyaratne" userId="d52f8215faed5781" providerId="Windows Live" clId="Web-{A650F01B-588E-4F7C-BCD5-C341F9BCE6D1}" dt="2023-05-20T09:22:05.206" v="53"/>
          <pc:sldLayoutMkLst>
            <pc:docMk/>
            <pc:sldMasterMk cId="3445798609" sldId="2147483679"/>
            <pc:sldLayoutMk cId="3933020368" sldId="2147483684"/>
          </pc:sldLayoutMkLst>
        </pc:sldLayoutChg>
        <pc:sldLayoutChg chg="add del mod replId">
          <pc:chgData name="Harley Wijeyaratne" userId="d52f8215faed5781" providerId="Windows Live" clId="Web-{A650F01B-588E-4F7C-BCD5-C341F9BCE6D1}" dt="2023-05-20T09:22:05.206" v="53"/>
          <pc:sldLayoutMkLst>
            <pc:docMk/>
            <pc:sldMasterMk cId="3445798609" sldId="2147483679"/>
            <pc:sldLayoutMk cId="2443208929" sldId="2147483685"/>
          </pc:sldLayoutMkLst>
        </pc:sldLayoutChg>
        <pc:sldLayoutChg chg="add del mod replId">
          <pc:chgData name="Harley Wijeyaratne" userId="d52f8215faed5781" providerId="Windows Live" clId="Web-{A650F01B-588E-4F7C-BCD5-C341F9BCE6D1}" dt="2023-05-20T09:22:05.206" v="53"/>
          <pc:sldLayoutMkLst>
            <pc:docMk/>
            <pc:sldMasterMk cId="3445798609" sldId="2147483679"/>
            <pc:sldLayoutMk cId="3653352470" sldId="2147483686"/>
          </pc:sldLayoutMkLst>
        </pc:sldLayoutChg>
        <pc:sldLayoutChg chg="add del mod replId">
          <pc:chgData name="Harley Wijeyaratne" userId="d52f8215faed5781" providerId="Windows Live" clId="Web-{A650F01B-588E-4F7C-BCD5-C341F9BCE6D1}" dt="2023-05-20T09:22:05.206" v="53"/>
          <pc:sldLayoutMkLst>
            <pc:docMk/>
            <pc:sldMasterMk cId="3445798609" sldId="2147483679"/>
            <pc:sldLayoutMk cId="3368372330" sldId="2147483687"/>
          </pc:sldLayoutMkLst>
        </pc:sldLayoutChg>
        <pc:sldLayoutChg chg="add del mod replId">
          <pc:chgData name="Harley Wijeyaratne" userId="d52f8215faed5781" providerId="Windows Live" clId="Web-{A650F01B-588E-4F7C-BCD5-C341F9BCE6D1}" dt="2023-05-20T09:22:05.206" v="53"/>
          <pc:sldLayoutMkLst>
            <pc:docMk/>
            <pc:sldMasterMk cId="3445798609" sldId="2147483679"/>
            <pc:sldLayoutMk cId="246914612" sldId="2147483688"/>
          </pc:sldLayoutMkLst>
        </pc:sldLayoutChg>
        <pc:sldLayoutChg chg="add del mod replId">
          <pc:chgData name="Harley Wijeyaratne" userId="d52f8215faed5781" providerId="Windows Live" clId="Web-{A650F01B-588E-4F7C-BCD5-C341F9BCE6D1}" dt="2023-05-20T09:22:05.206" v="53"/>
          <pc:sldLayoutMkLst>
            <pc:docMk/>
            <pc:sldMasterMk cId="3445798609" sldId="2147483679"/>
            <pc:sldLayoutMk cId="1605581158" sldId="2147483689"/>
          </pc:sldLayoutMkLst>
        </pc:sldLayoutChg>
        <pc:sldLayoutChg chg="add del mod replId">
          <pc:chgData name="Harley Wijeyaratne" userId="d52f8215faed5781" providerId="Windows Live" clId="Web-{A650F01B-588E-4F7C-BCD5-C341F9BCE6D1}" dt="2023-05-20T09:22:05.206" v="53"/>
          <pc:sldLayoutMkLst>
            <pc:docMk/>
            <pc:sldMasterMk cId="3445798609" sldId="2147483679"/>
            <pc:sldLayoutMk cId="2455719674" sldId="2147483690"/>
          </pc:sldLayoutMkLst>
        </pc:sldLayoutChg>
        <pc:sldLayoutChg chg="add del mod replId">
          <pc:chgData name="Harley Wijeyaratne" userId="d52f8215faed5781" providerId="Windows Live" clId="Web-{A650F01B-588E-4F7C-BCD5-C341F9BCE6D1}" dt="2023-05-20T09:22:05.206" v="53"/>
          <pc:sldLayoutMkLst>
            <pc:docMk/>
            <pc:sldMasterMk cId="3445798609" sldId="2147483679"/>
            <pc:sldLayoutMk cId="4241819944" sldId="2147483691"/>
          </pc:sldLayoutMkLst>
        </pc:sldLayoutChg>
        <pc:sldLayoutChg chg="add del mod replId">
          <pc:chgData name="Harley Wijeyaratne" userId="d52f8215faed5781" providerId="Windows Live" clId="Web-{A650F01B-588E-4F7C-BCD5-C341F9BCE6D1}" dt="2023-05-20T09:22:05.206" v="53"/>
          <pc:sldLayoutMkLst>
            <pc:docMk/>
            <pc:sldMasterMk cId="3445798609" sldId="2147483679"/>
            <pc:sldLayoutMk cId="212582963" sldId="2147483692"/>
          </pc:sldLayoutMkLst>
        </pc:sldLayoutChg>
        <pc:sldLayoutChg chg="add del mod replId">
          <pc:chgData name="Harley Wijeyaratne" userId="d52f8215faed5781" providerId="Windows Live" clId="Web-{A650F01B-588E-4F7C-BCD5-C341F9BCE6D1}" dt="2023-05-20T09:22:05.206" v="53"/>
          <pc:sldLayoutMkLst>
            <pc:docMk/>
            <pc:sldMasterMk cId="3445798609" sldId="2147483679"/>
            <pc:sldLayoutMk cId="234500990" sldId="2147483693"/>
          </pc:sldLayoutMkLst>
        </pc:sldLayoutChg>
        <pc:sldLayoutChg chg="add del mod replId">
          <pc:chgData name="Harley Wijeyaratne" userId="d52f8215faed5781" providerId="Windows Live" clId="Web-{A650F01B-588E-4F7C-BCD5-C341F9BCE6D1}" dt="2023-05-20T09:22:05.206" v="53"/>
          <pc:sldLayoutMkLst>
            <pc:docMk/>
            <pc:sldMasterMk cId="3445798609" sldId="2147483679"/>
            <pc:sldLayoutMk cId="1534328237" sldId="2147483694"/>
          </pc:sldLayoutMkLst>
        </pc:sldLayoutChg>
      </pc:sldMasterChg>
    </pc:docChg>
  </pc:docChgLst>
  <pc:docChgLst>
    <pc:chgData name="Joseph Ross" userId="f02a7e79df86ceb8" providerId="Windows Live" clId="Web-{DF0E341E-0D66-4ADD-853A-2AEF8C7DBE90}"/>
    <pc:docChg chg="addSld delSld modSld sldOrd">
      <pc:chgData name="Joseph Ross" userId="f02a7e79df86ceb8" providerId="Windows Live" clId="Web-{DF0E341E-0D66-4ADD-853A-2AEF8C7DBE90}" dt="2023-05-23T04:59:47.260" v="308"/>
      <pc:docMkLst>
        <pc:docMk/>
      </pc:docMkLst>
      <pc:sldChg chg="del">
        <pc:chgData name="Joseph Ross" userId="f02a7e79df86ceb8" providerId="Windows Live" clId="Web-{DF0E341E-0D66-4ADD-853A-2AEF8C7DBE90}" dt="2023-05-23T04:37:51.484" v="31"/>
        <pc:sldMkLst>
          <pc:docMk/>
          <pc:sldMk cId="1251791079" sldId="1146"/>
        </pc:sldMkLst>
      </pc:sldChg>
      <pc:sldChg chg="addSp modSp">
        <pc:chgData name="Joseph Ross" userId="f02a7e79df86ceb8" providerId="Windows Live" clId="Web-{DF0E341E-0D66-4ADD-853A-2AEF8C7DBE90}" dt="2023-05-23T04:37:44.984" v="30" actId="20577"/>
        <pc:sldMkLst>
          <pc:docMk/>
          <pc:sldMk cId="410719719" sldId="1147"/>
        </pc:sldMkLst>
        <pc:spChg chg="add mod">
          <ac:chgData name="Joseph Ross" userId="f02a7e79df86ceb8" providerId="Windows Live" clId="Web-{DF0E341E-0D66-4ADD-853A-2AEF8C7DBE90}" dt="2023-05-23T04:37:44.984" v="30" actId="20577"/>
          <ac:spMkLst>
            <pc:docMk/>
            <pc:sldMk cId="410719719" sldId="1147"/>
            <ac:spMk id="8" creationId="{5408B6C1-CF71-92F3-059E-C155FCD4A26F}"/>
          </ac:spMkLst>
        </pc:spChg>
      </pc:sldChg>
      <pc:sldChg chg="del">
        <pc:chgData name="Joseph Ross" userId="f02a7e79df86ceb8" providerId="Windows Live" clId="Web-{DF0E341E-0D66-4ADD-853A-2AEF8C7DBE90}" dt="2023-05-23T04:39:21.424" v="78"/>
        <pc:sldMkLst>
          <pc:docMk/>
          <pc:sldMk cId="217808446" sldId="1160"/>
        </pc:sldMkLst>
      </pc:sldChg>
      <pc:sldChg chg="addSp modSp">
        <pc:chgData name="Joseph Ross" userId="f02a7e79df86ceb8" providerId="Windows Live" clId="Web-{DF0E341E-0D66-4ADD-853A-2AEF8C7DBE90}" dt="2023-05-23T04:38:44.923" v="77" actId="14100"/>
        <pc:sldMkLst>
          <pc:docMk/>
          <pc:sldMk cId="1464227764" sldId="1164"/>
        </pc:sldMkLst>
        <pc:spChg chg="add mod">
          <ac:chgData name="Joseph Ross" userId="f02a7e79df86ceb8" providerId="Windows Live" clId="Web-{DF0E341E-0D66-4ADD-853A-2AEF8C7DBE90}" dt="2023-05-23T04:38:02.625" v="35" actId="20577"/>
          <ac:spMkLst>
            <pc:docMk/>
            <pc:sldMk cId="1464227764" sldId="1164"/>
            <ac:spMk id="4" creationId="{BD23299B-4029-7BDE-60E0-7C58745AB053}"/>
          </ac:spMkLst>
        </pc:spChg>
        <pc:spChg chg="add mod">
          <ac:chgData name="Joseph Ross" userId="f02a7e79df86ceb8" providerId="Windows Live" clId="Web-{DF0E341E-0D66-4ADD-853A-2AEF8C7DBE90}" dt="2023-05-23T04:38:44.923" v="77" actId="14100"/>
          <ac:spMkLst>
            <pc:docMk/>
            <pc:sldMk cId="1464227764" sldId="1164"/>
            <ac:spMk id="5" creationId="{42976C8C-01EF-4422-3946-2A2339E184EC}"/>
          </ac:spMkLst>
        </pc:spChg>
      </pc:sldChg>
      <pc:sldChg chg="ord">
        <pc:chgData name="Joseph Ross" userId="f02a7e79df86ceb8" providerId="Windows Live" clId="Web-{DF0E341E-0D66-4ADD-853A-2AEF8C7DBE90}" dt="2023-05-23T04:59:47.260" v="308"/>
        <pc:sldMkLst>
          <pc:docMk/>
          <pc:sldMk cId="3973152249" sldId="1170"/>
        </pc:sldMkLst>
      </pc:sldChg>
      <pc:sldChg chg="addSp modSp">
        <pc:chgData name="Joseph Ross" userId="f02a7e79df86ceb8" providerId="Windows Live" clId="Web-{DF0E341E-0D66-4ADD-853A-2AEF8C7DBE90}" dt="2023-05-23T04:37:26.140" v="25" actId="20577"/>
        <pc:sldMkLst>
          <pc:docMk/>
          <pc:sldMk cId="144985452" sldId="1175"/>
        </pc:sldMkLst>
        <pc:spChg chg="add mod">
          <ac:chgData name="Joseph Ross" userId="f02a7e79df86ceb8" providerId="Windows Live" clId="Web-{DF0E341E-0D66-4ADD-853A-2AEF8C7DBE90}" dt="2023-05-23T04:37:26.140" v="25" actId="20577"/>
          <ac:spMkLst>
            <pc:docMk/>
            <pc:sldMk cId="144985452" sldId="1175"/>
            <ac:spMk id="6" creationId="{FC6CF805-AA1F-3981-949A-97279AAAF8E3}"/>
          </ac:spMkLst>
        </pc:spChg>
      </pc:sldChg>
      <pc:sldChg chg="addSp delSp modSp">
        <pc:chgData name="Joseph Ross" userId="f02a7e79df86ceb8" providerId="Windows Live" clId="Web-{DF0E341E-0D66-4ADD-853A-2AEF8C7DBE90}" dt="2023-05-23T04:41:03.613" v="180" actId="20577"/>
        <pc:sldMkLst>
          <pc:docMk/>
          <pc:sldMk cId="604582989" sldId="1182"/>
        </pc:sldMkLst>
        <pc:spChg chg="add mod">
          <ac:chgData name="Joseph Ross" userId="f02a7e79df86ceb8" providerId="Windows Live" clId="Web-{DF0E341E-0D66-4ADD-853A-2AEF8C7DBE90}" dt="2023-05-23T04:40:48.613" v="175" actId="20577"/>
          <ac:spMkLst>
            <pc:docMk/>
            <pc:sldMk cId="604582989" sldId="1182"/>
            <ac:spMk id="3" creationId="{F487B56E-8B1E-756F-0E48-DC3488B07DFB}"/>
          </ac:spMkLst>
        </pc:spChg>
        <pc:spChg chg="add mod">
          <ac:chgData name="Joseph Ross" userId="f02a7e79df86ceb8" providerId="Windows Live" clId="Web-{DF0E341E-0D66-4ADD-853A-2AEF8C7DBE90}" dt="2023-05-23T04:41:03.613" v="180" actId="20577"/>
          <ac:spMkLst>
            <pc:docMk/>
            <pc:sldMk cId="604582989" sldId="1182"/>
            <ac:spMk id="4" creationId="{AB5EFB00-423F-DDBC-89A5-2D47A3B5A53F}"/>
          </ac:spMkLst>
        </pc:spChg>
        <pc:spChg chg="mod">
          <ac:chgData name="Joseph Ross" userId="f02a7e79df86ceb8" providerId="Windows Live" clId="Web-{DF0E341E-0D66-4ADD-853A-2AEF8C7DBE90}" dt="2023-05-23T04:39:41.861" v="101" actId="20577"/>
          <ac:spMkLst>
            <pc:docMk/>
            <pc:sldMk cId="604582989" sldId="1182"/>
            <ac:spMk id="8" creationId="{B908EC1E-5A39-3CBB-B02F-439A67C5FE08}"/>
          </ac:spMkLst>
        </pc:spChg>
        <pc:spChg chg="mod">
          <ac:chgData name="Joseph Ross" userId="f02a7e79df86ceb8" providerId="Windows Live" clId="Web-{DF0E341E-0D66-4ADD-853A-2AEF8C7DBE90}" dt="2023-05-23T04:40:14.003" v="149" actId="20577"/>
          <ac:spMkLst>
            <pc:docMk/>
            <pc:sldMk cId="604582989" sldId="1182"/>
            <ac:spMk id="16" creationId="{D1FF0424-7EEC-BC55-F6E0-DD99F3F79E50}"/>
          </ac:spMkLst>
        </pc:spChg>
        <pc:spChg chg="mod">
          <ac:chgData name="Joseph Ross" userId="f02a7e79df86ceb8" providerId="Windows Live" clId="Web-{DF0E341E-0D66-4ADD-853A-2AEF8C7DBE90}" dt="2023-05-23T04:40:38.800" v="172" actId="14100"/>
          <ac:spMkLst>
            <pc:docMk/>
            <pc:sldMk cId="604582989" sldId="1182"/>
            <ac:spMk id="19" creationId="{6C9E0132-E071-4972-E0A2-E8467135C779}"/>
          </ac:spMkLst>
        </pc:spChg>
        <pc:spChg chg="mod">
          <ac:chgData name="Joseph Ross" userId="f02a7e79df86ceb8" providerId="Windows Live" clId="Web-{DF0E341E-0D66-4ADD-853A-2AEF8C7DBE90}" dt="2023-05-23T04:40:41.847" v="173" actId="14100"/>
          <ac:spMkLst>
            <pc:docMk/>
            <pc:sldMk cId="604582989" sldId="1182"/>
            <ac:spMk id="20" creationId="{EEF777F5-F6BE-141B-0EB9-597CB24C8A58}"/>
          </ac:spMkLst>
        </pc:spChg>
        <pc:picChg chg="del">
          <ac:chgData name="Joseph Ross" userId="f02a7e79df86ceb8" providerId="Windows Live" clId="Web-{DF0E341E-0D66-4ADD-853A-2AEF8C7DBE90}" dt="2023-05-23T04:40:15.268" v="150"/>
          <ac:picMkLst>
            <pc:docMk/>
            <pc:sldMk cId="604582989" sldId="1182"/>
            <ac:picMk id="15" creationId="{1E95FE24-BB44-FB32-B5F1-30DA3E068FCC}"/>
          </ac:picMkLst>
        </pc:picChg>
        <pc:picChg chg="del">
          <ac:chgData name="Joseph Ross" userId="f02a7e79df86ceb8" providerId="Windows Live" clId="Web-{DF0E341E-0D66-4ADD-853A-2AEF8C7DBE90}" dt="2023-05-23T04:40:16.596" v="151"/>
          <ac:picMkLst>
            <pc:docMk/>
            <pc:sldMk cId="604582989" sldId="1182"/>
            <ac:picMk id="21" creationId="{22C127EE-6349-65CA-1199-4E4577C965C9}"/>
          </ac:picMkLst>
        </pc:picChg>
      </pc:sldChg>
      <pc:sldChg chg="addSp modSp ord">
        <pc:chgData name="Joseph Ross" userId="f02a7e79df86ceb8" providerId="Windows Live" clId="Web-{DF0E341E-0D66-4ADD-853A-2AEF8C7DBE90}" dt="2023-05-23T04:57:55.461" v="243" actId="20577"/>
        <pc:sldMkLst>
          <pc:docMk/>
          <pc:sldMk cId="4090889681" sldId="1184"/>
        </pc:sldMkLst>
        <pc:spChg chg="add mod">
          <ac:chgData name="Joseph Ross" userId="f02a7e79df86ceb8" providerId="Windows Live" clId="Web-{DF0E341E-0D66-4ADD-853A-2AEF8C7DBE90}" dt="2023-05-23T04:57:55.461" v="243" actId="20577"/>
          <ac:spMkLst>
            <pc:docMk/>
            <pc:sldMk cId="4090889681" sldId="1184"/>
            <ac:spMk id="3" creationId="{A0A38664-072D-EB8B-E31C-F489E0F7F4DB}"/>
          </ac:spMkLst>
        </pc:spChg>
      </pc:sldChg>
      <pc:sldChg chg="addSp modSp">
        <pc:chgData name="Joseph Ross" userId="f02a7e79df86ceb8" providerId="Windows Live" clId="Web-{DF0E341E-0D66-4ADD-853A-2AEF8C7DBE90}" dt="2023-05-23T04:36:53.780" v="11" actId="20577"/>
        <pc:sldMkLst>
          <pc:docMk/>
          <pc:sldMk cId="2075183904" sldId="1190"/>
        </pc:sldMkLst>
        <pc:spChg chg="add mod">
          <ac:chgData name="Joseph Ross" userId="f02a7e79df86ceb8" providerId="Windows Live" clId="Web-{DF0E341E-0D66-4ADD-853A-2AEF8C7DBE90}" dt="2023-05-23T04:36:53.780" v="11" actId="20577"/>
          <ac:spMkLst>
            <pc:docMk/>
            <pc:sldMk cId="2075183904" sldId="1190"/>
            <ac:spMk id="4" creationId="{0562FFDD-BE13-3E71-A8A1-62BC2C4A78D0}"/>
          </ac:spMkLst>
        </pc:spChg>
        <pc:spChg chg="mod">
          <ac:chgData name="Joseph Ross" userId="f02a7e79df86ceb8" providerId="Windows Live" clId="Web-{DF0E341E-0D66-4ADD-853A-2AEF8C7DBE90}" dt="2023-05-23T04:35:45.544" v="2" actId="20577"/>
          <ac:spMkLst>
            <pc:docMk/>
            <pc:sldMk cId="2075183904" sldId="1190"/>
            <ac:spMk id="26" creationId="{52E5BDCD-AC46-1707-7479-76A69EDFF1CA}"/>
          </ac:spMkLst>
        </pc:spChg>
      </pc:sldChg>
      <pc:sldChg chg="addSp modSp">
        <pc:chgData name="Joseph Ross" userId="f02a7e79df86ceb8" providerId="Windows Live" clId="Web-{DF0E341E-0D66-4ADD-853A-2AEF8C7DBE90}" dt="2023-05-23T04:37:19.656" v="23" actId="20577"/>
        <pc:sldMkLst>
          <pc:docMk/>
          <pc:sldMk cId="2682788356" sldId="1191"/>
        </pc:sldMkLst>
        <pc:spChg chg="add mod">
          <ac:chgData name="Joseph Ross" userId="f02a7e79df86ceb8" providerId="Windows Live" clId="Web-{DF0E341E-0D66-4ADD-853A-2AEF8C7DBE90}" dt="2023-05-23T04:37:19.656" v="23" actId="20577"/>
          <ac:spMkLst>
            <pc:docMk/>
            <pc:sldMk cId="2682788356" sldId="1191"/>
            <ac:spMk id="4" creationId="{626F9AE5-193C-2EC1-D3E7-44FB4FE4FDB4}"/>
          </ac:spMkLst>
        </pc:spChg>
        <pc:spChg chg="mod">
          <ac:chgData name="Joseph Ross" userId="f02a7e79df86ceb8" providerId="Windows Live" clId="Web-{DF0E341E-0D66-4ADD-853A-2AEF8C7DBE90}" dt="2023-05-23T04:37:16.843" v="20" actId="20577"/>
          <ac:spMkLst>
            <pc:docMk/>
            <pc:sldMk cId="2682788356" sldId="1191"/>
            <ac:spMk id="15" creationId="{C7BAAF54-B49D-82A5-BD9A-B3AE29ABFB19}"/>
          </ac:spMkLst>
        </pc:spChg>
      </pc:sldChg>
      <pc:sldChg chg="addSp modSp">
        <pc:chgData name="Joseph Ross" userId="f02a7e79df86ceb8" providerId="Windows Live" clId="Web-{DF0E341E-0D66-4ADD-853A-2AEF8C7DBE90}" dt="2023-05-23T04:37:32.890" v="27" actId="20577"/>
        <pc:sldMkLst>
          <pc:docMk/>
          <pc:sldMk cId="1140104069" sldId="1192"/>
        </pc:sldMkLst>
        <pc:spChg chg="add mod">
          <ac:chgData name="Joseph Ross" userId="f02a7e79df86ceb8" providerId="Windows Live" clId="Web-{DF0E341E-0D66-4ADD-853A-2AEF8C7DBE90}" dt="2023-05-23T04:37:32.890" v="27" actId="20577"/>
          <ac:spMkLst>
            <pc:docMk/>
            <pc:sldMk cId="1140104069" sldId="1192"/>
            <ac:spMk id="5" creationId="{B0BC5393-DF26-1997-9B40-9FC8A48EC0EC}"/>
          </ac:spMkLst>
        </pc:spChg>
      </pc:sldChg>
      <pc:sldChg chg="addSp delSp modSp add ord replId">
        <pc:chgData name="Joseph Ross" userId="f02a7e79df86ceb8" providerId="Windows Live" clId="Web-{DF0E341E-0D66-4ADD-853A-2AEF8C7DBE90}" dt="2023-05-23T04:59:39.291" v="307"/>
        <pc:sldMkLst>
          <pc:docMk/>
          <pc:sldMk cId="217566027" sldId="1193"/>
        </pc:sldMkLst>
        <pc:spChg chg="add del">
          <ac:chgData name="Joseph Ross" userId="f02a7e79df86ceb8" providerId="Windows Live" clId="Web-{DF0E341E-0D66-4ADD-853A-2AEF8C7DBE90}" dt="2023-05-23T04:41:29.520" v="185"/>
          <ac:spMkLst>
            <pc:docMk/>
            <pc:sldMk cId="217566027" sldId="1193"/>
            <ac:spMk id="3" creationId="{C9E7D332-E94E-46EF-A210-AE350A486C23}"/>
          </ac:spMkLst>
        </pc:spChg>
        <pc:spChg chg="add mod">
          <ac:chgData name="Joseph Ross" userId="f02a7e79df86ceb8" providerId="Windows Live" clId="Web-{DF0E341E-0D66-4ADD-853A-2AEF8C7DBE90}" dt="2023-05-23T04:41:40.551" v="189" actId="20577"/>
          <ac:spMkLst>
            <pc:docMk/>
            <pc:sldMk cId="217566027" sldId="1193"/>
            <ac:spMk id="5" creationId="{8934195C-193E-EBA3-E1B0-827AE089C8AB}"/>
          </ac:spMkLst>
        </pc:spChg>
        <pc:spChg chg="add mod">
          <ac:chgData name="Joseph Ross" userId="f02a7e79df86ceb8" providerId="Windows Live" clId="Web-{DF0E341E-0D66-4ADD-853A-2AEF8C7DBE90}" dt="2023-05-23T04:57:28.616" v="240" actId="20577"/>
          <ac:spMkLst>
            <pc:docMk/>
            <pc:sldMk cId="217566027" sldId="1193"/>
            <ac:spMk id="7" creationId="{EBC910D1-276C-9F57-4D73-AE8054CC13D9}"/>
          </ac:spMkLst>
        </pc:spChg>
        <pc:spChg chg="mod">
          <ac:chgData name="Joseph Ross" userId="f02a7e79df86ceb8" providerId="Windows Live" clId="Web-{DF0E341E-0D66-4ADD-853A-2AEF8C7DBE90}" dt="2023-05-23T04:41:21.426" v="183" actId="20577"/>
          <ac:spMkLst>
            <pc:docMk/>
            <pc:sldMk cId="217566027" sldId="1193"/>
            <ac:spMk id="16" creationId="{D1FF0424-7EEC-BC55-F6E0-DD99F3F79E50}"/>
          </ac:spMkLst>
        </pc:spChg>
      </pc:sldChg>
      <pc:sldChg chg="addSp modSp add replId">
        <pc:chgData name="Joseph Ross" userId="f02a7e79df86ceb8" providerId="Windows Live" clId="Web-{DF0E341E-0D66-4ADD-853A-2AEF8C7DBE90}" dt="2023-05-23T04:59:23.072" v="306" actId="20577"/>
        <pc:sldMkLst>
          <pc:docMk/>
          <pc:sldMk cId="2468828793" sldId="1194"/>
        </pc:sldMkLst>
        <pc:spChg chg="add mod">
          <ac:chgData name="Joseph Ross" userId="f02a7e79df86ceb8" providerId="Windows Live" clId="Web-{DF0E341E-0D66-4ADD-853A-2AEF8C7DBE90}" dt="2023-05-23T04:59:14.072" v="284" actId="20577"/>
          <ac:spMkLst>
            <pc:docMk/>
            <pc:sldMk cId="2468828793" sldId="1194"/>
            <ac:spMk id="2" creationId="{C33ED969-CC58-CA1B-360D-E9BBB73E0FE3}"/>
          </ac:spMkLst>
        </pc:spChg>
        <pc:spChg chg="mod">
          <ac:chgData name="Joseph Ross" userId="f02a7e79df86ceb8" providerId="Windows Live" clId="Web-{DF0E341E-0D66-4ADD-853A-2AEF8C7DBE90}" dt="2023-05-23T04:59:23.072" v="306" actId="20577"/>
          <ac:spMkLst>
            <pc:docMk/>
            <pc:sldMk cId="2468828793" sldId="1194"/>
            <ac:spMk id="4" creationId="{AB5EFB00-423F-DDBC-89A5-2D47A3B5A53F}"/>
          </ac:spMkLst>
        </pc:spChg>
        <pc:spChg chg="mod">
          <ac:chgData name="Joseph Ross" userId="f02a7e79df86ceb8" providerId="Windows Live" clId="Web-{DF0E341E-0D66-4ADD-853A-2AEF8C7DBE90}" dt="2023-05-23T04:58:33.149" v="261" actId="20577"/>
          <ac:spMkLst>
            <pc:docMk/>
            <pc:sldMk cId="2468828793" sldId="1194"/>
            <ac:spMk id="8" creationId="{B908EC1E-5A39-3CBB-B02F-439A67C5FE08}"/>
          </ac:spMkLst>
        </pc:spChg>
        <pc:spChg chg="mod">
          <ac:chgData name="Joseph Ross" userId="f02a7e79df86ceb8" providerId="Windows Live" clId="Web-{DF0E341E-0D66-4ADD-853A-2AEF8C7DBE90}" dt="2023-05-23T04:58:36.962" v="268" actId="20577"/>
          <ac:spMkLst>
            <pc:docMk/>
            <pc:sldMk cId="2468828793" sldId="1194"/>
            <ac:spMk id="16" creationId="{D1FF0424-7EEC-BC55-F6E0-DD99F3F79E50}"/>
          </ac:spMkLst>
        </pc:spChg>
        <pc:spChg chg="mod">
          <ac:chgData name="Joseph Ross" userId="f02a7e79df86ceb8" providerId="Windows Live" clId="Web-{DF0E341E-0D66-4ADD-853A-2AEF8C7DBE90}" dt="2023-05-23T04:58:44.352" v="269" actId="20577"/>
          <ac:spMkLst>
            <pc:docMk/>
            <pc:sldMk cId="2468828793" sldId="1194"/>
            <ac:spMk id="19" creationId="{6C9E0132-E071-4972-E0A2-E8467135C779}"/>
          </ac:spMkLst>
        </pc:spChg>
        <pc:spChg chg="mod">
          <ac:chgData name="Joseph Ross" userId="f02a7e79df86ceb8" providerId="Windows Live" clId="Web-{DF0E341E-0D66-4ADD-853A-2AEF8C7DBE90}" dt="2023-05-23T04:58:55.087" v="275" actId="20577"/>
          <ac:spMkLst>
            <pc:docMk/>
            <pc:sldMk cId="2468828793" sldId="1194"/>
            <ac:spMk id="20" creationId="{EEF777F5-F6BE-141B-0EB9-597CB24C8A58}"/>
          </ac:spMkLst>
        </pc:spChg>
      </pc:sldChg>
    </pc:docChg>
  </pc:docChgLst>
  <pc:docChgLst>
    <pc:chgData name="Joseph Ross" userId="f02a7e79df86ceb8" providerId="Windows Live" clId="Web-{98E58682-DE83-4976-BF7D-BB0D81AC34A9}"/>
    <pc:docChg chg="mod modSld">
      <pc:chgData name="Joseph Ross" userId="f02a7e79df86ceb8" providerId="Windows Live" clId="Web-{98E58682-DE83-4976-BF7D-BB0D81AC34A9}" dt="2023-05-23T04:34:28.160" v="6729" actId="20577"/>
      <pc:docMkLst>
        <pc:docMk/>
      </pc:docMkLst>
      <pc:sldChg chg="addSp modSp">
        <pc:chgData name="Joseph Ross" userId="f02a7e79df86ceb8" providerId="Windows Live" clId="Web-{98E58682-DE83-4976-BF7D-BB0D81AC34A9}" dt="2023-05-23T02:50:51.980" v="2254" actId="20577"/>
        <pc:sldMkLst>
          <pc:docMk/>
          <pc:sldMk cId="1010945764" sldId="1118"/>
        </pc:sldMkLst>
        <pc:spChg chg="mod">
          <ac:chgData name="Joseph Ross" userId="f02a7e79df86ceb8" providerId="Windows Live" clId="Web-{98E58682-DE83-4976-BF7D-BB0D81AC34A9}" dt="2023-05-23T02:50:51.980" v="2254" actId="20577"/>
          <ac:spMkLst>
            <pc:docMk/>
            <pc:sldMk cId="1010945764" sldId="1118"/>
            <ac:spMk id="3" creationId="{FF51D68C-2C4B-A134-46EF-F5EF3FA50BC1}"/>
          </ac:spMkLst>
        </pc:spChg>
        <pc:spChg chg="mod">
          <ac:chgData name="Joseph Ross" userId="f02a7e79df86ceb8" providerId="Windows Live" clId="Web-{98E58682-DE83-4976-BF7D-BB0D81AC34A9}" dt="2023-05-23T02:38:20.761" v="1203" actId="1076"/>
          <ac:spMkLst>
            <pc:docMk/>
            <pc:sldMk cId="1010945764" sldId="1118"/>
            <ac:spMk id="10" creationId="{5FCFF417-65F3-F0E0-6944-90DE1B663455}"/>
          </ac:spMkLst>
        </pc:spChg>
        <pc:spChg chg="mod">
          <ac:chgData name="Joseph Ross" userId="f02a7e79df86ceb8" providerId="Windows Live" clId="Web-{98E58682-DE83-4976-BF7D-BB0D81AC34A9}" dt="2023-05-23T02:38:16.151" v="1202" actId="1076"/>
          <ac:spMkLst>
            <pc:docMk/>
            <pc:sldMk cId="1010945764" sldId="1118"/>
            <ac:spMk id="11" creationId="{B21F5EA0-E4D2-4160-0C8A-B98A6F4EF95C}"/>
          </ac:spMkLst>
        </pc:spChg>
        <pc:spChg chg="add mod">
          <ac:chgData name="Joseph Ross" userId="f02a7e79df86ceb8" providerId="Windows Live" clId="Web-{98E58682-DE83-4976-BF7D-BB0D81AC34A9}" dt="2023-05-23T02:46:24.037" v="1707" actId="20577"/>
          <ac:spMkLst>
            <pc:docMk/>
            <pc:sldMk cId="1010945764" sldId="1118"/>
            <ac:spMk id="12" creationId="{509D7905-F51C-2990-986A-F1665E809D9B}"/>
          </ac:spMkLst>
        </pc:spChg>
      </pc:sldChg>
      <pc:sldChg chg="addSp delSp modSp">
        <pc:chgData name="Joseph Ross" userId="f02a7e79df86ceb8" providerId="Windows Live" clId="Web-{98E58682-DE83-4976-BF7D-BB0D81AC34A9}" dt="2023-05-23T03:52:13.825" v="5187" actId="20577"/>
        <pc:sldMkLst>
          <pc:docMk/>
          <pc:sldMk cId="3412354017" sldId="1159"/>
        </pc:sldMkLst>
        <pc:spChg chg="add mod">
          <ac:chgData name="Joseph Ross" userId="f02a7e79df86ceb8" providerId="Windows Live" clId="Web-{98E58682-DE83-4976-BF7D-BB0D81AC34A9}" dt="2023-05-23T03:45:39.520" v="5024" actId="20577"/>
          <ac:spMkLst>
            <pc:docMk/>
            <pc:sldMk cId="3412354017" sldId="1159"/>
            <ac:spMk id="3" creationId="{29C4508D-D705-6AC2-9CD3-DD0218C8BA0C}"/>
          </ac:spMkLst>
        </pc:spChg>
        <pc:spChg chg="add mod">
          <ac:chgData name="Joseph Ross" userId="f02a7e79df86ceb8" providerId="Windows Live" clId="Web-{98E58682-DE83-4976-BF7D-BB0D81AC34A9}" dt="2023-05-23T03:45:57.051" v="5028" actId="20577"/>
          <ac:spMkLst>
            <pc:docMk/>
            <pc:sldMk cId="3412354017" sldId="1159"/>
            <ac:spMk id="5" creationId="{54DA6C7A-A487-8FA5-437F-1045F9AE6082}"/>
          </ac:spMkLst>
        </pc:spChg>
        <pc:spChg chg="add mod">
          <ac:chgData name="Joseph Ross" userId="f02a7e79df86ceb8" providerId="Windows Live" clId="Web-{98E58682-DE83-4976-BF7D-BB0D81AC34A9}" dt="2023-05-23T03:47:34.913" v="5063" actId="1076"/>
          <ac:spMkLst>
            <pc:docMk/>
            <pc:sldMk cId="3412354017" sldId="1159"/>
            <ac:spMk id="7" creationId="{0FB13AE9-035D-0BCA-2444-10D8CABDA54C}"/>
          </ac:spMkLst>
        </pc:spChg>
        <pc:spChg chg="add mod">
          <ac:chgData name="Joseph Ross" userId="f02a7e79df86ceb8" providerId="Windows Live" clId="Web-{98E58682-DE83-4976-BF7D-BB0D81AC34A9}" dt="2023-05-23T03:47:38.725" v="5064" actId="1076"/>
          <ac:spMkLst>
            <pc:docMk/>
            <pc:sldMk cId="3412354017" sldId="1159"/>
            <ac:spMk id="15" creationId="{D9282DB7-1265-6541-242D-85CA7D4EDA48}"/>
          </ac:spMkLst>
        </pc:spChg>
        <pc:spChg chg="add mod">
          <ac:chgData name="Joseph Ross" userId="f02a7e79df86ceb8" providerId="Windows Live" clId="Web-{98E58682-DE83-4976-BF7D-BB0D81AC34A9}" dt="2023-05-23T03:47:54.491" v="5067" actId="1076"/>
          <ac:spMkLst>
            <pc:docMk/>
            <pc:sldMk cId="3412354017" sldId="1159"/>
            <ac:spMk id="18" creationId="{EB659B89-9934-1281-3D6C-3E8839349AB6}"/>
          </ac:spMkLst>
        </pc:spChg>
        <pc:spChg chg="add mod">
          <ac:chgData name="Joseph Ross" userId="f02a7e79df86ceb8" providerId="Windows Live" clId="Web-{98E58682-DE83-4976-BF7D-BB0D81AC34A9}" dt="2023-05-23T03:47:57.476" v="5068" actId="1076"/>
          <ac:spMkLst>
            <pc:docMk/>
            <pc:sldMk cId="3412354017" sldId="1159"/>
            <ac:spMk id="20" creationId="{AF9E85D7-E57C-CDBC-E70F-50E53A37C394}"/>
          </ac:spMkLst>
        </pc:spChg>
        <pc:spChg chg="add mod">
          <ac:chgData name="Joseph Ross" userId="f02a7e79df86ceb8" providerId="Windows Live" clId="Web-{98E58682-DE83-4976-BF7D-BB0D81AC34A9}" dt="2023-05-23T03:48:07.866" v="5076" actId="20577"/>
          <ac:spMkLst>
            <pc:docMk/>
            <pc:sldMk cId="3412354017" sldId="1159"/>
            <ac:spMk id="22" creationId="{FADAEAB5-2D66-7FDB-6E32-E96903AE0B48}"/>
          </ac:spMkLst>
        </pc:spChg>
        <pc:spChg chg="add mod">
          <ac:chgData name="Joseph Ross" userId="f02a7e79df86ceb8" providerId="Windows Live" clId="Web-{98E58682-DE83-4976-BF7D-BB0D81AC34A9}" dt="2023-05-23T03:48:21.429" v="5092" actId="20577"/>
          <ac:spMkLst>
            <pc:docMk/>
            <pc:sldMk cId="3412354017" sldId="1159"/>
            <ac:spMk id="23" creationId="{EFABC798-4622-46BF-5F43-EEA6A3597269}"/>
          </ac:spMkLst>
        </pc:spChg>
        <pc:spChg chg="add mod">
          <ac:chgData name="Joseph Ross" userId="f02a7e79df86ceb8" providerId="Windows Live" clId="Web-{98E58682-DE83-4976-BF7D-BB0D81AC34A9}" dt="2023-05-23T03:48:43.164" v="5112" actId="14100"/>
          <ac:spMkLst>
            <pc:docMk/>
            <pc:sldMk cId="3412354017" sldId="1159"/>
            <ac:spMk id="24" creationId="{3B579DBD-CA31-C6FF-7B85-EC6E6514E429}"/>
          </ac:spMkLst>
        </pc:spChg>
        <pc:spChg chg="add mod">
          <ac:chgData name="Joseph Ross" userId="f02a7e79df86ceb8" providerId="Windows Live" clId="Web-{98E58682-DE83-4976-BF7D-BB0D81AC34A9}" dt="2023-05-23T03:48:51.039" v="5122" actId="20577"/>
          <ac:spMkLst>
            <pc:docMk/>
            <pc:sldMk cId="3412354017" sldId="1159"/>
            <ac:spMk id="25" creationId="{3CD22542-2E47-F537-7240-334F5565BBD0}"/>
          </ac:spMkLst>
        </pc:spChg>
        <pc:spChg chg="add mod">
          <ac:chgData name="Joseph Ross" userId="f02a7e79df86ceb8" providerId="Windows Live" clId="Web-{98E58682-DE83-4976-BF7D-BB0D81AC34A9}" dt="2023-05-23T03:50:11.322" v="5141" actId="1076"/>
          <ac:spMkLst>
            <pc:docMk/>
            <pc:sldMk cId="3412354017" sldId="1159"/>
            <ac:spMk id="26" creationId="{4C788B3A-E067-9EBD-BCCF-563D5358F241}"/>
          </ac:spMkLst>
        </pc:spChg>
        <pc:spChg chg="add mod">
          <ac:chgData name="Joseph Ross" userId="f02a7e79df86ceb8" providerId="Windows Live" clId="Web-{98E58682-DE83-4976-BF7D-BB0D81AC34A9}" dt="2023-05-23T03:50:06.291" v="5139" actId="1076"/>
          <ac:spMkLst>
            <pc:docMk/>
            <pc:sldMk cId="3412354017" sldId="1159"/>
            <ac:spMk id="27" creationId="{EF7473B4-CE22-C602-A4BD-9D4E901585D6}"/>
          </ac:spMkLst>
        </pc:spChg>
        <pc:spChg chg="add mod">
          <ac:chgData name="Joseph Ross" userId="f02a7e79df86ceb8" providerId="Windows Live" clId="Web-{98E58682-DE83-4976-BF7D-BB0D81AC34A9}" dt="2023-05-23T03:50:15.619" v="5143" actId="20577"/>
          <ac:spMkLst>
            <pc:docMk/>
            <pc:sldMk cId="3412354017" sldId="1159"/>
            <ac:spMk id="28" creationId="{A88EC742-3B26-D27C-5FEE-C0F17D8F329A}"/>
          </ac:spMkLst>
        </pc:spChg>
        <pc:spChg chg="add mod">
          <ac:chgData name="Joseph Ross" userId="f02a7e79df86ceb8" providerId="Windows Live" clId="Web-{98E58682-DE83-4976-BF7D-BB0D81AC34A9}" dt="2023-05-23T03:50:36.041" v="5150" actId="20577"/>
          <ac:spMkLst>
            <pc:docMk/>
            <pc:sldMk cId="3412354017" sldId="1159"/>
            <ac:spMk id="29" creationId="{B86D133C-8863-D294-E340-E5E84C5AC6EB}"/>
          </ac:spMkLst>
        </pc:spChg>
        <pc:spChg chg="add mod">
          <ac:chgData name="Joseph Ross" userId="f02a7e79df86ceb8" providerId="Windows Live" clId="Web-{98E58682-DE83-4976-BF7D-BB0D81AC34A9}" dt="2023-05-23T03:50:52.104" v="5155" actId="20577"/>
          <ac:spMkLst>
            <pc:docMk/>
            <pc:sldMk cId="3412354017" sldId="1159"/>
            <ac:spMk id="30" creationId="{4ACF8181-D783-B528-0F12-67EF135061B6}"/>
          </ac:spMkLst>
        </pc:spChg>
        <pc:spChg chg="add mod">
          <ac:chgData name="Joseph Ross" userId="f02a7e79df86ceb8" providerId="Windows Live" clId="Web-{98E58682-DE83-4976-BF7D-BB0D81AC34A9}" dt="2023-05-23T03:51:05.136" v="5161" actId="1076"/>
          <ac:spMkLst>
            <pc:docMk/>
            <pc:sldMk cId="3412354017" sldId="1159"/>
            <ac:spMk id="31" creationId="{84DE96C0-705A-22F0-EC20-0539FFA0A635}"/>
          </ac:spMkLst>
        </pc:spChg>
        <pc:spChg chg="add mod">
          <ac:chgData name="Joseph Ross" userId="f02a7e79df86ceb8" providerId="Windows Live" clId="Web-{98E58682-DE83-4976-BF7D-BB0D81AC34A9}" dt="2023-05-23T03:51:03.417" v="5160" actId="1076"/>
          <ac:spMkLst>
            <pc:docMk/>
            <pc:sldMk cId="3412354017" sldId="1159"/>
            <ac:spMk id="32" creationId="{8D7B148D-6C75-F3EB-1C15-649832DFBD9A}"/>
          </ac:spMkLst>
        </pc:spChg>
        <pc:spChg chg="add mod">
          <ac:chgData name="Joseph Ross" userId="f02a7e79df86ceb8" providerId="Windows Live" clId="Web-{98E58682-DE83-4976-BF7D-BB0D81AC34A9}" dt="2023-05-23T03:51:11.136" v="5162" actId="1076"/>
          <ac:spMkLst>
            <pc:docMk/>
            <pc:sldMk cId="3412354017" sldId="1159"/>
            <ac:spMk id="33" creationId="{8F53B538-1791-F512-2563-7290A9529D02}"/>
          </ac:spMkLst>
        </pc:spChg>
        <pc:spChg chg="add mod">
          <ac:chgData name="Joseph Ross" userId="f02a7e79df86ceb8" providerId="Windows Live" clId="Web-{98E58682-DE83-4976-BF7D-BB0D81AC34A9}" dt="2023-05-23T03:51:33.230" v="5170" actId="1076"/>
          <ac:spMkLst>
            <pc:docMk/>
            <pc:sldMk cId="3412354017" sldId="1159"/>
            <ac:spMk id="34" creationId="{D4C7A02E-4F6C-D8BE-514C-1A43B3DA928B}"/>
          </ac:spMkLst>
        </pc:spChg>
        <pc:spChg chg="add del">
          <ac:chgData name="Joseph Ross" userId="f02a7e79df86ceb8" providerId="Windows Live" clId="Web-{98E58682-DE83-4976-BF7D-BB0D81AC34A9}" dt="2023-05-23T03:51:37.230" v="5172"/>
          <ac:spMkLst>
            <pc:docMk/>
            <pc:sldMk cId="3412354017" sldId="1159"/>
            <ac:spMk id="35" creationId="{A0D90B98-75B0-AE02-ADA5-48F151856040}"/>
          </ac:spMkLst>
        </pc:spChg>
        <pc:spChg chg="add mod">
          <ac:chgData name="Joseph Ross" userId="f02a7e79df86ceb8" providerId="Windows Live" clId="Web-{98E58682-DE83-4976-BF7D-BB0D81AC34A9}" dt="2023-05-23T03:51:58.215" v="5182" actId="20577"/>
          <ac:spMkLst>
            <pc:docMk/>
            <pc:sldMk cId="3412354017" sldId="1159"/>
            <ac:spMk id="36" creationId="{D4F8AB75-74C5-34F3-238A-FD8D99B1EB73}"/>
          </ac:spMkLst>
        </pc:spChg>
        <pc:spChg chg="add mod">
          <ac:chgData name="Joseph Ross" userId="f02a7e79df86ceb8" providerId="Windows Live" clId="Web-{98E58682-DE83-4976-BF7D-BB0D81AC34A9}" dt="2023-05-23T03:52:13.825" v="5187" actId="20577"/>
          <ac:spMkLst>
            <pc:docMk/>
            <pc:sldMk cId="3412354017" sldId="1159"/>
            <ac:spMk id="37" creationId="{F1703405-4E20-5E4D-54AC-5A9EA50A1177}"/>
          </ac:spMkLst>
        </pc:spChg>
      </pc:sldChg>
      <pc:sldChg chg="addSp modSp">
        <pc:chgData name="Joseph Ross" userId="f02a7e79df86ceb8" providerId="Windows Live" clId="Web-{98E58682-DE83-4976-BF7D-BB0D81AC34A9}" dt="2023-05-23T04:34:28.160" v="6729" actId="20577"/>
        <pc:sldMkLst>
          <pc:docMk/>
          <pc:sldMk cId="1781347348" sldId="1161"/>
        </pc:sldMkLst>
        <pc:spChg chg="add mod">
          <ac:chgData name="Joseph Ross" userId="f02a7e79df86ceb8" providerId="Windows Live" clId="Web-{98E58682-DE83-4976-BF7D-BB0D81AC34A9}" dt="2023-05-23T04:09:04.299" v="5472" actId="20577"/>
          <ac:spMkLst>
            <pc:docMk/>
            <pc:sldMk cId="1781347348" sldId="1161"/>
            <ac:spMk id="3" creationId="{F054E9B5-9609-EEFC-8523-80821114A327}"/>
          </ac:spMkLst>
        </pc:spChg>
        <pc:spChg chg="add mod">
          <ac:chgData name="Joseph Ross" userId="f02a7e79df86ceb8" providerId="Windows Live" clId="Web-{98E58682-DE83-4976-BF7D-BB0D81AC34A9}" dt="2023-05-23T04:16:59.419" v="5833" actId="20577"/>
          <ac:spMkLst>
            <pc:docMk/>
            <pc:sldMk cId="1781347348" sldId="1161"/>
            <ac:spMk id="4" creationId="{24D09679-C83A-40B3-0897-7127919BD07A}"/>
          </ac:spMkLst>
        </pc:spChg>
        <pc:spChg chg="mod">
          <ac:chgData name="Joseph Ross" userId="f02a7e79df86ceb8" providerId="Windows Live" clId="Web-{98E58682-DE83-4976-BF7D-BB0D81AC34A9}" dt="2023-05-23T04:28:57.137" v="6579" actId="20577"/>
          <ac:spMkLst>
            <pc:docMk/>
            <pc:sldMk cId="1781347348" sldId="1161"/>
            <ac:spMk id="16" creationId="{469B93E7-5236-7C05-F091-3265D4029AFA}"/>
          </ac:spMkLst>
        </pc:spChg>
        <pc:spChg chg="mod">
          <ac:chgData name="Joseph Ross" userId="f02a7e79df86ceb8" providerId="Windows Live" clId="Web-{98E58682-DE83-4976-BF7D-BB0D81AC34A9}" dt="2023-05-23T04:22:11.254" v="6005" actId="20577"/>
          <ac:spMkLst>
            <pc:docMk/>
            <pc:sldMk cId="1781347348" sldId="1161"/>
            <ac:spMk id="18" creationId="{4811A1D8-B6B6-E889-E8BF-EBEA3AE3E659}"/>
          </ac:spMkLst>
        </pc:spChg>
        <pc:spChg chg="mod">
          <ac:chgData name="Joseph Ross" userId="f02a7e79df86ceb8" providerId="Windows Live" clId="Web-{98E58682-DE83-4976-BF7D-BB0D81AC34A9}" dt="2023-05-23T04:23:11.208" v="6037" actId="20577"/>
          <ac:spMkLst>
            <pc:docMk/>
            <pc:sldMk cId="1781347348" sldId="1161"/>
            <ac:spMk id="19" creationId="{609D17F3-2605-B6D5-D40C-5CE53C7EF955}"/>
          </ac:spMkLst>
        </pc:spChg>
        <pc:spChg chg="mod">
          <ac:chgData name="Joseph Ross" userId="f02a7e79df86ceb8" providerId="Windows Live" clId="Web-{98E58682-DE83-4976-BF7D-BB0D81AC34A9}" dt="2023-05-23T04:22:35.723" v="6018" actId="20577"/>
          <ac:spMkLst>
            <pc:docMk/>
            <pc:sldMk cId="1781347348" sldId="1161"/>
            <ac:spMk id="23" creationId="{B28E5ED6-4485-DE26-9CFA-A2B2D764E0F0}"/>
          </ac:spMkLst>
        </pc:spChg>
        <pc:spChg chg="mod">
          <ac:chgData name="Joseph Ross" userId="f02a7e79df86ceb8" providerId="Windows Live" clId="Web-{98E58682-DE83-4976-BF7D-BB0D81AC34A9}" dt="2023-05-23T04:22:04.519" v="6002" actId="20577"/>
          <ac:spMkLst>
            <pc:docMk/>
            <pc:sldMk cId="1781347348" sldId="1161"/>
            <ac:spMk id="24" creationId="{4B460717-8ED5-2F06-6E84-7DA548696B87}"/>
          </ac:spMkLst>
        </pc:spChg>
        <pc:spChg chg="mod">
          <ac:chgData name="Joseph Ross" userId="f02a7e79df86ceb8" providerId="Windows Live" clId="Web-{98E58682-DE83-4976-BF7D-BB0D81AC34A9}" dt="2023-05-23T04:22:01.285" v="6001" actId="20577"/>
          <ac:spMkLst>
            <pc:docMk/>
            <pc:sldMk cId="1781347348" sldId="1161"/>
            <ac:spMk id="25" creationId="{2CA272B1-6E50-8BBD-C21B-C57D10002E96}"/>
          </ac:spMkLst>
        </pc:spChg>
        <pc:spChg chg="mod">
          <ac:chgData name="Joseph Ross" userId="f02a7e79df86ceb8" providerId="Windows Live" clId="Web-{98E58682-DE83-4976-BF7D-BB0D81AC34A9}" dt="2023-05-23T04:27:05.541" v="6475" actId="20577"/>
          <ac:spMkLst>
            <pc:docMk/>
            <pc:sldMk cId="1781347348" sldId="1161"/>
            <ac:spMk id="30" creationId="{F2302105-CDEE-1117-A3B0-95247EC41E36}"/>
          </ac:spMkLst>
        </pc:spChg>
        <pc:spChg chg="mod">
          <ac:chgData name="Joseph Ross" userId="f02a7e79df86ceb8" providerId="Windows Live" clId="Web-{98E58682-DE83-4976-BF7D-BB0D81AC34A9}" dt="2023-05-23T04:29:03.637" v="6581" actId="1076"/>
          <ac:spMkLst>
            <pc:docMk/>
            <pc:sldMk cId="1781347348" sldId="1161"/>
            <ac:spMk id="31" creationId="{AE122126-418C-DFEB-94D5-DB502D44FEFD}"/>
          </ac:spMkLst>
        </pc:spChg>
        <pc:spChg chg="mod">
          <ac:chgData name="Joseph Ross" userId="f02a7e79df86ceb8" providerId="Windows Live" clId="Web-{98E58682-DE83-4976-BF7D-BB0D81AC34A9}" dt="2023-05-23T04:34:18.082" v="6727" actId="20577"/>
          <ac:spMkLst>
            <pc:docMk/>
            <pc:sldMk cId="1781347348" sldId="1161"/>
            <ac:spMk id="32" creationId="{52D0F825-34B2-1204-EC93-10A44E4F8A69}"/>
          </ac:spMkLst>
        </pc:spChg>
        <pc:spChg chg="mod">
          <ac:chgData name="Joseph Ross" userId="f02a7e79df86ceb8" providerId="Windows Live" clId="Web-{98E58682-DE83-4976-BF7D-BB0D81AC34A9}" dt="2023-05-23T04:34:23.238" v="6728" actId="20577"/>
          <ac:spMkLst>
            <pc:docMk/>
            <pc:sldMk cId="1781347348" sldId="1161"/>
            <ac:spMk id="33" creationId="{9F4FD054-A604-15AB-73F6-6ECEB5CF59D4}"/>
          </ac:spMkLst>
        </pc:spChg>
        <pc:spChg chg="mod">
          <ac:chgData name="Joseph Ross" userId="f02a7e79df86ceb8" providerId="Windows Live" clId="Web-{98E58682-DE83-4976-BF7D-BB0D81AC34A9}" dt="2023-05-23T04:34:28.160" v="6729" actId="20577"/>
          <ac:spMkLst>
            <pc:docMk/>
            <pc:sldMk cId="1781347348" sldId="1161"/>
            <ac:spMk id="34" creationId="{8B37B209-23B8-A2A5-3F44-D4C9EBCCA5E6}"/>
          </ac:spMkLst>
        </pc:spChg>
      </pc:sldChg>
      <pc:sldChg chg="addSp delSp modSp modCm">
        <pc:chgData name="Joseph Ross" userId="f02a7e79df86ceb8" providerId="Windows Live" clId="Web-{98E58682-DE83-4976-BF7D-BB0D81AC34A9}" dt="2023-05-23T03:58:47.942" v="5288" actId="20577"/>
        <pc:sldMkLst>
          <pc:docMk/>
          <pc:sldMk cId="934712502" sldId="1168"/>
        </pc:sldMkLst>
        <pc:spChg chg="add mod">
          <ac:chgData name="Joseph Ross" userId="f02a7e79df86ceb8" providerId="Windows Live" clId="Web-{98E58682-DE83-4976-BF7D-BB0D81AC34A9}" dt="2023-05-23T02:59:06.725" v="2866" actId="20577"/>
          <ac:spMkLst>
            <pc:docMk/>
            <pc:sldMk cId="934712502" sldId="1168"/>
            <ac:spMk id="28" creationId="{E804D1EA-E325-D192-F2BD-E415BAA01314}"/>
          </ac:spMkLst>
        </pc:spChg>
        <pc:spChg chg="mod">
          <ac:chgData name="Joseph Ross" userId="f02a7e79df86ceb8" providerId="Windows Live" clId="Web-{98E58682-DE83-4976-BF7D-BB0D81AC34A9}" dt="2023-05-23T02:59:10.928" v="2867" actId="20577"/>
          <ac:spMkLst>
            <pc:docMk/>
            <pc:sldMk cId="934712502" sldId="1168"/>
            <ac:spMk id="34" creationId="{483C48A7-EE26-317A-D1E8-EA860FDE7A52}"/>
          </ac:spMkLst>
        </pc:spChg>
        <pc:spChg chg="mod">
          <ac:chgData name="Joseph Ross" userId="f02a7e79df86ceb8" providerId="Windows Live" clId="Web-{98E58682-DE83-4976-BF7D-BB0D81AC34A9}" dt="2023-05-23T03:17:34.686" v="4061" actId="20577"/>
          <ac:spMkLst>
            <pc:docMk/>
            <pc:sldMk cId="934712502" sldId="1168"/>
            <ac:spMk id="36" creationId="{49965E83-D8F3-1A41-45BC-D251B6A6A398}"/>
          </ac:spMkLst>
        </pc:spChg>
        <pc:spChg chg="add mod">
          <ac:chgData name="Joseph Ross" userId="f02a7e79df86ceb8" providerId="Windows Live" clId="Web-{98E58682-DE83-4976-BF7D-BB0D81AC34A9}" dt="2023-05-23T02:59:02.756" v="2863" actId="20577"/>
          <ac:spMkLst>
            <pc:docMk/>
            <pc:sldMk cId="934712502" sldId="1168"/>
            <ac:spMk id="44" creationId="{DB8E79EC-300B-CF52-23F8-C51DEA821C08}"/>
          </ac:spMkLst>
        </pc:spChg>
        <pc:spChg chg="add mod">
          <ac:chgData name="Joseph Ross" userId="f02a7e79df86ceb8" providerId="Windows Live" clId="Web-{98E58682-DE83-4976-BF7D-BB0D81AC34A9}" dt="2023-05-23T03:56:59.940" v="5282" actId="20577"/>
          <ac:spMkLst>
            <pc:docMk/>
            <pc:sldMk cId="934712502" sldId="1168"/>
            <ac:spMk id="45" creationId="{AB0093B9-DB0A-231F-F5AB-F603C48C8092}"/>
          </ac:spMkLst>
        </pc:spChg>
        <pc:spChg chg="add mod">
          <ac:chgData name="Joseph Ross" userId="f02a7e79df86ceb8" providerId="Windows Live" clId="Web-{98E58682-DE83-4976-BF7D-BB0D81AC34A9}" dt="2023-05-23T03:57:10.753" v="5285" actId="20577"/>
          <ac:spMkLst>
            <pc:docMk/>
            <pc:sldMk cId="934712502" sldId="1168"/>
            <ac:spMk id="46" creationId="{53A12797-6EDA-DBB7-534F-E77816120922}"/>
          </ac:spMkLst>
        </pc:spChg>
        <pc:spChg chg="add del">
          <ac:chgData name="Joseph Ross" userId="f02a7e79df86ceb8" providerId="Windows Live" clId="Web-{98E58682-DE83-4976-BF7D-BB0D81AC34A9}" dt="2023-05-23T02:55:29.845" v="2506"/>
          <ac:spMkLst>
            <pc:docMk/>
            <pc:sldMk cId="934712502" sldId="1168"/>
            <ac:spMk id="47" creationId="{7D0E1ACC-2DAA-C543-544A-13E433487F3A}"/>
          </ac:spMkLst>
        </pc:spChg>
        <pc:spChg chg="add del">
          <ac:chgData name="Joseph Ross" userId="f02a7e79df86ceb8" providerId="Windows Live" clId="Web-{98E58682-DE83-4976-BF7D-BB0D81AC34A9}" dt="2023-05-23T02:55:38.283" v="2508"/>
          <ac:spMkLst>
            <pc:docMk/>
            <pc:sldMk cId="934712502" sldId="1168"/>
            <ac:spMk id="48" creationId="{09A0AF07-4938-4722-0501-7FE3F74B35A1}"/>
          </ac:spMkLst>
        </pc:spChg>
        <pc:spChg chg="add mod">
          <ac:chgData name="Joseph Ross" userId="f02a7e79df86ceb8" providerId="Windows Live" clId="Web-{98E58682-DE83-4976-BF7D-BB0D81AC34A9}" dt="2023-05-23T03:57:15.800" v="5286" actId="20577"/>
          <ac:spMkLst>
            <pc:docMk/>
            <pc:sldMk cId="934712502" sldId="1168"/>
            <ac:spMk id="49" creationId="{06D3D2CA-D099-27ED-4850-7624CB9E6A97}"/>
          </ac:spMkLst>
        </pc:spChg>
        <pc:spChg chg="add mod">
          <ac:chgData name="Joseph Ross" userId="f02a7e79df86ceb8" providerId="Windows Live" clId="Web-{98E58682-DE83-4976-BF7D-BB0D81AC34A9}" dt="2023-05-23T03:58:47.942" v="5288" actId="20577"/>
          <ac:spMkLst>
            <pc:docMk/>
            <pc:sldMk cId="934712502" sldId="1168"/>
            <ac:spMk id="50" creationId="{873A3931-6058-2277-3ADD-577BC85BD31C}"/>
          </ac:spMkLst>
        </pc:spChg>
        <pc:spChg chg="add mod">
          <ac:chgData name="Joseph Ross" userId="f02a7e79df86ceb8" providerId="Windows Live" clId="Web-{98E58682-DE83-4976-BF7D-BB0D81AC34A9}" dt="2023-05-23T03:17:55.530" v="4111" actId="20577"/>
          <ac:spMkLst>
            <pc:docMk/>
            <pc:sldMk cId="934712502" sldId="1168"/>
            <ac:spMk id="51" creationId="{C4A6D0F5-D9EE-5853-2082-8102985C4545}"/>
          </ac:spMkLst>
        </pc:spChg>
        <pc:spChg chg="add mod">
          <ac:chgData name="Joseph Ross" userId="f02a7e79df86ceb8" providerId="Windows Live" clId="Web-{98E58682-DE83-4976-BF7D-BB0D81AC34A9}" dt="2023-05-23T03:10:13.958" v="3635" actId="1076"/>
          <ac:spMkLst>
            <pc:docMk/>
            <pc:sldMk cId="934712502" sldId="1168"/>
            <ac:spMk id="52" creationId="{239069B6-3B5A-A94A-AD1E-65CF0D9834C8}"/>
          </ac:spMkLst>
        </pc:spChg>
        <pc:spChg chg="add mod">
          <ac:chgData name="Joseph Ross" userId="f02a7e79df86ceb8" providerId="Windows Live" clId="Web-{98E58682-DE83-4976-BF7D-BB0D81AC34A9}" dt="2023-05-23T03:18:58" v="4113" actId="20577"/>
          <ac:spMkLst>
            <pc:docMk/>
            <pc:sldMk cId="934712502" sldId="1168"/>
            <ac:spMk id="53" creationId="{AB835CC3-B9AD-9BA4-E112-AECE418CD897}"/>
          </ac:spMkLst>
        </pc:spChg>
        <pc:spChg chg="add mod">
          <ac:chgData name="Joseph Ross" userId="f02a7e79df86ceb8" providerId="Windows Live" clId="Web-{98E58682-DE83-4976-BF7D-BB0D81AC34A9}" dt="2023-05-23T03:20:04.845" v="4199" actId="1076"/>
          <ac:spMkLst>
            <pc:docMk/>
            <pc:sldMk cId="934712502" sldId="1168"/>
            <ac:spMk id="54" creationId="{8482A949-3795-9293-F198-57BB20F0DC6D}"/>
          </ac:spMkLst>
        </pc:spChg>
        <pc:extLst>
          <p:ext xmlns:p="http://schemas.openxmlformats.org/presentationml/2006/main" uri="{D6D511B9-2390-475A-947B-AFAB55BFBCF1}">
            <pc226:cmChg xmlns:pc226="http://schemas.microsoft.com/office/powerpoint/2022/06/main/command" chg="">
              <pc226:chgData name="Joseph Ross" userId="f02a7e79df86ceb8" providerId="Windows Live" clId="Web-{98E58682-DE83-4976-BF7D-BB0D81AC34A9}" dt="2023-05-23T02:52:58.514" v="2255"/>
              <pc2:cmMkLst xmlns:pc2="http://schemas.microsoft.com/office/powerpoint/2019/9/main/command">
                <pc:docMk/>
                <pc:sldMk cId="934712502" sldId="1168"/>
                <pc2:cmMk id="{BB9E2331-F258-4229-989B-9EE85AFE34A0}"/>
              </pc2:cmMkLst>
              <pc226:cmRplyChg chg="add">
                <pc226:chgData name="Joseph Ross" userId="f02a7e79df86ceb8" providerId="Windows Live" clId="Web-{98E58682-DE83-4976-BF7D-BB0D81AC34A9}" dt="2023-05-23T02:52:58.514" v="2255"/>
                <pc2:cmRplyMkLst xmlns:pc2="http://schemas.microsoft.com/office/powerpoint/2019/9/main/command">
                  <pc:docMk/>
                  <pc:sldMk cId="934712502" sldId="1168"/>
                  <pc2:cmMk id="{BB9E2331-F258-4229-989B-9EE85AFE34A0}"/>
                  <pc2:cmRplyMk id="{91F2E4F2-A22F-4F26-B406-34D2F1A89CCD}"/>
                </pc2:cmRplyMkLst>
              </pc226:cmRplyChg>
            </pc226:cmChg>
            <pc226:cmChg xmlns:pc226="http://schemas.microsoft.com/office/powerpoint/2022/06/main/command" chg="">
              <pc226:chgData name="Joseph Ross" userId="f02a7e79df86ceb8" providerId="Windows Live" clId="Web-{98E58682-DE83-4976-BF7D-BB0D81AC34A9}" dt="2023-05-23T02:45:24.098" v="1655"/>
              <pc2:cmMkLst xmlns:pc2="http://schemas.microsoft.com/office/powerpoint/2019/9/main/command">
                <pc:docMk/>
                <pc:sldMk cId="934712502" sldId="1168"/>
                <pc2:cmMk id="{B9CA4394-EDAE-4A7B-9C28-ABD4768330F9}"/>
              </pc2:cmMkLst>
              <pc226:cmRplyChg chg="add">
                <pc226:chgData name="Joseph Ross" userId="f02a7e79df86ceb8" providerId="Windows Live" clId="Web-{98E58682-DE83-4976-BF7D-BB0D81AC34A9}" dt="2023-05-23T02:45:24.098" v="1655"/>
                <pc2:cmRplyMkLst xmlns:pc2="http://schemas.microsoft.com/office/powerpoint/2019/9/main/command">
                  <pc:docMk/>
                  <pc:sldMk cId="934712502" sldId="1168"/>
                  <pc2:cmMk id="{B9CA4394-EDAE-4A7B-9C28-ABD4768330F9}"/>
                  <pc2:cmRplyMk id="{B5118730-96F7-467E-9EF4-556ABCEB7C9C}"/>
                </pc2:cmRplyMkLst>
              </pc226:cmRplyChg>
            </pc226:cmChg>
          </p:ext>
        </pc:extLst>
      </pc:sldChg>
      <pc:sldChg chg="addSp delSp modSp modCm">
        <pc:chgData name="Joseph Ross" userId="f02a7e79df86ceb8" providerId="Windows Live" clId="Web-{98E58682-DE83-4976-BF7D-BB0D81AC34A9}" dt="2023-05-23T03:59:11.537" v="5307" actId="20577"/>
        <pc:sldMkLst>
          <pc:docMk/>
          <pc:sldMk cId="2684757179" sldId="1173"/>
        </pc:sldMkLst>
        <pc:spChg chg="mod">
          <ac:chgData name="Joseph Ross" userId="f02a7e79df86ceb8" providerId="Windows Live" clId="Web-{98E58682-DE83-4976-BF7D-BB0D81AC34A9}" dt="2023-05-23T02:44:23.018" v="1647" actId="1076"/>
          <ac:spMkLst>
            <pc:docMk/>
            <pc:sldMk cId="2684757179" sldId="1173"/>
            <ac:spMk id="2" creationId="{1619B0D8-32C4-819E-F1E5-0F364BDFD7D6}"/>
          </ac:spMkLst>
        </pc:spChg>
        <pc:spChg chg="mod">
          <ac:chgData name="Joseph Ross" userId="f02a7e79df86ceb8" providerId="Windows Live" clId="Web-{98E58682-DE83-4976-BF7D-BB0D81AC34A9}" dt="2023-05-23T02:44:25.675" v="1648" actId="1076"/>
          <ac:spMkLst>
            <pc:docMk/>
            <pc:sldMk cId="2684757179" sldId="1173"/>
            <ac:spMk id="4" creationId="{DE6FA5E7-64E4-EA64-F561-2CAA07B56D1C}"/>
          </ac:spMkLst>
        </pc:spChg>
        <pc:spChg chg="mod">
          <ac:chgData name="Joseph Ross" userId="f02a7e79df86ceb8" providerId="Windows Live" clId="Web-{98E58682-DE83-4976-BF7D-BB0D81AC34A9}" dt="2023-05-23T03:59:11.537" v="5307" actId="20577"/>
          <ac:spMkLst>
            <pc:docMk/>
            <pc:sldMk cId="2684757179" sldId="1173"/>
            <ac:spMk id="5" creationId="{D63F2D4D-1490-219F-2C41-6F1216D6A6B7}"/>
          </ac:spMkLst>
        </pc:spChg>
        <pc:spChg chg="add del mod">
          <ac:chgData name="Joseph Ross" userId="f02a7e79df86ceb8" providerId="Windows Live" clId="Web-{98E58682-DE83-4976-BF7D-BB0D81AC34A9}" dt="2023-05-23T02:44:02.284" v="1645"/>
          <ac:spMkLst>
            <pc:docMk/>
            <pc:sldMk cId="2684757179" sldId="1173"/>
            <ac:spMk id="6" creationId="{6E0FF092-44FD-7683-5108-5E39C252EAD9}"/>
          </ac:spMkLst>
        </pc:spChg>
        <pc:spChg chg="add mod">
          <ac:chgData name="Joseph Ross" userId="f02a7e79df86ceb8" providerId="Windows Live" clId="Web-{98E58682-DE83-4976-BF7D-BB0D81AC34A9}" dt="2023-05-23T03:15:30.480" v="3863" actId="20577"/>
          <ac:spMkLst>
            <pc:docMk/>
            <pc:sldMk cId="2684757179" sldId="1173"/>
            <ac:spMk id="7" creationId="{F9C818E5-9EA3-DBC8-217D-BBE4C421BBEB}"/>
          </ac:spMkLst>
        </pc:spChg>
        <pc:extLst>
          <p:ext xmlns:p="http://schemas.openxmlformats.org/presentationml/2006/main" uri="{D6D511B9-2390-475A-947B-AFAB55BFBCF1}">
            <pc226:cmChg xmlns:pc226="http://schemas.microsoft.com/office/powerpoint/2022/06/main/command" chg="mod">
              <pc226:chgData name="Joseph Ross" userId="f02a7e79df86ceb8" providerId="Windows Live" clId="Web-{98E58682-DE83-4976-BF7D-BB0D81AC34A9}" dt="2023-05-23T02:42:53.688" v="1622"/>
              <pc2:cmMkLst xmlns:pc2="http://schemas.microsoft.com/office/powerpoint/2019/9/main/command">
                <pc:docMk/>
                <pc:sldMk cId="2684757179" sldId="1173"/>
                <pc2:cmMk id="{940A15E8-5E2A-45B0-943B-533D41FB2F34}"/>
              </pc2:cmMkLst>
              <pc226:cmRplyChg chg="add">
                <pc226:chgData name="Joseph Ross" userId="f02a7e79df86ceb8" providerId="Windows Live" clId="Web-{98E58682-DE83-4976-BF7D-BB0D81AC34A9}" dt="2023-05-23T02:15:23.731" v="18"/>
                <pc2:cmRplyMkLst xmlns:pc2="http://schemas.microsoft.com/office/powerpoint/2019/9/main/command">
                  <pc:docMk/>
                  <pc:sldMk cId="2684757179" sldId="1173"/>
                  <pc2:cmMk id="{940A15E8-5E2A-45B0-943B-533D41FB2F34}"/>
                  <pc2:cmRplyMk id="{5652B70F-A4B4-4062-924D-84DC561C1229}"/>
                </pc2:cmRplyMkLst>
              </pc226:cmRplyChg>
            </pc226:cmChg>
          </p:ext>
        </pc:extLst>
      </pc:sldChg>
      <pc:sldChg chg="addSp delSp modSp modCm">
        <pc:chgData name="Joseph Ross" userId="f02a7e79df86ceb8" providerId="Windows Live" clId="Web-{98E58682-DE83-4976-BF7D-BB0D81AC34A9}" dt="2023-05-23T04:04:15.481" v="5318" actId="20577"/>
        <pc:sldMkLst>
          <pc:docMk/>
          <pc:sldMk cId="1901006668" sldId="1174"/>
        </pc:sldMkLst>
        <pc:spChg chg="mod">
          <ac:chgData name="Joseph Ross" userId="f02a7e79df86ceb8" providerId="Windows Live" clId="Web-{98E58682-DE83-4976-BF7D-BB0D81AC34A9}" dt="2023-05-23T03:24:44.474" v="4370" actId="14100"/>
          <ac:spMkLst>
            <pc:docMk/>
            <pc:sldMk cId="1901006668" sldId="1174"/>
            <ac:spMk id="2" creationId="{40923489-86A4-F341-AE23-A7D2EFF087E3}"/>
          </ac:spMkLst>
        </pc:spChg>
        <pc:spChg chg="mod">
          <ac:chgData name="Joseph Ross" userId="f02a7e79df86ceb8" providerId="Windows Live" clId="Web-{98E58682-DE83-4976-BF7D-BB0D81AC34A9}" dt="2023-05-23T04:04:15.481" v="5318" actId="20577"/>
          <ac:spMkLst>
            <pc:docMk/>
            <pc:sldMk cId="1901006668" sldId="1174"/>
            <ac:spMk id="4" creationId="{78EDE618-3416-CEEB-CD54-CAED08DAA3FE}"/>
          </ac:spMkLst>
        </pc:spChg>
        <pc:spChg chg="add mod">
          <ac:chgData name="Joseph Ross" userId="f02a7e79df86ceb8" providerId="Windows Live" clId="Web-{98E58682-DE83-4976-BF7D-BB0D81AC34A9}" dt="2023-05-23T03:37:43.056" v="4998" actId="20577"/>
          <ac:spMkLst>
            <pc:docMk/>
            <pc:sldMk cId="1901006668" sldId="1174"/>
            <ac:spMk id="18" creationId="{CEFBD094-710B-EBB7-2003-A6B71053DA33}"/>
          </ac:spMkLst>
        </pc:spChg>
        <pc:spChg chg="add del">
          <ac:chgData name="Joseph Ross" userId="f02a7e79df86ceb8" providerId="Windows Live" clId="Web-{98E58682-DE83-4976-BF7D-BB0D81AC34A9}" dt="2023-05-23T03:20:30.033" v="4208"/>
          <ac:spMkLst>
            <pc:docMk/>
            <pc:sldMk cId="1901006668" sldId="1174"/>
            <ac:spMk id="20" creationId="{281F7CF6-B58D-BB2C-B666-DC30833DE211}"/>
          </ac:spMkLst>
        </pc:spChg>
        <pc:spChg chg="add mod">
          <ac:chgData name="Joseph Ross" userId="f02a7e79df86ceb8" providerId="Windows Live" clId="Web-{98E58682-DE83-4976-BF7D-BB0D81AC34A9}" dt="2023-05-23T03:30:54.563" v="4686" actId="20577"/>
          <ac:spMkLst>
            <pc:docMk/>
            <pc:sldMk cId="1901006668" sldId="1174"/>
            <ac:spMk id="21" creationId="{B907E1F6-5C9D-6C55-BBA1-FF027776FB6C}"/>
          </ac:spMkLst>
        </pc:spChg>
        <pc:graphicFrameChg chg="mod">
          <ac:chgData name="Joseph Ross" userId="f02a7e79df86ceb8" providerId="Windows Live" clId="Web-{98E58682-DE83-4976-BF7D-BB0D81AC34A9}" dt="2023-05-23T03:20:59.737" v="4226" actId="1076"/>
          <ac:graphicFrameMkLst>
            <pc:docMk/>
            <pc:sldMk cId="1901006668" sldId="1174"/>
            <ac:graphicFrameMk id="13" creationId="{05D3B3A4-485A-661D-CB80-C4B601B7F6F0}"/>
          </ac:graphicFrameMkLst>
        </pc:graphicFrameChg>
        <pc:graphicFrameChg chg="mod">
          <ac:chgData name="Joseph Ross" userId="f02a7e79df86ceb8" providerId="Windows Live" clId="Web-{98E58682-DE83-4976-BF7D-BB0D81AC34A9}" dt="2023-05-23T03:21:00.971" v="4227" actId="1076"/>
          <ac:graphicFrameMkLst>
            <pc:docMk/>
            <pc:sldMk cId="1901006668" sldId="1174"/>
            <ac:graphicFrameMk id="15" creationId="{05D3B3A4-485A-661D-CB80-C4B601B7F6F0}"/>
          </ac:graphicFrameMkLst>
        </pc:graphicFrameChg>
        <pc:extLst>
          <p:ext xmlns:p="http://schemas.openxmlformats.org/presentationml/2006/main" uri="{D6D511B9-2390-475A-947B-AFAB55BFBCF1}">
            <pc226:cmChg xmlns:pc226="http://schemas.microsoft.com/office/powerpoint/2022/06/main/command" chg="">
              <pc226:chgData name="Joseph Ross" userId="f02a7e79df86ceb8" providerId="Windows Live" clId="Web-{98E58682-DE83-4976-BF7D-BB0D81AC34A9}" dt="2023-05-23T02:04:57.108" v="3"/>
              <pc2:cmMkLst xmlns:pc2="http://schemas.microsoft.com/office/powerpoint/2019/9/main/command">
                <pc:docMk/>
                <pc:sldMk cId="1901006668" sldId="1174"/>
                <pc2:cmMk id="{CAF81A3D-774B-4070-8A94-C737419874FC}"/>
              </pc2:cmMkLst>
              <pc226:cmRplyChg chg="add">
                <pc226:chgData name="Joseph Ross" userId="f02a7e79df86ceb8" providerId="Windows Live" clId="Web-{98E58682-DE83-4976-BF7D-BB0D81AC34A9}" dt="2023-05-23T02:04:57.108" v="3"/>
                <pc2:cmRplyMkLst xmlns:pc2="http://schemas.microsoft.com/office/powerpoint/2019/9/main/command">
                  <pc:docMk/>
                  <pc:sldMk cId="1901006668" sldId="1174"/>
                  <pc2:cmMk id="{CAF81A3D-774B-4070-8A94-C737419874FC}"/>
                  <pc2:cmRplyMk id="{D8BE7C5C-BA6D-4451-B589-BE9C11A802E7}"/>
                </pc2:cmRplyMkLst>
              </pc226:cmRplyChg>
            </pc226:cmChg>
            <pc226:cmChg xmlns:pc226="http://schemas.microsoft.com/office/powerpoint/2022/06/main/command" chg="">
              <pc226:chgData name="Joseph Ross" userId="f02a7e79df86ceb8" providerId="Windows Live" clId="Web-{98E58682-DE83-4976-BF7D-BB0D81AC34A9}" dt="2023-05-23T02:05:17.328" v="4"/>
              <pc2:cmMkLst xmlns:pc2="http://schemas.microsoft.com/office/powerpoint/2019/9/main/command">
                <pc:docMk/>
                <pc:sldMk cId="1901006668" sldId="1174"/>
                <pc2:cmMk id="{AFAABC71-B8B6-4601-A2AD-A5DA4394EFB1}"/>
              </pc2:cmMkLst>
              <pc226:cmRplyChg chg="add">
                <pc226:chgData name="Joseph Ross" userId="f02a7e79df86ceb8" providerId="Windows Live" clId="Web-{98E58682-DE83-4976-BF7D-BB0D81AC34A9}" dt="2023-05-23T02:05:17.328" v="4"/>
                <pc2:cmRplyMkLst xmlns:pc2="http://schemas.microsoft.com/office/powerpoint/2019/9/main/command">
                  <pc:docMk/>
                  <pc:sldMk cId="1901006668" sldId="1174"/>
                  <pc2:cmMk id="{AFAABC71-B8B6-4601-A2AD-A5DA4394EFB1}"/>
                  <pc2:cmRplyMk id="{7FB6AAEE-2839-4744-AD5C-C286616E0E01}"/>
                </pc2:cmRplyMkLst>
              </pc226:cmRplyChg>
            </pc226:cmChg>
            <pc226:cmChg xmlns:pc226="http://schemas.microsoft.com/office/powerpoint/2022/06/main/command" chg="">
              <pc226:chgData name="Joseph Ross" userId="f02a7e79df86ceb8" providerId="Windows Live" clId="Web-{98E58682-DE83-4976-BF7D-BB0D81AC34A9}" dt="2023-05-23T02:04:33.499" v="2"/>
              <pc2:cmMkLst xmlns:pc2="http://schemas.microsoft.com/office/powerpoint/2019/9/main/command">
                <pc:docMk/>
                <pc:sldMk cId="1901006668" sldId="1174"/>
                <pc2:cmMk id="{DD455198-7C0F-4F97-8119-01787E33F28E}"/>
              </pc2:cmMkLst>
              <pc226:cmRplyChg chg="add">
                <pc226:chgData name="Joseph Ross" userId="f02a7e79df86ceb8" providerId="Windows Live" clId="Web-{98E58682-DE83-4976-BF7D-BB0D81AC34A9}" dt="2023-05-23T02:04:33.499" v="2"/>
                <pc2:cmRplyMkLst xmlns:pc2="http://schemas.microsoft.com/office/powerpoint/2019/9/main/command">
                  <pc:docMk/>
                  <pc:sldMk cId="1901006668" sldId="1174"/>
                  <pc2:cmMk id="{DD455198-7C0F-4F97-8119-01787E33F28E}"/>
                  <pc2:cmRplyMk id="{678FD71A-A754-4D58-A892-CA558BDF8F82}"/>
                </pc2:cmRplyMkLst>
              </pc226:cmRplyChg>
            </pc226:cmChg>
          </p:ext>
        </pc:extLst>
      </pc:sldChg>
      <pc:sldChg chg="addSp modSp">
        <pc:chgData name="Joseph Ross" userId="f02a7e79df86ceb8" providerId="Windows Live" clId="Web-{98E58682-DE83-4976-BF7D-BB0D81AC34A9}" dt="2023-05-23T03:55:44.954" v="5270" actId="20577"/>
        <pc:sldMkLst>
          <pc:docMk/>
          <pc:sldMk cId="2857505401" sldId="1178"/>
        </pc:sldMkLst>
        <pc:spChg chg="add mod">
          <ac:chgData name="Joseph Ross" userId="f02a7e79df86ceb8" providerId="Windows Live" clId="Web-{98E58682-DE83-4976-BF7D-BB0D81AC34A9}" dt="2023-05-23T03:53:44.999" v="5200" actId="20577"/>
          <ac:spMkLst>
            <pc:docMk/>
            <pc:sldMk cId="2857505401" sldId="1178"/>
            <ac:spMk id="6" creationId="{BA64492D-B30D-521F-7A81-726C0358AF1D}"/>
          </ac:spMkLst>
        </pc:spChg>
        <pc:spChg chg="add mod">
          <ac:chgData name="Joseph Ross" userId="f02a7e79df86ceb8" providerId="Windows Live" clId="Web-{98E58682-DE83-4976-BF7D-BB0D81AC34A9}" dt="2023-05-23T03:55:44.954" v="5270" actId="20577"/>
          <ac:spMkLst>
            <pc:docMk/>
            <pc:sldMk cId="2857505401" sldId="1178"/>
            <ac:spMk id="18" creationId="{4786B089-946E-F7BD-289F-8EBBBD1BA822}"/>
          </ac:spMkLst>
        </pc:spChg>
      </pc:sldChg>
      <pc:sldChg chg="delSp">
        <pc:chgData name="Joseph Ross" userId="f02a7e79df86ceb8" providerId="Windows Live" clId="Web-{98E58682-DE83-4976-BF7D-BB0D81AC34A9}" dt="2023-05-23T02:15:03.715" v="17"/>
        <pc:sldMkLst>
          <pc:docMk/>
          <pc:sldMk cId="2074895071" sldId="1180"/>
        </pc:sldMkLst>
        <pc:spChg chg="del">
          <ac:chgData name="Joseph Ross" userId="f02a7e79df86ceb8" providerId="Windows Live" clId="Web-{98E58682-DE83-4976-BF7D-BB0D81AC34A9}" dt="2023-05-23T02:15:03.715" v="17"/>
          <ac:spMkLst>
            <pc:docMk/>
            <pc:sldMk cId="2074895071" sldId="1180"/>
            <ac:spMk id="2" creationId="{3C624733-9304-AA6C-6203-21A12550C6FF}"/>
          </ac:spMkLst>
        </pc:spChg>
      </pc:sldChg>
      <pc:sldChg chg="addSp delSp modSp">
        <pc:chgData name="Joseph Ross" userId="f02a7e79df86ceb8" providerId="Windows Live" clId="Web-{98E58682-DE83-4976-BF7D-BB0D81AC34A9}" dt="2023-05-23T04:04:54.216" v="5342" actId="20577"/>
        <pc:sldMkLst>
          <pc:docMk/>
          <pc:sldMk cId="2029368940" sldId="1181"/>
        </pc:sldMkLst>
        <pc:spChg chg="add del">
          <ac:chgData name="Joseph Ross" userId="f02a7e79df86ceb8" providerId="Windows Live" clId="Web-{98E58682-DE83-4976-BF7D-BB0D81AC34A9}" dt="2023-05-23T03:54:09.280" v="5202"/>
          <ac:spMkLst>
            <pc:docMk/>
            <pc:sldMk cId="2029368940" sldId="1181"/>
            <ac:spMk id="4" creationId="{1CEBAFB2-343B-E8ED-024C-49547F509493}"/>
          </ac:spMkLst>
        </pc:spChg>
        <pc:spChg chg="add mod">
          <ac:chgData name="Joseph Ross" userId="f02a7e79df86ceb8" providerId="Windows Live" clId="Web-{98E58682-DE83-4976-BF7D-BB0D81AC34A9}" dt="2023-05-23T04:04:54.216" v="5342" actId="20577"/>
          <ac:spMkLst>
            <pc:docMk/>
            <pc:sldMk cId="2029368940" sldId="1181"/>
            <ac:spMk id="6" creationId="{5C71687E-9F17-571B-7689-5EB7A6D7A36F}"/>
          </ac:spMkLst>
        </pc:spChg>
      </pc:sldChg>
      <pc:sldChg chg="addSp modSp">
        <pc:chgData name="Joseph Ross" userId="f02a7e79df86ceb8" providerId="Windows Live" clId="Web-{98E58682-DE83-4976-BF7D-BB0D81AC34A9}" dt="2023-05-23T03:38:16.995" v="5011" actId="20577"/>
        <pc:sldMkLst>
          <pc:docMk/>
          <pc:sldMk cId="1739347647" sldId="1187"/>
        </pc:sldMkLst>
        <pc:spChg chg="add mod">
          <ac:chgData name="Joseph Ross" userId="f02a7e79df86ceb8" providerId="Windows Live" clId="Web-{98E58682-DE83-4976-BF7D-BB0D81AC34A9}" dt="2023-05-23T03:38:16.995" v="5011" actId="20577"/>
          <ac:spMkLst>
            <pc:docMk/>
            <pc:sldMk cId="1739347647" sldId="1187"/>
            <ac:spMk id="5" creationId="{DE79C5E7-98DA-2708-7C56-FECB7980EA86}"/>
          </ac:spMkLst>
        </pc:spChg>
        <pc:spChg chg="mod">
          <ac:chgData name="Joseph Ross" userId="f02a7e79df86ceb8" providerId="Windows Live" clId="Web-{98E58682-DE83-4976-BF7D-BB0D81AC34A9}" dt="2023-05-23T03:38:01.744" v="4999" actId="1076"/>
          <ac:spMkLst>
            <pc:docMk/>
            <pc:sldMk cId="1739347647" sldId="1187"/>
            <ac:spMk id="15" creationId="{9F626458-B6A6-6D7F-C60F-7A3CA797C2BB}"/>
          </ac:spMkLst>
        </pc:spChg>
      </pc:sldChg>
      <pc:sldChg chg="delSp">
        <pc:chgData name="Joseph Ross" userId="f02a7e79df86ceb8" providerId="Windows Live" clId="Web-{98E58682-DE83-4976-BF7D-BB0D81AC34A9}" dt="2023-05-23T01:46:19.397" v="0"/>
        <pc:sldMkLst>
          <pc:docMk/>
          <pc:sldMk cId="2445795124" sldId="1188"/>
        </pc:sldMkLst>
        <pc:spChg chg="del">
          <ac:chgData name="Joseph Ross" userId="f02a7e79df86ceb8" providerId="Windows Live" clId="Web-{98E58682-DE83-4976-BF7D-BB0D81AC34A9}" dt="2023-05-23T01:46:19.397" v="0"/>
          <ac:spMkLst>
            <pc:docMk/>
            <pc:sldMk cId="2445795124" sldId="1188"/>
            <ac:spMk id="2" creationId="{3C624733-9304-AA6C-6203-21A12550C6FF}"/>
          </ac:spMkLst>
        </pc:spChg>
      </pc:sldChg>
      <pc:sldChg chg="addSp delSp modSp">
        <pc:chgData name="Joseph Ross" userId="f02a7e79df86ceb8" providerId="Windows Live" clId="Web-{98E58682-DE83-4976-BF7D-BB0D81AC34A9}" dt="2023-05-23T04:06:51.937" v="5379"/>
        <pc:sldMkLst>
          <pc:docMk/>
          <pc:sldMk cId="1734238477" sldId="1189"/>
        </pc:sldMkLst>
        <pc:spChg chg="add mod">
          <ac:chgData name="Joseph Ross" userId="f02a7e79df86ceb8" providerId="Windows Live" clId="Web-{98E58682-DE83-4976-BF7D-BB0D81AC34A9}" dt="2023-05-23T04:06:43.453" v="5377" actId="14100"/>
          <ac:spMkLst>
            <pc:docMk/>
            <pc:sldMk cId="1734238477" sldId="1189"/>
            <ac:spMk id="4" creationId="{FD9E5F94-6F31-649F-58FA-F41A22C1AA9F}"/>
          </ac:spMkLst>
        </pc:spChg>
        <pc:spChg chg="add del mod">
          <ac:chgData name="Joseph Ross" userId="f02a7e79df86ceb8" providerId="Windows Live" clId="Web-{98E58682-DE83-4976-BF7D-BB0D81AC34A9}" dt="2023-05-23T04:06:51.937" v="5379"/>
          <ac:spMkLst>
            <pc:docMk/>
            <pc:sldMk cId="1734238477" sldId="1189"/>
            <ac:spMk id="7" creationId="{4B41B51E-58CF-2880-DB61-97D2BB66A6A8}"/>
          </ac:spMkLst>
        </pc:sp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file:///\\Users\harleywijeyaratne\Downloads\UBS-shareprice%20v2.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Users\harleywijeyaratne\Downloads\Capvest%20offer%20anaylsis%20chart.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1" Type="http://schemas.openxmlformats.org/officeDocument/2006/relationships/oleObject" Target="file:///C:\Users\jason\Downloads\chart.xlsx" TargetMode="External"/></Relationships>
</file>

<file path=ppt/charts/_rels/chart4.xml.rels><?xml version="1.0" encoding="UTF-8" standalone="yes"?>
<Relationships xmlns="http://schemas.openxmlformats.org/package/2006/relationships"><Relationship Id="rId3" Type="http://schemas.openxmlformats.org/officeDocument/2006/relationships/oleObject" Target="https://d.docs.live.net/f02a7e79df86ceb8/UBS%20IB%20Challenge/1.%20Valuation/1.%20DCF/2023%20UBS%20IB%20Challenge%20%20FM%20v11.xlsx" TargetMode="External"/><Relationship Id="rId2" Type="http://schemas.microsoft.com/office/2011/relationships/chartColorStyle" Target="colors3.xml"/><Relationship Id="rId1" Type="http://schemas.microsoft.com/office/2011/relationships/chartStyle" Target="style3.xml"/></Relationships>
</file>

<file path=ppt/charts/_rels/chart5.xml.rels><?xml version="1.0" encoding="UTF-8" standalone="yes"?>
<Relationships xmlns="http://schemas.openxmlformats.org/package/2006/relationships"><Relationship Id="rId1" Type="http://schemas.openxmlformats.org/officeDocument/2006/relationships/oleObject" Target="Book1" TargetMode="External"/></Relationships>
</file>

<file path=ppt/charts/_rels/chart6.xml.rels><?xml version="1.0" encoding="UTF-8" standalone="yes"?>
<Relationships xmlns="http://schemas.openxmlformats.org/package/2006/relationships"><Relationship Id="rId1" Type="http://schemas.openxmlformats.org/officeDocument/2006/relationships/oleObject" Target="file:///C:\Users\jason\Downloads\chart.xlsx" TargetMode="External"/></Relationships>
</file>

<file path=ppt/charts/_rels/chart7.xml.rels><?xml version="1.0" encoding="UTF-8" standalone="yes"?>
<Relationships xmlns="http://schemas.openxmlformats.org/package/2006/relationships"><Relationship Id="rId1" Type="http://schemas.openxmlformats.org/officeDocument/2006/relationships/oleObject" Target="file:///C:\Users\jason\Downloads\chart.xlsx" TargetMode="External"/></Relationships>
</file>

<file path=ppt/charts/_rels/chart8.xml.rels><?xml version="1.0" encoding="UTF-8" standalone="yes"?>
<Relationships xmlns="http://schemas.openxmlformats.org/package/2006/relationships"><Relationship Id="rId1" Type="http://schemas.openxmlformats.org/officeDocument/2006/relationships/oleObject" Target="file:///C:\Users\jason\Downloads\chart.xlsx" TargetMode="External"/></Relationships>
</file>

<file path=ppt/charts/_rels/chart9.xml.rels><?xml version="1.0" encoding="UTF-8" standalone="yes"?>
<Relationships xmlns="http://schemas.openxmlformats.org/package/2006/relationships"><Relationship Id="rId1" Type="http://schemas.openxmlformats.org/officeDocument/2006/relationships/oleObject" Target="file:///\\Users\harleywijeyaratne\Downloads\Virtus%20Price%20Chart.xls" TargetMode="External"/></Relationships>
</file>

<file path=ppt/charts/_rels/chartEx1.xml.rels><?xml version="1.0" encoding="UTF-8" standalone="yes"?>
<Relationships xmlns="http://schemas.openxmlformats.org/package/2006/relationships"><Relationship Id="rId3" Type="http://schemas.microsoft.com/office/2011/relationships/chartColorStyle" Target="colors4.xml"/><Relationship Id="rId2" Type="http://schemas.microsoft.com/office/2011/relationships/chartStyle" Target="style4.xml"/><Relationship Id="rId1" Type="http://schemas.openxmlformats.org/officeDocument/2006/relationships/oleObject" Target="file:///\\Users\harleywijeyaratne\Downloads\2023%20UBS%20IB%20Challenge%20%20FM%20v11.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6195638696823679E-2"/>
          <c:y val="5.9885090927172958E-2"/>
          <c:w val="0.9312051114733958"/>
          <c:h val="0.80432150020511828"/>
        </c:manualLayout>
      </c:layout>
      <c:barChart>
        <c:barDir val="col"/>
        <c:grouping val="clustered"/>
        <c:varyColors val="0"/>
        <c:ser>
          <c:idx val="3"/>
          <c:order val="1"/>
          <c:tx>
            <c:strRef>
              <c:f>'Main deck chart'!$F$3</c:f>
              <c:strCache>
                <c:ptCount val="1"/>
                <c:pt idx="0">
                  <c:v>Volume</c:v>
                </c:pt>
              </c:strCache>
            </c:strRef>
          </c:tx>
          <c:spPr>
            <a:solidFill>
              <a:schemeClr val="accent1">
                <a:lumMod val="20000"/>
                <a:lumOff val="80000"/>
              </a:schemeClr>
            </a:solidFill>
            <a:ln>
              <a:noFill/>
            </a:ln>
            <a:effectLst/>
          </c:spPr>
          <c:invertIfNegative val="0"/>
          <c:cat>
            <c:numRef>
              <c:f>'Main deck chart'!$C$4:$C$950</c:f>
              <c:numCache>
                <c:formatCode>d\-mmm\-yy</c:formatCode>
                <c:ptCount val="947"/>
                <c:pt idx="0">
                  <c:v>44634</c:v>
                </c:pt>
                <c:pt idx="1">
                  <c:v>44631</c:v>
                </c:pt>
                <c:pt idx="2">
                  <c:v>44630</c:v>
                </c:pt>
                <c:pt idx="3">
                  <c:v>44629</c:v>
                </c:pt>
                <c:pt idx="4">
                  <c:v>44628</c:v>
                </c:pt>
                <c:pt idx="5">
                  <c:v>44627</c:v>
                </c:pt>
                <c:pt idx="6">
                  <c:v>44624</c:v>
                </c:pt>
                <c:pt idx="7">
                  <c:v>44623</c:v>
                </c:pt>
                <c:pt idx="8">
                  <c:v>44622</c:v>
                </c:pt>
                <c:pt idx="9">
                  <c:v>44621</c:v>
                </c:pt>
                <c:pt idx="10">
                  <c:v>44620</c:v>
                </c:pt>
                <c:pt idx="11">
                  <c:v>44617</c:v>
                </c:pt>
                <c:pt idx="12">
                  <c:v>44616</c:v>
                </c:pt>
                <c:pt idx="13">
                  <c:v>44615</c:v>
                </c:pt>
                <c:pt idx="14">
                  <c:v>44614</c:v>
                </c:pt>
                <c:pt idx="15">
                  <c:v>44613</c:v>
                </c:pt>
                <c:pt idx="16">
                  <c:v>44610</c:v>
                </c:pt>
                <c:pt idx="17">
                  <c:v>44609</c:v>
                </c:pt>
                <c:pt idx="18">
                  <c:v>44608</c:v>
                </c:pt>
                <c:pt idx="19">
                  <c:v>44607</c:v>
                </c:pt>
                <c:pt idx="20">
                  <c:v>44606</c:v>
                </c:pt>
                <c:pt idx="21">
                  <c:v>44603</c:v>
                </c:pt>
                <c:pt idx="22">
                  <c:v>44602</c:v>
                </c:pt>
                <c:pt idx="23">
                  <c:v>44601</c:v>
                </c:pt>
                <c:pt idx="24">
                  <c:v>44600</c:v>
                </c:pt>
                <c:pt idx="25">
                  <c:v>44599</c:v>
                </c:pt>
                <c:pt idx="26">
                  <c:v>44596</c:v>
                </c:pt>
                <c:pt idx="27">
                  <c:v>44595</c:v>
                </c:pt>
                <c:pt idx="28">
                  <c:v>44594</c:v>
                </c:pt>
                <c:pt idx="29">
                  <c:v>44593</c:v>
                </c:pt>
                <c:pt idx="30">
                  <c:v>44592</c:v>
                </c:pt>
                <c:pt idx="31">
                  <c:v>44589</c:v>
                </c:pt>
                <c:pt idx="32">
                  <c:v>44588</c:v>
                </c:pt>
                <c:pt idx="33">
                  <c:v>44586</c:v>
                </c:pt>
                <c:pt idx="34">
                  <c:v>44585</c:v>
                </c:pt>
                <c:pt idx="35">
                  <c:v>44582</c:v>
                </c:pt>
                <c:pt idx="36">
                  <c:v>44581</c:v>
                </c:pt>
                <c:pt idx="37">
                  <c:v>44580</c:v>
                </c:pt>
                <c:pt idx="38">
                  <c:v>44579</c:v>
                </c:pt>
                <c:pt idx="39">
                  <c:v>44578</c:v>
                </c:pt>
                <c:pt idx="40">
                  <c:v>44575</c:v>
                </c:pt>
                <c:pt idx="41">
                  <c:v>44574</c:v>
                </c:pt>
                <c:pt idx="42">
                  <c:v>44573</c:v>
                </c:pt>
                <c:pt idx="43">
                  <c:v>44572</c:v>
                </c:pt>
                <c:pt idx="44">
                  <c:v>44571</c:v>
                </c:pt>
                <c:pt idx="45">
                  <c:v>44568</c:v>
                </c:pt>
                <c:pt idx="46">
                  <c:v>44567</c:v>
                </c:pt>
                <c:pt idx="47">
                  <c:v>44566</c:v>
                </c:pt>
                <c:pt idx="48">
                  <c:v>44565</c:v>
                </c:pt>
                <c:pt idx="49">
                  <c:v>44561</c:v>
                </c:pt>
                <c:pt idx="50">
                  <c:v>44560</c:v>
                </c:pt>
                <c:pt idx="51">
                  <c:v>44559</c:v>
                </c:pt>
                <c:pt idx="52">
                  <c:v>44554</c:v>
                </c:pt>
                <c:pt idx="53">
                  <c:v>44553</c:v>
                </c:pt>
                <c:pt idx="54">
                  <c:v>44552</c:v>
                </c:pt>
                <c:pt idx="55">
                  <c:v>44551</c:v>
                </c:pt>
                <c:pt idx="56">
                  <c:v>44550</c:v>
                </c:pt>
                <c:pt idx="57">
                  <c:v>44547</c:v>
                </c:pt>
                <c:pt idx="58">
                  <c:v>44546</c:v>
                </c:pt>
                <c:pt idx="59">
                  <c:v>44545</c:v>
                </c:pt>
                <c:pt idx="60">
                  <c:v>44544</c:v>
                </c:pt>
                <c:pt idx="61">
                  <c:v>44543</c:v>
                </c:pt>
                <c:pt idx="62">
                  <c:v>44540</c:v>
                </c:pt>
                <c:pt idx="63">
                  <c:v>44539</c:v>
                </c:pt>
                <c:pt idx="64">
                  <c:v>44538</c:v>
                </c:pt>
                <c:pt idx="65">
                  <c:v>44537</c:v>
                </c:pt>
                <c:pt idx="66">
                  <c:v>44536</c:v>
                </c:pt>
                <c:pt idx="67">
                  <c:v>44533</c:v>
                </c:pt>
                <c:pt idx="68">
                  <c:v>44532</c:v>
                </c:pt>
                <c:pt idx="69">
                  <c:v>44531</c:v>
                </c:pt>
                <c:pt idx="70">
                  <c:v>44530</c:v>
                </c:pt>
                <c:pt idx="71">
                  <c:v>44529</c:v>
                </c:pt>
                <c:pt idx="72">
                  <c:v>44526</c:v>
                </c:pt>
                <c:pt idx="73">
                  <c:v>44525</c:v>
                </c:pt>
                <c:pt idx="74">
                  <c:v>44524</c:v>
                </c:pt>
                <c:pt idx="75">
                  <c:v>44523</c:v>
                </c:pt>
                <c:pt idx="76">
                  <c:v>44522</c:v>
                </c:pt>
                <c:pt idx="77">
                  <c:v>44519</c:v>
                </c:pt>
                <c:pt idx="78">
                  <c:v>44518</c:v>
                </c:pt>
                <c:pt idx="79">
                  <c:v>44517</c:v>
                </c:pt>
                <c:pt idx="80">
                  <c:v>44516</c:v>
                </c:pt>
                <c:pt idx="81">
                  <c:v>44515</c:v>
                </c:pt>
                <c:pt idx="82">
                  <c:v>44512</c:v>
                </c:pt>
                <c:pt idx="83">
                  <c:v>44511</c:v>
                </c:pt>
                <c:pt idx="84">
                  <c:v>44510</c:v>
                </c:pt>
                <c:pt idx="85">
                  <c:v>44509</c:v>
                </c:pt>
                <c:pt idx="86">
                  <c:v>44508</c:v>
                </c:pt>
                <c:pt idx="87">
                  <c:v>44505</c:v>
                </c:pt>
                <c:pt idx="88">
                  <c:v>44504</c:v>
                </c:pt>
                <c:pt idx="89">
                  <c:v>44503</c:v>
                </c:pt>
                <c:pt idx="90">
                  <c:v>44502</c:v>
                </c:pt>
                <c:pt idx="91">
                  <c:v>44501</c:v>
                </c:pt>
                <c:pt idx="92">
                  <c:v>44498</c:v>
                </c:pt>
                <c:pt idx="93">
                  <c:v>44497</c:v>
                </c:pt>
                <c:pt idx="94">
                  <c:v>44496</c:v>
                </c:pt>
                <c:pt idx="95">
                  <c:v>44495</c:v>
                </c:pt>
                <c:pt idx="96">
                  <c:v>44494</c:v>
                </c:pt>
                <c:pt idx="97">
                  <c:v>44491</c:v>
                </c:pt>
                <c:pt idx="98">
                  <c:v>44490</c:v>
                </c:pt>
                <c:pt idx="99">
                  <c:v>44489</c:v>
                </c:pt>
                <c:pt idx="100">
                  <c:v>44488</c:v>
                </c:pt>
                <c:pt idx="101">
                  <c:v>44487</c:v>
                </c:pt>
                <c:pt idx="102">
                  <c:v>44484</c:v>
                </c:pt>
                <c:pt idx="103">
                  <c:v>44483</c:v>
                </c:pt>
                <c:pt idx="104">
                  <c:v>44482</c:v>
                </c:pt>
                <c:pt idx="105">
                  <c:v>44481</c:v>
                </c:pt>
                <c:pt idx="106">
                  <c:v>44480</c:v>
                </c:pt>
                <c:pt idx="107">
                  <c:v>44477</c:v>
                </c:pt>
                <c:pt idx="108">
                  <c:v>44476</c:v>
                </c:pt>
                <c:pt idx="109">
                  <c:v>44475</c:v>
                </c:pt>
                <c:pt idx="110">
                  <c:v>44474</c:v>
                </c:pt>
                <c:pt idx="111">
                  <c:v>44473</c:v>
                </c:pt>
                <c:pt idx="112">
                  <c:v>44470</c:v>
                </c:pt>
                <c:pt idx="113">
                  <c:v>44469</c:v>
                </c:pt>
                <c:pt idx="114">
                  <c:v>44468</c:v>
                </c:pt>
                <c:pt idx="115">
                  <c:v>44467</c:v>
                </c:pt>
                <c:pt idx="116">
                  <c:v>44466</c:v>
                </c:pt>
                <c:pt idx="117">
                  <c:v>44463</c:v>
                </c:pt>
                <c:pt idx="118">
                  <c:v>44462</c:v>
                </c:pt>
                <c:pt idx="119">
                  <c:v>44461</c:v>
                </c:pt>
                <c:pt idx="120">
                  <c:v>44460</c:v>
                </c:pt>
                <c:pt idx="121">
                  <c:v>44459</c:v>
                </c:pt>
                <c:pt idx="122">
                  <c:v>44456</c:v>
                </c:pt>
                <c:pt idx="123">
                  <c:v>44455</c:v>
                </c:pt>
                <c:pt idx="124">
                  <c:v>44454</c:v>
                </c:pt>
                <c:pt idx="125">
                  <c:v>44453</c:v>
                </c:pt>
                <c:pt idx="126">
                  <c:v>44452</c:v>
                </c:pt>
                <c:pt idx="127">
                  <c:v>44449</c:v>
                </c:pt>
                <c:pt idx="128">
                  <c:v>44448</c:v>
                </c:pt>
                <c:pt idx="129">
                  <c:v>44447</c:v>
                </c:pt>
                <c:pt idx="130">
                  <c:v>44446</c:v>
                </c:pt>
                <c:pt idx="131">
                  <c:v>44445</c:v>
                </c:pt>
                <c:pt idx="132">
                  <c:v>44442</c:v>
                </c:pt>
                <c:pt idx="133">
                  <c:v>44441</c:v>
                </c:pt>
                <c:pt idx="134">
                  <c:v>44440</c:v>
                </c:pt>
                <c:pt idx="135">
                  <c:v>44439</c:v>
                </c:pt>
                <c:pt idx="136">
                  <c:v>44438</c:v>
                </c:pt>
                <c:pt idx="137">
                  <c:v>44435</c:v>
                </c:pt>
                <c:pt idx="138">
                  <c:v>44434</c:v>
                </c:pt>
                <c:pt idx="139">
                  <c:v>44433</c:v>
                </c:pt>
                <c:pt idx="140">
                  <c:v>44432</c:v>
                </c:pt>
                <c:pt idx="141">
                  <c:v>44431</c:v>
                </c:pt>
                <c:pt idx="142">
                  <c:v>44428</c:v>
                </c:pt>
                <c:pt idx="143">
                  <c:v>44427</c:v>
                </c:pt>
                <c:pt idx="144">
                  <c:v>44426</c:v>
                </c:pt>
                <c:pt idx="145">
                  <c:v>44425</c:v>
                </c:pt>
                <c:pt idx="146">
                  <c:v>44424</c:v>
                </c:pt>
                <c:pt idx="147">
                  <c:v>44421</c:v>
                </c:pt>
                <c:pt idx="148">
                  <c:v>44420</c:v>
                </c:pt>
                <c:pt idx="149">
                  <c:v>44419</c:v>
                </c:pt>
                <c:pt idx="150">
                  <c:v>44418</c:v>
                </c:pt>
                <c:pt idx="151">
                  <c:v>44417</c:v>
                </c:pt>
                <c:pt idx="152">
                  <c:v>44414</c:v>
                </c:pt>
                <c:pt idx="153">
                  <c:v>44413</c:v>
                </c:pt>
                <c:pt idx="154">
                  <c:v>44412</c:v>
                </c:pt>
                <c:pt idx="155">
                  <c:v>44411</c:v>
                </c:pt>
                <c:pt idx="156">
                  <c:v>44410</c:v>
                </c:pt>
                <c:pt idx="157">
                  <c:v>44407</c:v>
                </c:pt>
                <c:pt idx="158">
                  <c:v>44406</c:v>
                </c:pt>
                <c:pt idx="159">
                  <c:v>44405</c:v>
                </c:pt>
                <c:pt idx="160">
                  <c:v>44404</c:v>
                </c:pt>
                <c:pt idx="161">
                  <c:v>44403</c:v>
                </c:pt>
                <c:pt idx="162">
                  <c:v>44400</c:v>
                </c:pt>
                <c:pt idx="163">
                  <c:v>44399</c:v>
                </c:pt>
                <c:pt idx="164">
                  <c:v>44398</c:v>
                </c:pt>
                <c:pt idx="165">
                  <c:v>44397</c:v>
                </c:pt>
                <c:pt idx="166">
                  <c:v>44396</c:v>
                </c:pt>
                <c:pt idx="167">
                  <c:v>44393</c:v>
                </c:pt>
                <c:pt idx="168">
                  <c:v>44392</c:v>
                </c:pt>
                <c:pt idx="169">
                  <c:v>44391</c:v>
                </c:pt>
                <c:pt idx="170">
                  <c:v>44390</c:v>
                </c:pt>
                <c:pt idx="171">
                  <c:v>44389</c:v>
                </c:pt>
                <c:pt idx="172">
                  <c:v>44386</c:v>
                </c:pt>
                <c:pt idx="173">
                  <c:v>44385</c:v>
                </c:pt>
                <c:pt idx="174">
                  <c:v>44384</c:v>
                </c:pt>
                <c:pt idx="175">
                  <c:v>44383</c:v>
                </c:pt>
                <c:pt idx="176">
                  <c:v>44382</c:v>
                </c:pt>
                <c:pt idx="177">
                  <c:v>44379</c:v>
                </c:pt>
                <c:pt idx="178">
                  <c:v>44378</c:v>
                </c:pt>
                <c:pt idx="179">
                  <c:v>44377</c:v>
                </c:pt>
                <c:pt idx="180">
                  <c:v>44376</c:v>
                </c:pt>
                <c:pt idx="181">
                  <c:v>44375</c:v>
                </c:pt>
                <c:pt idx="182">
                  <c:v>44372</c:v>
                </c:pt>
                <c:pt idx="183">
                  <c:v>44371</c:v>
                </c:pt>
                <c:pt idx="184">
                  <c:v>44370</c:v>
                </c:pt>
                <c:pt idx="185">
                  <c:v>44369</c:v>
                </c:pt>
                <c:pt idx="186">
                  <c:v>44368</c:v>
                </c:pt>
                <c:pt idx="187">
                  <c:v>44365</c:v>
                </c:pt>
                <c:pt idx="188">
                  <c:v>44364</c:v>
                </c:pt>
                <c:pt idx="189">
                  <c:v>44363</c:v>
                </c:pt>
                <c:pt idx="190">
                  <c:v>44362</c:v>
                </c:pt>
                <c:pt idx="191">
                  <c:v>44361</c:v>
                </c:pt>
                <c:pt idx="192">
                  <c:v>44358</c:v>
                </c:pt>
                <c:pt idx="193">
                  <c:v>44357</c:v>
                </c:pt>
                <c:pt idx="194">
                  <c:v>44356</c:v>
                </c:pt>
                <c:pt idx="195">
                  <c:v>44355</c:v>
                </c:pt>
                <c:pt idx="196">
                  <c:v>44354</c:v>
                </c:pt>
                <c:pt idx="197">
                  <c:v>44351</c:v>
                </c:pt>
                <c:pt idx="198">
                  <c:v>44350</c:v>
                </c:pt>
                <c:pt idx="199">
                  <c:v>44349</c:v>
                </c:pt>
                <c:pt idx="200">
                  <c:v>44348</c:v>
                </c:pt>
                <c:pt idx="201">
                  <c:v>44347</c:v>
                </c:pt>
                <c:pt idx="202">
                  <c:v>44344</c:v>
                </c:pt>
                <c:pt idx="203">
                  <c:v>44343</c:v>
                </c:pt>
                <c:pt idx="204">
                  <c:v>44342</c:v>
                </c:pt>
                <c:pt idx="205">
                  <c:v>44341</c:v>
                </c:pt>
                <c:pt idx="206">
                  <c:v>44340</c:v>
                </c:pt>
                <c:pt idx="207">
                  <c:v>44337</c:v>
                </c:pt>
                <c:pt idx="208">
                  <c:v>44336</c:v>
                </c:pt>
                <c:pt idx="209">
                  <c:v>44335</c:v>
                </c:pt>
                <c:pt idx="210">
                  <c:v>44334</c:v>
                </c:pt>
                <c:pt idx="211">
                  <c:v>44333</c:v>
                </c:pt>
                <c:pt idx="212">
                  <c:v>44330</c:v>
                </c:pt>
                <c:pt idx="213">
                  <c:v>44329</c:v>
                </c:pt>
                <c:pt idx="214">
                  <c:v>44328</c:v>
                </c:pt>
                <c:pt idx="215">
                  <c:v>44327</c:v>
                </c:pt>
                <c:pt idx="216">
                  <c:v>44326</c:v>
                </c:pt>
                <c:pt idx="217">
                  <c:v>44323</c:v>
                </c:pt>
                <c:pt idx="218">
                  <c:v>44322</c:v>
                </c:pt>
                <c:pt idx="219">
                  <c:v>44321</c:v>
                </c:pt>
                <c:pt idx="220">
                  <c:v>44320</c:v>
                </c:pt>
                <c:pt idx="221">
                  <c:v>44319</c:v>
                </c:pt>
                <c:pt idx="222">
                  <c:v>44316</c:v>
                </c:pt>
                <c:pt idx="223">
                  <c:v>44315</c:v>
                </c:pt>
                <c:pt idx="224">
                  <c:v>44314</c:v>
                </c:pt>
                <c:pt idx="225">
                  <c:v>44313</c:v>
                </c:pt>
                <c:pt idx="226">
                  <c:v>44312</c:v>
                </c:pt>
                <c:pt idx="227">
                  <c:v>44309</c:v>
                </c:pt>
                <c:pt idx="228">
                  <c:v>44308</c:v>
                </c:pt>
                <c:pt idx="229">
                  <c:v>44307</c:v>
                </c:pt>
                <c:pt idx="230">
                  <c:v>44306</c:v>
                </c:pt>
                <c:pt idx="231">
                  <c:v>44305</c:v>
                </c:pt>
                <c:pt idx="232">
                  <c:v>44302</c:v>
                </c:pt>
                <c:pt idx="233">
                  <c:v>44301</c:v>
                </c:pt>
                <c:pt idx="234">
                  <c:v>44300</c:v>
                </c:pt>
                <c:pt idx="235">
                  <c:v>44299</c:v>
                </c:pt>
                <c:pt idx="236">
                  <c:v>44298</c:v>
                </c:pt>
                <c:pt idx="237">
                  <c:v>44295</c:v>
                </c:pt>
                <c:pt idx="238">
                  <c:v>44294</c:v>
                </c:pt>
                <c:pt idx="239">
                  <c:v>44293</c:v>
                </c:pt>
                <c:pt idx="240">
                  <c:v>44292</c:v>
                </c:pt>
                <c:pt idx="241">
                  <c:v>44287</c:v>
                </c:pt>
                <c:pt idx="242">
                  <c:v>44286</c:v>
                </c:pt>
                <c:pt idx="243">
                  <c:v>44285</c:v>
                </c:pt>
                <c:pt idx="244">
                  <c:v>44284</c:v>
                </c:pt>
                <c:pt idx="245">
                  <c:v>44281</c:v>
                </c:pt>
                <c:pt idx="246">
                  <c:v>44280</c:v>
                </c:pt>
                <c:pt idx="247">
                  <c:v>44279</c:v>
                </c:pt>
                <c:pt idx="248">
                  <c:v>44278</c:v>
                </c:pt>
                <c:pt idx="249">
                  <c:v>44277</c:v>
                </c:pt>
                <c:pt idx="250">
                  <c:v>44274</c:v>
                </c:pt>
                <c:pt idx="251">
                  <c:v>44273</c:v>
                </c:pt>
                <c:pt idx="252">
                  <c:v>44272</c:v>
                </c:pt>
                <c:pt idx="253">
                  <c:v>44271</c:v>
                </c:pt>
                <c:pt idx="254">
                  <c:v>44270</c:v>
                </c:pt>
                <c:pt idx="255">
                  <c:v>44267</c:v>
                </c:pt>
                <c:pt idx="256">
                  <c:v>44266</c:v>
                </c:pt>
                <c:pt idx="257">
                  <c:v>44265</c:v>
                </c:pt>
                <c:pt idx="258">
                  <c:v>44264</c:v>
                </c:pt>
                <c:pt idx="259">
                  <c:v>44263</c:v>
                </c:pt>
                <c:pt idx="260">
                  <c:v>44260</c:v>
                </c:pt>
                <c:pt idx="261">
                  <c:v>44259</c:v>
                </c:pt>
                <c:pt idx="262">
                  <c:v>44258</c:v>
                </c:pt>
                <c:pt idx="263">
                  <c:v>44257</c:v>
                </c:pt>
                <c:pt idx="264">
                  <c:v>44256</c:v>
                </c:pt>
                <c:pt idx="265">
                  <c:v>44253</c:v>
                </c:pt>
                <c:pt idx="266">
                  <c:v>44252</c:v>
                </c:pt>
                <c:pt idx="267">
                  <c:v>44251</c:v>
                </c:pt>
                <c:pt idx="268">
                  <c:v>44250</c:v>
                </c:pt>
                <c:pt idx="269">
                  <c:v>44249</c:v>
                </c:pt>
                <c:pt idx="270">
                  <c:v>44246</c:v>
                </c:pt>
                <c:pt idx="271">
                  <c:v>44245</c:v>
                </c:pt>
                <c:pt idx="272">
                  <c:v>44244</c:v>
                </c:pt>
                <c:pt idx="273">
                  <c:v>44243</c:v>
                </c:pt>
                <c:pt idx="274">
                  <c:v>44242</c:v>
                </c:pt>
                <c:pt idx="275">
                  <c:v>44239</c:v>
                </c:pt>
                <c:pt idx="276">
                  <c:v>44238</c:v>
                </c:pt>
                <c:pt idx="277">
                  <c:v>44237</c:v>
                </c:pt>
                <c:pt idx="278">
                  <c:v>44236</c:v>
                </c:pt>
                <c:pt idx="279">
                  <c:v>44235</c:v>
                </c:pt>
                <c:pt idx="280">
                  <c:v>44232</c:v>
                </c:pt>
                <c:pt idx="281">
                  <c:v>44231</c:v>
                </c:pt>
                <c:pt idx="282">
                  <c:v>44230</c:v>
                </c:pt>
                <c:pt idx="283">
                  <c:v>44229</c:v>
                </c:pt>
                <c:pt idx="284">
                  <c:v>44228</c:v>
                </c:pt>
                <c:pt idx="285">
                  <c:v>44225</c:v>
                </c:pt>
                <c:pt idx="286">
                  <c:v>44224</c:v>
                </c:pt>
                <c:pt idx="287">
                  <c:v>44223</c:v>
                </c:pt>
                <c:pt idx="288">
                  <c:v>44221</c:v>
                </c:pt>
                <c:pt idx="289">
                  <c:v>44218</c:v>
                </c:pt>
                <c:pt idx="290">
                  <c:v>44217</c:v>
                </c:pt>
                <c:pt idx="291">
                  <c:v>44216</c:v>
                </c:pt>
                <c:pt idx="292">
                  <c:v>44215</c:v>
                </c:pt>
                <c:pt idx="293">
                  <c:v>44214</c:v>
                </c:pt>
                <c:pt idx="294">
                  <c:v>44211</c:v>
                </c:pt>
                <c:pt idx="295">
                  <c:v>44210</c:v>
                </c:pt>
                <c:pt idx="296">
                  <c:v>44209</c:v>
                </c:pt>
                <c:pt idx="297">
                  <c:v>44208</c:v>
                </c:pt>
                <c:pt idx="298">
                  <c:v>44207</c:v>
                </c:pt>
                <c:pt idx="299">
                  <c:v>44204</c:v>
                </c:pt>
                <c:pt idx="300">
                  <c:v>44203</c:v>
                </c:pt>
                <c:pt idx="301">
                  <c:v>44202</c:v>
                </c:pt>
                <c:pt idx="302">
                  <c:v>44201</c:v>
                </c:pt>
                <c:pt idx="303">
                  <c:v>44200</c:v>
                </c:pt>
                <c:pt idx="304">
                  <c:v>44196</c:v>
                </c:pt>
                <c:pt idx="305">
                  <c:v>44195</c:v>
                </c:pt>
                <c:pt idx="306">
                  <c:v>44194</c:v>
                </c:pt>
                <c:pt idx="307">
                  <c:v>44189</c:v>
                </c:pt>
                <c:pt idx="308">
                  <c:v>44188</c:v>
                </c:pt>
                <c:pt idx="309">
                  <c:v>44187</c:v>
                </c:pt>
                <c:pt idx="310">
                  <c:v>44186</c:v>
                </c:pt>
                <c:pt idx="311">
                  <c:v>44183</c:v>
                </c:pt>
                <c:pt idx="312">
                  <c:v>44182</c:v>
                </c:pt>
                <c:pt idx="313">
                  <c:v>44181</c:v>
                </c:pt>
                <c:pt idx="314">
                  <c:v>44180</c:v>
                </c:pt>
                <c:pt idx="315">
                  <c:v>44179</c:v>
                </c:pt>
                <c:pt idx="316">
                  <c:v>44176</c:v>
                </c:pt>
                <c:pt idx="317">
                  <c:v>44175</c:v>
                </c:pt>
                <c:pt idx="318">
                  <c:v>44174</c:v>
                </c:pt>
                <c:pt idx="319">
                  <c:v>44173</c:v>
                </c:pt>
                <c:pt idx="320">
                  <c:v>44172</c:v>
                </c:pt>
                <c:pt idx="321">
                  <c:v>44169</c:v>
                </c:pt>
                <c:pt idx="322">
                  <c:v>44168</c:v>
                </c:pt>
                <c:pt idx="323">
                  <c:v>44167</c:v>
                </c:pt>
                <c:pt idx="324">
                  <c:v>44166</c:v>
                </c:pt>
                <c:pt idx="325">
                  <c:v>44165</c:v>
                </c:pt>
                <c:pt idx="326">
                  <c:v>44162</c:v>
                </c:pt>
                <c:pt idx="327">
                  <c:v>44161</c:v>
                </c:pt>
                <c:pt idx="328">
                  <c:v>44160</c:v>
                </c:pt>
                <c:pt idx="329">
                  <c:v>44159</c:v>
                </c:pt>
                <c:pt idx="330">
                  <c:v>44158</c:v>
                </c:pt>
                <c:pt idx="331">
                  <c:v>44155</c:v>
                </c:pt>
                <c:pt idx="332">
                  <c:v>44154</c:v>
                </c:pt>
                <c:pt idx="333">
                  <c:v>44153</c:v>
                </c:pt>
                <c:pt idx="334">
                  <c:v>44152</c:v>
                </c:pt>
                <c:pt idx="335">
                  <c:v>44151</c:v>
                </c:pt>
                <c:pt idx="336">
                  <c:v>44148</c:v>
                </c:pt>
                <c:pt idx="337">
                  <c:v>44147</c:v>
                </c:pt>
                <c:pt idx="338">
                  <c:v>44146</c:v>
                </c:pt>
                <c:pt idx="339">
                  <c:v>44145</c:v>
                </c:pt>
                <c:pt idx="340">
                  <c:v>44144</c:v>
                </c:pt>
                <c:pt idx="341">
                  <c:v>44141</c:v>
                </c:pt>
                <c:pt idx="342">
                  <c:v>44140</c:v>
                </c:pt>
                <c:pt idx="343">
                  <c:v>44139</c:v>
                </c:pt>
                <c:pt idx="344">
                  <c:v>44138</c:v>
                </c:pt>
                <c:pt idx="345">
                  <c:v>44137</c:v>
                </c:pt>
                <c:pt idx="346">
                  <c:v>44134</c:v>
                </c:pt>
                <c:pt idx="347">
                  <c:v>44133</c:v>
                </c:pt>
                <c:pt idx="348">
                  <c:v>44132</c:v>
                </c:pt>
                <c:pt idx="349">
                  <c:v>44131</c:v>
                </c:pt>
                <c:pt idx="350">
                  <c:v>44130</c:v>
                </c:pt>
                <c:pt idx="351">
                  <c:v>44127</c:v>
                </c:pt>
                <c:pt idx="352">
                  <c:v>44126</c:v>
                </c:pt>
                <c:pt idx="353">
                  <c:v>44125</c:v>
                </c:pt>
                <c:pt idx="354">
                  <c:v>44124</c:v>
                </c:pt>
                <c:pt idx="355">
                  <c:v>44123</c:v>
                </c:pt>
                <c:pt idx="356">
                  <c:v>44120</c:v>
                </c:pt>
                <c:pt idx="357">
                  <c:v>44119</c:v>
                </c:pt>
                <c:pt idx="358">
                  <c:v>44118</c:v>
                </c:pt>
                <c:pt idx="359">
                  <c:v>44117</c:v>
                </c:pt>
                <c:pt idx="360">
                  <c:v>44116</c:v>
                </c:pt>
                <c:pt idx="361">
                  <c:v>44113</c:v>
                </c:pt>
                <c:pt idx="362">
                  <c:v>44112</c:v>
                </c:pt>
                <c:pt idx="363">
                  <c:v>44111</c:v>
                </c:pt>
                <c:pt idx="364">
                  <c:v>44110</c:v>
                </c:pt>
                <c:pt idx="365">
                  <c:v>44109</c:v>
                </c:pt>
                <c:pt idx="366">
                  <c:v>44106</c:v>
                </c:pt>
                <c:pt idx="367">
                  <c:v>44105</c:v>
                </c:pt>
                <c:pt idx="368">
                  <c:v>44104</c:v>
                </c:pt>
                <c:pt idx="369">
                  <c:v>44103</c:v>
                </c:pt>
                <c:pt idx="370">
                  <c:v>44102</c:v>
                </c:pt>
                <c:pt idx="371">
                  <c:v>44099</c:v>
                </c:pt>
                <c:pt idx="372">
                  <c:v>44098</c:v>
                </c:pt>
                <c:pt idx="373">
                  <c:v>44097</c:v>
                </c:pt>
                <c:pt idx="374">
                  <c:v>44096</c:v>
                </c:pt>
                <c:pt idx="375">
                  <c:v>44095</c:v>
                </c:pt>
                <c:pt idx="376">
                  <c:v>44092</c:v>
                </c:pt>
                <c:pt idx="377">
                  <c:v>44091</c:v>
                </c:pt>
                <c:pt idx="378">
                  <c:v>44090</c:v>
                </c:pt>
                <c:pt idx="379">
                  <c:v>44089</c:v>
                </c:pt>
                <c:pt idx="380">
                  <c:v>44088</c:v>
                </c:pt>
                <c:pt idx="381">
                  <c:v>44085</c:v>
                </c:pt>
                <c:pt idx="382">
                  <c:v>44084</c:v>
                </c:pt>
                <c:pt idx="383">
                  <c:v>44083</c:v>
                </c:pt>
                <c:pt idx="384">
                  <c:v>44082</c:v>
                </c:pt>
                <c:pt idx="385">
                  <c:v>44081</c:v>
                </c:pt>
                <c:pt idx="386">
                  <c:v>44078</c:v>
                </c:pt>
                <c:pt idx="387">
                  <c:v>44077</c:v>
                </c:pt>
                <c:pt idx="388">
                  <c:v>44076</c:v>
                </c:pt>
                <c:pt idx="389">
                  <c:v>44075</c:v>
                </c:pt>
                <c:pt idx="390">
                  <c:v>44074</c:v>
                </c:pt>
                <c:pt idx="391">
                  <c:v>44071</c:v>
                </c:pt>
                <c:pt idx="392">
                  <c:v>44070</c:v>
                </c:pt>
                <c:pt idx="393">
                  <c:v>44069</c:v>
                </c:pt>
                <c:pt idx="394">
                  <c:v>44068</c:v>
                </c:pt>
                <c:pt idx="395">
                  <c:v>44067</c:v>
                </c:pt>
                <c:pt idx="396">
                  <c:v>44064</c:v>
                </c:pt>
                <c:pt idx="397">
                  <c:v>44063</c:v>
                </c:pt>
                <c:pt idx="398">
                  <c:v>44062</c:v>
                </c:pt>
                <c:pt idx="399">
                  <c:v>44061</c:v>
                </c:pt>
                <c:pt idx="400">
                  <c:v>44060</c:v>
                </c:pt>
                <c:pt idx="401">
                  <c:v>44057</c:v>
                </c:pt>
                <c:pt idx="402">
                  <c:v>44056</c:v>
                </c:pt>
                <c:pt idx="403">
                  <c:v>44055</c:v>
                </c:pt>
                <c:pt idx="404">
                  <c:v>44054</c:v>
                </c:pt>
                <c:pt idx="405">
                  <c:v>44053</c:v>
                </c:pt>
                <c:pt idx="406">
                  <c:v>44050</c:v>
                </c:pt>
                <c:pt idx="407">
                  <c:v>44049</c:v>
                </c:pt>
                <c:pt idx="408">
                  <c:v>44048</c:v>
                </c:pt>
                <c:pt idx="409">
                  <c:v>44047</c:v>
                </c:pt>
                <c:pt idx="410">
                  <c:v>44046</c:v>
                </c:pt>
                <c:pt idx="411">
                  <c:v>44043</c:v>
                </c:pt>
                <c:pt idx="412">
                  <c:v>44042</c:v>
                </c:pt>
                <c:pt idx="413">
                  <c:v>44041</c:v>
                </c:pt>
                <c:pt idx="414">
                  <c:v>44040</c:v>
                </c:pt>
                <c:pt idx="415">
                  <c:v>44039</c:v>
                </c:pt>
                <c:pt idx="416">
                  <c:v>44036</c:v>
                </c:pt>
                <c:pt idx="417">
                  <c:v>44035</c:v>
                </c:pt>
                <c:pt idx="418">
                  <c:v>44034</c:v>
                </c:pt>
                <c:pt idx="419">
                  <c:v>44033</c:v>
                </c:pt>
                <c:pt idx="420">
                  <c:v>44032</c:v>
                </c:pt>
                <c:pt idx="421">
                  <c:v>44029</c:v>
                </c:pt>
                <c:pt idx="422">
                  <c:v>44028</c:v>
                </c:pt>
                <c:pt idx="423">
                  <c:v>44027</c:v>
                </c:pt>
                <c:pt idx="424">
                  <c:v>44026</c:v>
                </c:pt>
                <c:pt idx="425">
                  <c:v>44025</c:v>
                </c:pt>
                <c:pt idx="426">
                  <c:v>44022</c:v>
                </c:pt>
                <c:pt idx="427">
                  <c:v>44021</c:v>
                </c:pt>
                <c:pt idx="428">
                  <c:v>44020</c:v>
                </c:pt>
                <c:pt idx="429">
                  <c:v>44019</c:v>
                </c:pt>
                <c:pt idx="430">
                  <c:v>44018</c:v>
                </c:pt>
                <c:pt idx="431">
                  <c:v>44015</c:v>
                </c:pt>
                <c:pt idx="432">
                  <c:v>44014</c:v>
                </c:pt>
                <c:pt idx="433">
                  <c:v>44013</c:v>
                </c:pt>
                <c:pt idx="434">
                  <c:v>44012</c:v>
                </c:pt>
                <c:pt idx="435">
                  <c:v>44011</c:v>
                </c:pt>
                <c:pt idx="436">
                  <c:v>44008</c:v>
                </c:pt>
                <c:pt idx="437">
                  <c:v>44007</c:v>
                </c:pt>
                <c:pt idx="438">
                  <c:v>44006</c:v>
                </c:pt>
                <c:pt idx="439">
                  <c:v>44005</c:v>
                </c:pt>
                <c:pt idx="440">
                  <c:v>44004</c:v>
                </c:pt>
                <c:pt idx="441">
                  <c:v>44001</c:v>
                </c:pt>
                <c:pt idx="442">
                  <c:v>44000</c:v>
                </c:pt>
                <c:pt idx="443">
                  <c:v>43999</c:v>
                </c:pt>
                <c:pt idx="444">
                  <c:v>43998</c:v>
                </c:pt>
                <c:pt idx="445">
                  <c:v>43997</c:v>
                </c:pt>
                <c:pt idx="446">
                  <c:v>43994</c:v>
                </c:pt>
                <c:pt idx="447">
                  <c:v>43993</c:v>
                </c:pt>
                <c:pt idx="448">
                  <c:v>43992</c:v>
                </c:pt>
                <c:pt idx="449">
                  <c:v>43991</c:v>
                </c:pt>
                <c:pt idx="450">
                  <c:v>43987</c:v>
                </c:pt>
                <c:pt idx="451">
                  <c:v>43986</c:v>
                </c:pt>
                <c:pt idx="452">
                  <c:v>43985</c:v>
                </c:pt>
                <c:pt idx="453">
                  <c:v>43984</c:v>
                </c:pt>
                <c:pt idx="454">
                  <c:v>43983</c:v>
                </c:pt>
                <c:pt idx="455">
                  <c:v>43980</c:v>
                </c:pt>
                <c:pt idx="456">
                  <c:v>43979</c:v>
                </c:pt>
                <c:pt idx="457">
                  <c:v>43978</c:v>
                </c:pt>
                <c:pt idx="458">
                  <c:v>43977</c:v>
                </c:pt>
                <c:pt idx="459">
                  <c:v>43976</c:v>
                </c:pt>
                <c:pt idx="460">
                  <c:v>43973</c:v>
                </c:pt>
                <c:pt idx="461">
                  <c:v>43972</c:v>
                </c:pt>
                <c:pt idx="462">
                  <c:v>43971</c:v>
                </c:pt>
                <c:pt idx="463">
                  <c:v>43970</c:v>
                </c:pt>
                <c:pt idx="464">
                  <c:v>43969</c:v>
                </c:pt>
                <c:pt idx="465">
                  <c:v>43966</c:v>
                </c:pt>
                <c:pt idx="466">
                  <c:v>43965</c:v>
                </c:pt>
                <c:pt idx="467">
                  <c:v>43964</c:v>
                </c:pt>
                <c:pt idx="468">
                  <c:v>43963</c:v>
                </c:pt>
                <c:pt idx="469">
                  <c:v>43962</c:v>
                </c:pt>
                <c:pt idx="470">
                  <c:v>43959</c:v>
                </c:pt>
                <c:pt idx="471">
                  <c:v>43958</c:v>
                </c:pt>
                <c:pt idx="472">
                  <c:v>43957</c:v>
                </c:pt>
                <c:pt idx="473">
                  <c:v>43956</c:v>
                </c:pt>
                <c:pt idx="474">
                  <c:v>43955</c:v>
                </c:pt>
                <c:pt idx="475">
                  <c:v>43952</c:v>
                </c:pt>
                <c:pt idx="476">
                  <c:v>43951</c:v>
                </c:pt>
                <c:pt idx="477">
                  <c:v>43950</c:v>
                </c:pt>
                <c:pt idx="478">
                  <c:v>43949</c:v>
                </c:pt>
                <c:pt idx="479">
                  <c:v>43948</c:v>
                </c:pt>
                <c:pt idx="480">
                  <c:v>43945</c:v>
                </c:pt>
                <c:pt idx="481">
                  <c:v>43944</c:v>
                </c:pt>
                <c:pt idx="482">
                  <c:v>43943</c:v>
                </c:pt>
                <c:pt idx="483">
                  <c:v>43942</c:v>
                </c:pt>
                <c:pt idx="484">
                  <c:v>43941</c:v>
                </c:pt>
                <c:pt idx="485">
                  <c:v>43938</c:v>
                </c:pt>
                <c:pt idx="486">
                  <c:v>43937</c:v>
                </c:pt>
                <c:pt idx="487">
                  <c:v>43936</c:v>
                </c:pt>
                <c:pt idx="488">
                  <c:v>43935</c:v>
                </c:pt>
                <c:pt idx="489">
                  <c:v>43930</c:v>
                </c:pt>
                <c:pt idx="490">
                  <c:v>43929</c:v>
                </c:pt>
                <c:pt idx="491">
                  <c:v>43928</c:v>
                </c:pt>
                <c:pt idx="492">
                  <c:v>43927</c:v>
                </c:pt>
                <c:pt idx="493">
                  <c:v>43924</c:v>
                </c:pt>
                <c:pt idx="494">
                  <c:v>43923</c:v>
                </c:pt>
                <c:pt idx="495">
                  <c:v>43922</c:v>
                </c:pt>
                <c:pt idx="496">
                  <c:v>43921</c:v>
                </c:pt>
                <c:pt idx="497">
                  <c:v>43920</c:v>
                </c:pt>
                <c:pt idx="498">
                  <c:v>43917</c:v>
                </c:pt>
                <c:pt idx="499">
                  <c:v>43916</c:v>
                </c:pt>
                <c:pt idx="500">
                  <c:v>43915</c:v>
                </c:pt>
                <c:pt idx="501">
                  <c:v>43914</c:v>
                </c:pt>
                <c:pt idx="502">
                  <c:v>43913</c:v>
                </c:pt>
                <c:pt idx="503">
                  <c:v>43910</c:v>
                </c:pt>
                <c:pt idx="504">
                  <c:v>43909</c:v>
                </c:pt>
                <c:pt idx="505">
                  <c:v>43908</c:v>
                </c:pt>
                <c:pt idx="506">
                  <c:v>43907</c:v>
                </c:pt>
                <c:pt idx="507">
                  <c:v>43906</c:v>
                </c:pt>
                <c:pt idx="508">
                  <c:v>43903</c:v>
                </c:pt>
                <c:pt idx="509">
                  <c:v>43902</c:v>
                </c:pt>
                <c:pt idx="510">
                  <c:v>43901</c:v>
                </c:pt>
                <c:pt idx="511">
                  <c:v>43900</c:v>
                </c:pt>
                <c:pt idx="512">
                  <c:v>43899</c:v>
                </c:pt>
                <c:pt idx="513">
                  <c:v>43896</c:v>
                </c:pt>
                <c:pt idx="514">
                  <c:v>43895</c:v>
                </c:pt>
                <c:pt idx="515">
                  <c:v>43894</c:v>
                </c:pt>
                <c:pt idx="516">
                  <c:v>43893</c:v>
                </c:pt>
                <c:pt idx="517">
                  <c:v>43892</c:v>
                </c:pt>
                <c:pt idx="518">
                  <c:v>43889</c:v>
                </c:pt>
                <c:pt idx="519">
                  <c:v>43888</c:v>
                </c:pt>
                <c:pt idx="520">
                  <c:v>43887</c:v>
                </c:pt>
                <c:pt idx="521">
                  <c:v>43886</c:v>
                </c:pt>
                <c:pt idx="522">
                  <c:v>43885</c:v>
                </c:pt>
                <c:pt idx="523">
                  <c:v>43882</c:v>
                </c:pt>
                <c:pt idx="524">
                  <c:v>43881</c:v>
                </c:pt>
                <c:pt idx="525">
                  <c:v>43880</c:v>
                </c:pt>
                <c:pt idx="526">
                  <c:v>43879</c:v>
                </c:pt>
                <c:pt idx="527">
                  <c:v>43878</c:v>
                </c:pt>
                <c:pt idx="528">
                  <c:v>43875</c:v>
                </c:pt>
                <c:pt idx="529">
                  <c:v>43874</c:v>
                </c:pt>
                <c:pt idx="530">
                  <c:v>43873</c:v>
                </c:pt>
                <c:pt idx="531">
                  <c:v>43872</c:v>
                </c:pt>
                <c:pt idx="532">
                  <c:v>43871</c:v>
                </c:pt>
                <c:pt idx="533">
                  <c:v>43868</c:v>
                </c:pt>
                <c:pt idx="534">
                  <c:v>43867</c:v>
                </c:pt>
                <c:pt idx="535">
                  <c:v>43866</c:v>
                </c:pt>
                <c:pt idx="536">
                  <c:v>43865</c:v>
                </c:pt>
                <c:pt idx="537">
                  <c:v>43864</c:v>
                </c:pt>
                <c:pt idx="538">
                  <c:v>43861</c:v>
                </c:pt>
                <c:pt idx="539">
                  <c:v>43860</c:v>
                </c:pt>
                <c:pt idx="540">
                  <c:v>43859</c:v>
                </c:pt>
                <c:pt idx="541">
                  <c:v>43858</c:v>
                </c:pt>
                <c:pt idx="542">
                  <c:v>43854</c:v>
                </c:pt>
                <c:pt idx="543">
                  <c:v>43853</c:v>
                </c:pt>
                <c:pt idx="544">
                  <c:v>43852</c:v>
                </c:pt>
                <c:pt idx="545">
                  <c:v>43851</c:v>
                </c:pt>
                <c:pt idx="546">
                  <c:v>43850</c:v>
                </c:pt>
                <c:pt idx="547">
                  <c:v>43847</c:v>
                </c:pt>
                <c:pt idx="548">
                  <c:v>43846</c:v>
                </c:pt>
                <c:pt idx="549">
                  <c:v>43845</c:v>
                </c:pt>
                <c:pt idx="550">
                  <c:v>43844</c:v>
                </c:pt>
                <c:pt idx="551">
                  <c:v>43843</c:v>
                </c:pt>
                <c:pt idx="552">
                  <c:v>43840</c:v>
                </c:pt>
                <c:pt idx="553">
                  <c:v>43839</c:v>
                </c:pt>
                <c:pt idx="554">
                  <c:v>43838</c:v>
                </c:pt>
                <c:pt idx="555">
                  <c:v>43837</c:v>
                </c:pt>
                <c:pt idx="556">
                  <c:v>43836</c:v>
                </c:pt>
                <c:pt idx="557">
                  <c:v>43833</c:v>
                </c:pt>
                <c:pt idx="558">
                  <c:v>43832</c:v>
                </c:pt>
                <c:pt idx="559">
                  <c:v>43830</c:v>
                </c:pt>
                <c:pt idx="560">
                  <c:v>43829</c:v>
                </c:pt>
                <c:pt idx="561">
                  <c:v>43826</c:v>
                </c:pt>
                <c:pt idx="562">
                  <c:v>43823</c:v>
                </c:pt>
                <c:pt idx="563">
                  <c:v>43822</c:v>
                </c:pt>
                <c:pt idx="564">
                  <c:v>43819</c:v>
                </c:pt>
                <c:pt idx="565">
                  <c:v>43818</c:v>
                </c:pt>
                <c:pt idx="566">
                  <c:v>43817</c:v>
                </c:pt>
                <c:pt idx="567">
                  <c:v>43816</c:v>
                </c:pt>
                <c:pt idx="568">
                  <c:v>43815</c:v>
                </c:pt>
                <c:pt idx="569">
                  <c:v>43812</c:v>
                </c:pt>
                <c:pt idx="570">
                  <c:v>43811</c:v>
                </c:pt>
                <c:pt idx="571">
                  <c:v>43810</c:v>
                </c:pt>
                <c:pt idx="572">
                  <c:v>43809</c:v>
                </c:pt>
                <c:pt idx="573">
                  <c:v>43808</c:v>
                </c:pt>
                <c:pt idx="574">
                  <c:v>43805</c:v>
                </c:pt>
                <c:pt idx="575">
                  <c:v>43804</c:v>
                </c:pt>
                <c:pt idx="576">
                  <c:v>43803</c:v>
                </c:pt>
                <c:pt idx="577">
                  <c:v>43802</c:v>
                </c:pt>
                <c:pt idx="578">
                  <c:v>43801</c:v>
                </c:pt>
                <c:pt idx="579">
                  <c:v>43798</c:v>
                </c:pt>
                <c:pt idx="580">
                  <c:v>43797</c:v>
                </c:pt>
                <c:pt idx="581">
                  <c:v>43796</c:v>
                </c:pt>
                <c:pt idx="582">
                  <c:v>43795</c:v>
                </c:pt>
                <c:pt idx="583">
                  <c:v>43794</c:v>
                </c:pt>
                <c:pt idx="584">
                  <c:v>43791</c:v>
                </c:pt>
                <c:pt idx="585">
                  <c:v>43790</c:v>
                </c:pt>
                <c:pt idx="586">
                  <c:v>43789</c:v>
                </c:pt>
                <c:pt idx="587">
                  <c:v>43788</c:v>
                </c:pt>
                <c:pt idx="588">
                  <c:v>43787</c:v>
                </c:pt>
                <c:pt idx="589">
                  <c:v>43784</c:v>
                </c:pt>
                <c:pt idx="590">
                  <c:v>43783</c:v>
                </c:pt>
                <c:pt idx="591">
                  <c:v>43782</c:v>
                </c:pt>
                <c:pt idx="592">
                  <c:v>43781</c:v>
                </c:pt>
                <c:pt idx="593">
                  <c:v>43780</c:v>
                </c:pt>
                <c:pt idx="594">
                  <c:v>43777</c:v>
                </c:pt>
                <c:pt idx="595">
                  <c:v>43776</c:v>
                </c:pt>
                <c:pt idx="596">
                  <c:v>43775</c:v>
                </c:pt>
                <c:pt idx="597">
                  <c:v>43774</c:v>
                </c:pt>
                <c:pt idx="598">
                  <c:v>43773</c:v>
                </c:pt>
                <c:pt idx="599">
                  <c:v>43770</c:v>
                </c:pt>
                <c:pt idx="600">
                  <c:v>43769</c:v>
                </c:pt>
                <c:pt idx="601">
                  <c:v>43768</c:v>
                </c:pt>
                <c:pt idx="602">
                  <c:v>43767</c:v>
                </c:pt>
                <c:pt idx="603">
                  <c:v>43766</c:v>
                </c:pt>
                <c:pt idx="604">
                  <c:v>43763</c:v>
                </c:pt>
                <c:pt idx="605">
                  <c:v>43762</c:v>
                </c:pt>
                <c:pt idx="606">
                  <c:v>43761</c:v>
                </c:pt>
                <c:pt idx="607">
                  <c:v>43760</c:v>
                </c:pt>
                <c:pt idx="608">
                  <c:v>43759</c:v>
                </c:pt>
                <c:pt idx="609">
                  <c:v>43756</c:v>
                </c:pt>
                <c:pt idx="610">
                  <c:v>43755</c:v>
                </c:pt>
                <c:pt idx="611">
                  <c:v>43754</c:v>
                </c:pt>
                <c:pt idx="612">
                  <c:v>43753</c:v>
                </c:pt>
                <c:pt idx="613">
                  <c:v>43752</c:v>
                </c:pt>
                <c:pt idx="614">
                  <c:v>43749</c:v>
                </c:pt>
                <c:pt idx="615">
                  <c:v>43748</c:v>
                </c:pt>
                <c:pt idx="616">
                  <c:v>43747</c:v>
                </c:pt>
                <c:pt idx="617">
                  <c:v>43746</c:v>
                </c:pt>
                <c:pt idx="618">
                  <c:v>43745</c:v>
                </c:pt>
                <c:pt idx="619">
                  <c:v>43742</c:v>
                </c:pt>
                <c:pt idx="620">
                  <c:v>43741</c:v>
                </c:pt>
                <c:pt idx="621">
                  <c:v>43740</c:v>
                </c:pt>
                <c:pt idx="622">
                  <c:v>43739</c:v>
                </c:pt>
                <c:pt idx="623">
                  <c:v>43738</c:v>
                </c:pt>
                <c:pt idx="624">
                  <c:v>43735</c:v>
                </c:pt>
                <c:pt idx="625">
                  <c:v>43734</c:v>
                </c:pt>
                <c:pt idx="626">
                  <c:v>43733</c:v>
                </c:pt>
                <c:pt idx="627">
                  <c:v>43732</c:v>
                </c:pt>
                <c:pt idx="628">
                  <c:v>43731</c:v>
                </c:pt>
                <c:pt idx="629">
                  <c:v>43728</c:v>
                </c:pt>
                <c:pt idx="630">
                  <c:v>43727</c:v>
                </c:pt>
                <c:pt idx="631">
                  <c:v>43726</c:v>
                </c:pt>
                <c:pt idx="632">
                  <c:v>43725</c:v>
                </c:pt>
                <c:pt idx="633">
                  <c:v>43724</c:v>
                </c:pt>
                <c:pt idx="634">
                  <c:v>43721</c:v>
                </c:pt>
                <c:pt idx="635">
                  <c:v>43720</c:v>
                </c:pt>
                <c:pt idx="636">
                  <c:v>43719</c:v>
                </c:pt>
                <c:pt idx="637">
                  <c:v>43718</c:v>
                </c:pt>
                <c:pt idx="638">
                  <c:v>43717</c:v>
                </c:pt>
                <c:pt idx="639">
                  <c:v>43714</c:v>
                </c:pt>
                <c:pt idx="640">
                  <c:v>43713</c:v>
                </c:pt>
                <c:pt idx="641">
                  <c:v>43712</c:v>
                </c:pt>
                <c:pt idx="642">
                  <c:v>43711</c:v>
                </c:pt>
                <c:pt idx="643">
                  <c:v>43710</c:v>
                </c:pt>
                <c:pt idx="644">
                  <c:v>43707</c:v>
                </c:pt>
                <c:pt idx="645">
                  <c:v>43706</c:v>
                </c:pt>
                <c:pt idx="646">
                  <c:v>43705</c:v>
                </c:pt>
                <c:pt idx="647">
                  <c:v>43704</c:v>
                </c:pt>
                <c:pt idx="648">
                  <c:v>43703</c:v>
                </c:pt>
                <c:pt idx="649">
                  <c:v>43700</c:v>
                </c:pt>
                <c:pt idx="650">
                  <c:v>43699</c:v>
                </c:pt>
                <c:pt idx="651">
                  <c:v>43698</c:v>
                </c:pt>
                <c:pt idx="652">
                  <c:v>43697</c:v>
                </c:pt>
                <c:pt idx="653">
                  <c:v>43696</c:v>
                </c:pt>
                <c:pt idx="654">
                  <c:v>43693</c:v>
                </c:pt>
                <c:pt idx="655">
                  <c:v>43692</c:v>
                </c:pt>
                <c:pt idx="656">
                  <c:v>43691</c:v>
                </c:pt>
                <c:pt idx="657">
                  <c:v>43690</c:v>
                </c:pt>
                <c:pt idx="658">
                  <c:v>43689</c:v>
                </c:pt>
                <c:pt idx="659">
                  <c:v>43686</c:v>
                </c:pt>
                <c:pt idx="660">
                  <c:v>43685</c:v>
                </c:pt>
                <c:pt idx="661">
                  <c:v>43684</c:v>
                </c:pt>
                <c:pt idx="662">
                  <c:v>43683</c:v>
                </c:pt>
                <c:pt idx="663">
                  <c:v>43682</c:v>
                </c:pt>
                <c:pt idx="664">
                  <c:v>43679</c:v>
                </c:pt>
                <c:pt idx="665">
                  <c:v>43678</c:v>
                </c:pt>
                <c:pt idx="666">
                  <c:v>43677</c:v>
                </c:pt>
                <c:pt idx="667">
                  <c:v>43676</c:v>
                </c:pt>
                <c:pt idx="668">
                  <c:v>43675</c:v>
                </c:pt>
                <c:pt idx="669">
                  <c:v>43672</c:v>
                </c:pt>
                <c:pt idx="670">
                  <c:v>43671</c:v>
                </c:pt>
                <c:pt idx="671">
                  <c:v>43670</c:v>
                </c:pt>
                <c:pt idx="672">
                  <c:v>43669</c:v>
                </c:pt>
                <c:pt idx="673">
                  <c:v>43668</c:v>
                </c:pt>
                <c:pt idx="674">
                  <c:v>43665</c:v>
                </c:pt>
                <c:pt idx="675">
                  <c:v>43664</c:v>
                </c:pt>
                <c:pt idx="676">
                  <c:v>43663</c:v>
                </c:pt>
                <c:pt idx="677">
                  <c:v>43662</c:v>
                </c:pt>
                <c:pt idx="678">
                  <c:v>43661</c:v>
                </c:pt>
                <c:pt idx="679">
                  <c:v>43658</c:v>
                </c:pt>
                <c:pt idx="680">
                  <c:v>43657</c:v>
                </c:pt>
                <c:pt idx="681">
                  <c:v>43656</c:v>
                </c:pt>
                <c:pt idx="682">
                  <c:v>43655</c:v>
                </c:pt>
                <c:pt idx="683">
                  <c:v>43654</c:v>
                </c:pt>
                <c:pt idx="684">
                  <c:v>43651</c:v>
                </c:pt>
                <c:pt idx="685">
                  <c:v>43650</c:v>
                </c:pt>
                <c:pt idx="686">
                  <c:v>43649</c:v>
                </c:pt>
                <c:pt idx="687">
                  <c:v>43648</c:v>
                </c:pt>
                <c:pt idx="688">
                  <c:v>43647</c:v>
                </c:pt>
                <c:pt idx="689">
                  <c:v>43644</c:v>
                </c:pt>
                <c:pt idx="690">
                  <c:v>43643</c:v>
                </c:pt>
                <c:pt idx="691">
                  <c:v>43642</c:v>
                </c:pt>
                <c:pt idx="692">
                  <c:v>43641</c:v>
                </c:pt>
                <c:pt idx="693">
                  <c:v>43640</c:v>
                </c:pt>
                <c:pt idx="694">
                  <c:v>43637</c:v>
                </c:pt>
                <c:pt idx="695">
                  <c:v>43636</c:v>
                </c:pt>
                <c:pt idx="696">
                  <c:v>43635</c:v>
                </c:pt>
                <c:pt idx="697">
                  <c:v>43634</c:v>
                </c:pt>
                <c:pt idx="698">
                  <c:v>43633</c:v>
                </c:pt>
                <c:pt idx="699">
                  <c:v>43630</c:v>
                </c:pt>
                <c:pt idx="700">
                  <c:v>43629</c:v>
                </c:pt>
                <c:pt idx="701">
                  <c:v>43628</c:v>
                </c:pt>
                <c:pt idx="702">
                  <c:v>43627</c:v>
                </c:pt>
                <c:pt idx="703">
                  <c:v>43623</c:v>
                </c:pt>
                <c:pt idx="704">
                  <c:v>43622</c:v>
                </c:pt>
                <c:pt idx="705">
                  <c:v>43621</c:v>
                </c:pt>
                <c:pt idx="706">
                  <c:v>43620</c:v>
                </c:pt>
                <c:pt idx="707">
                  <c:v>43619</c:v>
                </c:pt>
                <c:pt idx="708">
                  <c:v>43616</c:v>
                </c:pt>
                <c:pt idx="709">
                  <c:v>43615</c:v>
                </c:pt>
                <c:pt idx="710">
                  <c:v>43614</c:v>
                </c:pt>
                <c:pt idx="711">
                  <c:v>43613</c:v>
                </c:pt>
                <c:pt idx="712">
                  <c:v>43612</c:v>
                </c:pt>
                <c:pt idx="713">
                  <c:v>43609</c:v>
                </c:pt>
                <c:pt idx="714">
                  <c:v>43608</c:v>
                </c:pt>
                <c:pt idx="715">
                  <c:v>43607</c:v>
                </c:pt>
                <c:pt idx="716">
                  <c:v>43606</c:v>
                </c:pt>
                <c:pt idx="717">
                  <c:v>43605</c:v>
                </c:pt>
                <c:pt idx="718">
                  <c:v>43602</c:v>
                </c:pt>
                <c:pt idx="719">
                  <c:v>43601</c:v>
                </c:pt>
                <c:pt idx="720">
                  <c:v>43600</c:v>
                </c:pt>
                <c:pt idx="721">
                  <c:v>43599</c:v>
                </c:pt>
                <c:pt idx="722">
                  <c:v>43598</c:v>
                </c:pt>
                <c:pt idx="723">
                  <c:v>43595</c:v>
                </c:pt>
                <c:pt idx="724">
                  <c:v>43594</c:v>
                </c:pt>
                <c:pt idx="725">
                  <c:v>43593</c:v>
                </c:pt>
                <c:pt idx="726">
                  <c:v>43592</c:v>
                </c:pt>
                <c:pt idx="727">
                  <c:v>43591</c:v>
                </c:pt>
                <c:pt idx="728">
                  <c:v>43588</c:v>
                </c:pt>
                <c:pt idx="729">
                  <c:v>43587</c:v>
                </c:pt>
                <c:pt idx="730">
                  <c:v>43586</c:v>
                </c:pt>
              </c:numCache>
            </c:numRef>
          </c:cat>
          <c:val>
            <c:numRef>
              <c:f>'Main deck chart'!$F$4:$F$950</c:f>
              <c:numCache>
                <c:formatCode>General</c:formatCode>
                <c:ptCount val="947"/>
                <c:pt idx="0" formatCode="#,##0">
                  <c:v>807227</c:v>
                </c:pt>
                <c:pt idx="1">
                  <c:v>0</c:v>
                </c:pt>
                <c:pt idx="2" formatCode="#,##0">
                  <c:v>109530</c:v>
                </c:pt>
                <c:pt idx="3" formatCode="#,##0">
                  <c:v>105204</c:v>
                </c:pt>
                <c:pt idx="4" formatCode="#,##0">
                  <c:v>116710</c:v>
                </c:pt>
                <c:pt idx="5" formatCode="#,##0">
                  <c:v>82467</c:v>
                </c:pt>
                <c:pt idx="6" formatCode="#,##0">
                  <c:v>168975</c:v>
                </c:pt>
                <c:pt idx="7" formatCode="#,##0">
                  <c:v>175115</c:v>
                </c:pt>
                <c:pt idx="8" formatCode="#,##0">
                  <c:v>250077</c:v>
                </c:pt>
                <c:pt idx="9" formatCode="#,##0">
                  <c:v>757381</c:v>
                </c:pt>
                <c:pt idx="10" formatCode="#,##0">
                  <c:v>209214</c:v>
                </c:pt>
                <c:pt idx="11" formatCode="#,##0">
                  <c:v>84061</c:v>
                </c:pt>
                <c:pt idx="12" formatCode="#,##0">
                  <c:v>407258</c:v>
                </c:pt>
                <c:pt idx="13" formatCode="#,##0">
                  <c:v>99970</c:v>
                </c:pt>
                <c:pt idx="14" formatCode="#,##0">
                  <c:v>238053</c:v>
                </c:pt>
                <c:pt idx="15" formatCode="#,##0">
                  <c:v>172505</c:v>
                </c:pt>
                <c:pt idx="16" formatCode="#,##0">
                  <c:v>64846</c:v>
                </c:pt>
                <c:pt idx="17" formatCode="#,##0">
                  <c:v>37457</c:v>
                </c:pt>
                <c:pt idx="18" formatCode="#,##0">
                  <c:v>39682</c:v>
                </c:pt>
                <c:pt idx="19" formatCode="#,##0">
                  <c:v>61939</c:v>
                </c:pt>
                <c:pt idx="20" formatCode="#,##0">
                  <c:v>216486</c:v>
                </c:pt>
                <c:pt idx="21" formatCode="#,##0">
                  <c:v>62431</c:v>
                </c:pt>
                <c:pt idx="22" formatCode="#,##0">
                  <c:v>84517</c:v>
                </c:pt>
                <c:pt idx="23" formatCode="#,##0">
                  <c:v>218196</c:v>
                </c:pt>
                <c:pt idx="24" formatCode="#,##0">
                  <c:v>74570</c:v>
                </c:pt>
                <c:pt idx="25" formatCode="#,##0">
                  <c:v>123506</c:v>
                </c:pt>
                <c:pt idx="26" formatCode="#,##0">
                  <c:v>81838</c:v>
                </c:pt>
                <c:pt idx="27" formatCode="#,##0">
                  <c:v>78862</c:v>
                </c:pt>
                <c:pt idx="28" formatCode="#,##0">
                  <c:v>136512</c:v>
                </c:pt>
                <c:pt idx="29" formatCode="#,##0">
                  <c:v>210493</c:v>
                </c:pt>
                <c:pt idx="30" formatCode="#,##0">
                  <c:v>86236</c:v>
                </c:pt>
                <c:pt idx="31" formatCode="#,##0">
                  <c:v>382021</c:v>
                </c:pt>
                <c:pt idx="32" formatCode="#,##0">
                  <c:v>243969</c:v>
                </c:pt>
                <c:pt idx="33" formatCode="#,##0">
                  <c:v>374912</c:v>
                </c:pt>
                <c:pt idx="34" formatCode="#,##0">
                  <c:v>376067</c:v>
                </c:pt>
                <c:pt idx="35" formatCode="#,##0">
                  <c:v>316020</c:v>
                </c:pt>
                <c:pt idx="36" formatCode="#,##0">
                  <c:v>779516</c:v>
                </c:pt>
                <c:pt idx="37" formatCode="#,##0">
                  <c:v>268457</c:v>
                </c:pt>
                <c:pt idx="38" formatCode="#,##0">
                  <c:v>234931</c:v>
                </c:pt>
                <c:pt idx="39" formatCode="#,##0">
                  <c:v>283478</c:v>
                </c:pt>
                <c:pt idx="40" formatCode="#,##0">
                  <c:v>188729</c:v>
                </c:pt>
                <c:pt idx="41" formatCode="#,##0">
                  <c:v>175267</c:v>
                </c:pt>
                <c:pt idx="42" formatCode="#,##0">
                  <c:v>302758</c:v>
                </c:pt>
                <c:pt idx="43" formatCode="#,##0">
                  <c:v>139153</c:v>
                </c:pt>
                <c:pt idx="44" formatCode="#,##0">
                  <c:v>73274</c:v>
                </c:pt>
                <c:pt idx="45" formatCode="#,##0">
                  <c:v>102658</c:v>
                </c:pt>
                <c:pt idx="46" formatCode="#,##0">
                  <c:v>409871</c:v>
                </c:pt>
                <c:pt idx="47" formatCode="#,##0">
                  <c:v>69533</c:v>
                </c:pt>
                <c:pt idx="48" formatCode="#,##0">
                  <c:v>41815</c:v>
                </c:pt>
                <c:pt idx="49" formatCode="#,##0">
                  <c:v>41081</c:v>
                </c:pt>
                <c:pt idx="50" formatCode="#,##0">
                  <c:v>48154</c:v>
                </c:pt>
                <c:pt idx="51" formatCode="#,##0">
                  <c:v>95919</c:v>
                </c:pt>
                <c:pt idx="52" formatCode="#,##0">
                  <c:v>93775</c:v>
                </c:pt>
                <c:pt idx="53" formatCode="#,##0">
                  <c:v>131260</c:v>
                </c:pt>
                <c:pt idx="54" formatCode="#,##0">
                  <c:v>125573</c:v>
                </c:pt>
                <c:pt idx="55" formatCode="#,##0">
                  <c:v>219861</c:v>
                </c:pt>
                <c:pt idx="56" formatCode="#,##0">
                  <c:v>276402</c:v>
                </c:pt>
                <c:pt idx="57" formatCode="#,##0">
                  <c:v>649981</c:v>
                </c:pt>
                <c:pt idx="58" formatCode="#,##0">
                  <c:v>636469</c:v>
                </c:pt>
                <c:pt idx="59" formatCode="#,##0">
                  <c:v>660022</c:v>
                </c:pt>
                <c:pt idx="60" formatCode="#,##0">
                  <c:v>19550851</c:v>
                </c:pt>
                <c:pt idx="61" formatCode="#,##0">
                  <c:v>90149</c:v>
                </c:pt>
                <c:pt idx="62" formatCode="#,##0">
                  <c:v>316820</c:v>
                </c:pt>
                <c:pt idx="63" formatCode="#,##0">
                  <c:v>300230</c:v>
                </c:pt>
                <c:pt idx="64" formatCode="#,##0">
                  <c:v>212686</c:v>
                </c:pt>
                <c:pt idx="65" formatCode="#,##0">
                  <c:v>204521</c:v>
                </c:pt>
                <c:pt idx="66" formatCode="#,##0">
                  <c:v>359374</c:v>
                </c:pt>
                <c:pt idx="67" formatCode="#,##0">
                  <c:v>398554</c:v>
                </c:pt>
                <c:pt idx="68" formatCode="#,##0">
                  <c:v>260523</c:v>
                </c:pt>
                <c:pt idx="69" formatCode="#,##0">
                  <c:v>209194</c:v>
                </c:pt>
                <c:pt idx="70" formatCode="#,##0">
                  <c:v>192168</c:v>
                </c:pt>
                <c:pt idx="71" formatCode="#,##0">
                  <c:v>299088</c:v>
                </c:pt>
                <c:pt idx="72" formatCode="#,##0">
                  <c:v>189899</c:v>
                </c:pt>
                <c:pt idx="73" formatCode="#,##0">
                  <c:v>412538</c:v>
                </c:pt>
                <c:pt idx="74" formatCode="#,##0">
                  <c:v>282284</c:v>
                </c:pt>
                <c:pt idx="75" formatCode="#,##0">
                  <c:v>624994</c:v>
                </c:pt>
                <c:pt idx="76" formatCode="#,##0">
                  <c:v>166497</c:v>
                </c:pt>
                <c:pt idx="77" formatCode="#,##0">
                  <c:v>500259</c:v>
                </c:pt>
                <c:pt idx="78" formatCode="#,##0">
                  <c:v>263369</c:v>
                </c:pt>
                <c:pt idx="79" formatCode="#,##0">
                  <c:v>319071</c:v>
                </c:pt>
                <c:pt idx="80" formatCode="#,##0">
                  <c:v>225332</c:v>
                </c:pt>
                <c:pt idx="81" formatCode="#,##0">
                  <c:v>99058</c:v>
                </c:pt>
                <c:pt idx="82" formatCode="#,##0">
                  <c:v>240600</c:v>
                </c:pt>
                <c:pt idx="83" formatCode="#,##0">
                  <c:v>171360</c:v>
                </c:pt>
                <c:pt idx="84" formatCode="#,##0">
                  <c:v>308757</c:v>
                </c:pt>
                <c:pt idx="85" formatCode="#,##0">
                  <c:v>222543</c:v>
                </c:pt>
                <c:pt idx="86" formatCode="#,##0">
                  <c:v>341731</c:v>
                </c:pt>
                <c:pt idx="87" formatCode="#,##0">
                  <c:v>361800</c:v>
                </c:pt>
                <c:pt idx="88" formatCode="#,##0">
                  <c:v>741017</c:v>
                </c:pt>
                <c:pt idx="89" formatCode="#,##0">
                  <c:v>805796</c:v>
                </c:pt>
                <c:pt idx="90" formatCode="#,##0">
                  <c:v>430805</c:v>
                </c:pt>
                <c:pt idx="91" formatCode="#,##0">
                  <c:v>430643</c:v>
                </c:pt>
                <c:pt idx="92" formatCode="#,##0">
                  <c:v>1143602</c:v>
                </c:pt>
                <c:pt idx="93" formatCode="#,##0">
                  <c:v>514756</c:v>
                </c:pt>
                <c:pt idx="94" formatCode="#,##0">
                  <c:v>462469</c:v>
                </c:pt>
                <c:pt idx="95" formatCode="#,##0">
                  <c:v>182103</c:v>
                </c:pt>
                <c:pt idx="96" formatCode="#,##0">
                  <c:v>255597</c:v>
                </c:pt>
                <c:pt idx="97" formatCode="#,##0">
                  <c:v>371400</c:v>
                </c:pt>
                <c:pt idx="98" formatCode="#,##0">
                  <c:v>327227</c:v>
                </c:pt>
                <c:pt idx="99" formatCode="#,##0">
                  <c:v>148711</c:v>
                </c:pt>
                <c:pt idx="100" formatCode="#,##0">
                  <c:v>204216</c:v>
                </c:pt>
                <c:pt idx="101" formatCode="#,##0">
                  <c:v>238401</c:v>
                </c:pt>
                <c:pt idx="102" formatCode="#,##0">
                  <c:v>253089</c:v>
                </c:pt>
                <c:pt idx="103" formatCode="#,##0">
                  <c:v>171791</c:v>
                </c:pt>
                <c:pt idx="104" formatCode="#,##0">
                  <c:v>212987</c:v>
                </c:pt>
                <c:pt idx="105" formatCode="#,##0">
                  <c:v>323810</c:v>
                </c:pt>
                <c:pt idx="106" formatCode="#,##0">
                  <c:v>176578</c:v>
                </c:pt>
                <c:pt idx="107" formatCode="#,##0">
                  <c:v>342121</c:v>
                </c:pt>
                <c:pt idx="108" formatCode="#,##0">
                  <c:v>247962</c:v>
                </c:pt>
                <c:pt idx="109" formatCode="#,##0">
                  <c:v>268064</c:v>
                </c:pt>
                <c:pt idx="110" formatCode="#,##0">
                  <c:v>316967</c:v>
                </c:pt>
                <c:pt idx="111" formatCode="#,##0">
                  <c:v>132012</c:v>
                </c:pt>
                <c:pt idx="112" formatCode="#,##0">
                  <c:v>262164</c:v>
                </c:pt>
                <c:pt idx="113" formatCode="#,##0">
                  <c:v>306559</c:v>
                </c:pt>
                <c:pt idx="114" formatCode="#,##0">
                  <c:v>381357</c:v>
                </c:pt>
                <c:pt idx="115" formatCode="#,##0">
                  <c:v>312610</c:v>
                </c:pt>
                <c:pt idx="116" formatCode="#,##0">
                  <c:v>316096</c:v>
                </c:pt>
                <c:pt idx="117" formatCode="#,##0">
                  <c:v>463114</c:v>
                </c:pt>
                <c:pt idx="118" formatCode="#,##0">
                  <c:v>287798</c:v>
                </c:pt>
                <c:pt idx="119" formatCode="#,##0">
                  <c:v>396479</c:v>
                </c:pt>
                <c:pt idx="120" formatCode="#,##0">
                  <c:v>400164</c:v>
                </c:pt>
                <c:pt idx="121" formatCode="#,##0">
                  <c:v>262663</c:v>
                </c:pt>
                <c:pt idx="122" formatCode="#,##0">
                  <c:v>460114</c:v>
                </c:pt>
                <c:pt idx="123" formatCode="#,##0">
                  <c:v>165074</c:v>
                </c:pt>
                <c:pt idx="124" formatCode="#,##0">
                  <c:v>316146</c:v>
                </c:pt>
                <c:pt idx="125" formatCode="#,##0">
                  <c:v>140630</c:v>
                </c:pt>
                <c:pt idx="126" formatCode="#,##0">
                  <c:v>408651</c:v>
                </c:pt>
                <c:pt idx="127" formatCode="#,##0">
                  <c:v>197966</c:v>
                </c:pt>
                <c:pt idx="128" formatCode="#,##0">
                  <c:v>561151</c:v>
                </c:pt>
                <c:pt idx="129" formatCode="#,##0">
                  <c:v>554517</c:v>
                </c:pt>
                <c:pt idx="130" formatCode="#,##0">
                  <c:v>237153</c:v>
                </c:pt>
                <c:pt idx="131" formatCode="#,##0">
                  <c:v>361212</c:v>
                </c:pt>
                <c:pt idx="132" formatCode="#,##0">
                  <c:v>465318</c:v>
                </c:pt>
                <c:pt idx="133" formatCode="#,##0">
                  <c:v>339270</c:v>
                </c:pt>
                <c:pt idx="134" formatCode="#,##0">
                  <c:v>352071</c:v>
                </c:pt>
                <c:pt idx="135" formatCode="#,##0">
                  <c:v>584146</c:v>
                </c:pt>
                <c:pt idx="136" formatCode="#,##0">
                  <c:v>419433</c:v>
                </c:pt>
                <c:pt idx="137" formatCode="#,##0">
                  <c:v>215048</c:v>
                </c:pt>
                <c:pt idx="138" formatCode="#,##0">
                  <c:v>582286</c:v>
                </c:pt>
                <c:pt idx="139" formatCode="#,##0">
                  <c:v>234176</c:v>
                </c:pt>
                <c:pt idx="140" formatCode="#,##0">
                  <c:v>526638</c:v>
                </c:pt>
                <c:pt idx="141">
                  <c:v>0</c:v>
                </c:pt>
                <c:pt idx="142" formatCode="#,##0">
                  <c:v>205381</c:v>
                </c:pt>
                <c:pt idx="143" formatCode="#,##0">
                  <c:v>147713</c:v>
                </c:pt>
                <c:pt idx="144" formatCode="#,##0">
                  <c:v>146030</c:v>
                </c:pt>
                <c:pt idx="145" formatCode="#,##0">
                  <c:v>108107</c:v>
                </c:pt>
                <c:pt idx="146" formatCode="#,##0">
                  <c:v>71463</c:v>
                </c:pt>
                <c:pt idx="147" formatCode="#,##0">
                  <c:v>83337</c:v>
                </c:pt>
                <c:pt idx="148" formatCode="#,##0">
                  <c:v>134774</c:v>
                </c:pt>
                <c:pt idx="149" formatCode="#,##0">
                  <c:v>66001</c:v>
                </c:pt>
                <c:pt idx="150" formatCode="#,##0">
                  <c:v>119385</c:v>
                </c:pt>
                <c:pt idx="151" formatCode="#,##0">
                  <c:v>420548</c:v>
                </c:pt>
                <c:pt idx="152" formatCode="#,##0">
                  <c:v>232602</c:v>
                </c:pt>
                <c:pt idx="153" formatCode="#,##0">
                  <c:v>132183</c:v>
                </c:pt>
                <c:pt idx="154" formatCode="#,##0">
                  <c:v>75174</c:v>
                </c:pt>
                <c:pt idx="155" formatCode="#,##0">
                  <c:v>61520</c:v>
                </c:pt>
                <c:pt idx="156" formatCode="#,##0">
                  <c:v>135043</c:v>
                </c:pt>
                <c:pt idx="157" formatCode="#,##0">
                  <c:v>158409</c:v>
                </c:pt>
                <c:pt idx="158" formatCode="#,##0">
                  <c:v>143399</c:v>
                </c:pt>
                <c:pt idx="159" formatCode="#,##0">
                  <c:v>120816</c:v>
                </c:pt>
                <c:pt idx="160" formatCode="#,##0">
                  <c:v>122608</c:v>
                </c:pt>
                <c:pt idx="161" formatCode="#,##0">
                  <c:v>169441</c:v>
                </c:pt>
                <c:pt idx="162" formatCode="#,##0">
                  <c:v>104049</c:v>
                </c:pt>
                <c:pt idx="163" formatCode="#,##0">
                  <c:v>73006</c:v>
                </c:pt>
                <c:pt idx="164" formatCode="#,##0">
                  <c:v>127703</c:v>
                </c:pt>
                <c:pt idx="165" formatCode="#,##0">
                  <c:v>267563</c:v>
                </c:pt>
                <c:pt idx="166" formatCode="#,##0">
                  <c:v>106363</c:v>
                </c:pt>
                <c:pt idx="167" formatCode="#,##0">
                  <c:v>148867</c:v>
                </c:pt>
                <c:pt idx="168" formatCode="#,##0">
                  <c:v>567608</c:v>
                </c:pt>
                <c:pt idx="169" formatCode="#,##0">
                  <c:v>81818</c:v>
                </c:pt>
                <c:pt idx="170" formatCode="#,##0">
                  <c:v>31870</c:v>
                </c:pt>
                <c:pt idx="171" formatCode="#,##0">
                  <c:v>123180</c:v>
                </c:pt>
                <c:pt idx="172" formatCode="#,##0">
                  <c:v>128264</c:v>
                </c:pt>
                <c:pt idx="173" formatCode="#,##0">
                  <c:v>266124</c:v>
                </c:pt>
                <c:pt idx="174" formatCode="#,##0">
                  <c:v>249752</c:v>
                </c:pt>
                <c:pt idx="175" formatCode="#,##0">
                  <c:v>144604</c:v>
                </c:pt>
                <c:pt idx="176" formatCode="#,##0">
                  <c:v>169726</c:v>
                </c:pt>
                <c:pt idx="177" formatCode="#,##0">
                  <c:v>192634</c:v>
                </c:pt>
                <c:pt idx="178" formatCode="#,##0">
                  <c:v>180624</c:v>
                </c:pt>
                <c:pt idx="179" formatCode="#,##0">
                  <c:v>208972</c:v>
                </c:pt>
                <c:pt idx="180" formatCode="#,##0">
                  <c:v>156335</c:v>
                </c:pt>
                <c:pt idx="181" formatCode="#,##0">
                  <c:v>179578</c:v>
                </c:pt>
                <c:pt idx="182" formatCode="#,##0">
                  <c:v>204554</c:v>
                </c:pt>
                <c:pt idx="183" formatCode="#,##0">
                  <c:v>162592</c:v>
                </c:pt>
                <c:pt idx="184" formatCode="#,##0">
                  <c:v>140037</c:v>
                </c:pt>
                <c:pt idx="185" formatCode="#,##0">
                  <c:v>203291</c:v>
                </c:pt>
                <c:pt idx="186" formatCode="#,##0">
                  <c:v>233041</c:v>
                </c:pt>
                <c:pt idx="187" formatCode="#,##0">
                  <c:v>280766</c:v>
                </c:pt>
                <c:pt idx="188" formatCode="#,##0">
                  <c:v>312041</c:v>
                </c:pt>
                <c:pt idx="189" formatCode="#,##0">
                  <c:v>141616</c:v>
                </c:pt>
                <c:pt idx="190" formatCode="#,##0">
                  <c:v>267827</c:v>
                </c:pt>
                <c:pt idx="191" formatCode="#,##0">
                  <c:v>234052</c:v>
                </c:pt>
                <c:pt idx="192" formatCode="#,##0">
                  <c:v>234052</c:v>
                </c:pt>
                <c:pt idx="193" formatCode="#,##0">
                  <c:v>182572</c:v>
                </c:pt>
                <c:pt idx="194" formatCode="#,##0">
                  <c:v>161503</c:v>
                </c:pt>
                <c:pt idx="195" formatCode="#,##0">
                  <c:v>154663</c:v>
                </c:pt>
                <c:pt idx="196" formatCode="#,##0">
                  <c:v>543804</c:v>
                </c:pt>
                <c:pt idx="197" formatCode="#,##0">
                  <c:v>160620</c:v>
                </c:pt>
                <c:pt idx="198" formatCode="#,##0">
                  <c:v>108422</c:v>
                </c:pt>
                <c:pt idx="199" formatCode="#,##0">
                  <c:v>162639</c:v>
                </c:pt>
                <c:pt idx="200" formatCode="#,##0">
                  <c:v>131424</c:v>
                </c:pt>
                <c:pt idx="201" formatCode="#,##0">
                  <c:v>140500</c:v>
                </c:pt>
                <c:pt idx="202" formatCode="#,##0">
                  <c:v>119214</c:v>
                </c:pt>
                <c:pt idx="203" formatCode="#,##0">
                  <c:v>141692</c:v>
                </c:pt>
                <c:pt idx="204" formatCode="#,##0">
                  <c:v>140363</c:v>
                </c:pt>
                <c:pt idx="205" formatCode="#,##0">
                  <c:v>108083</c:v>
                </c:pt>
                <c:pt idx="206" formatCode="#,##0">
                  <c:v>157092</c:v>
                </c:pt>
                <c:pt idx="207" formatCode="#,##0">
                  <c:v>40364</c:v>
                </c:pt>
                <c:pt idx="208" formatCode="#,##0">
                  <c:v>85725</c:v>
                </c:pt>
                <c:pt idx="209" formatCode="#,##0">
                  <c:v>134042</c:v>
                </c:pt>
                <c:pt idx="210" formatCode="#,##0">
                  <c:v>159209</c:v>
                </c:pt>
                <c:pt idx="211" formatCode="#,##0">
                  <c:v>142084</c:v>
                </c:pt>
                <c:pt idx="212" formatCode="#,##0">
                  <c:v>230079</c:v>
                </c:pt>
                <c:pt idx="213" formatCode="#,##0">
                  <c:v>84296</c:v>
                </c:pt>
                <c:pt idx="214" formatCode="#,##0">
                  <c:v>512140</c:v>
                </c:pt>
                <c:pt idx="215" formatCode="#,##0">
                  <c:v>284710</c:v>
                </c:pt>
                <c:pt idx="216" formatCode="#,##0">
                  <c:v>112974</c:v>
                </c:pt>
                <c:pt idx="217" formatCode="#,##0">
                  <c:v>103376</c:v>
                </c:pt>
                <c:pt idx="218" formatCode="#,##0">
                  <c:v>251787</c:v>
                </c:pt>
                <c:pt idx="219" formatCode="#,##0">
                  <c:v>165881</c:v>
                </c:pt>
                <c:pt idx="220" formatCode="#,##0">
                  <c:v>253045</c:v>
                </c:pt>
                <c:pt idx="221" formatCode="#,##0">
                  <c:v>163166</c:v>
                </c:pt>
                <c:pt idx="222" formatCode="#,##0">
                  <c:v>210400</c:v>
                </c:pt>
                <c:pt idx="223" formatCode="#,##0">
                  <c:v>177063</c:v>
                </c:pt>
                <c:pt idx="224" formatCode="#,##0">
                  <c:v>195109</c:v>
                </c:pt>
                <c:pt idx="225" formatCode="#,##0">
                  <c:v>267516</c:v>
                </c:pt>
                <c:pt idx="226" formatCode="#,##0">
                  <c:v>221854</c:v>
                </c:pt>
                <c:pt idx="227" formatCode="#,##0">
                  <c:v>106061</c:v>
                </c:pt>
                <c:pt idx="228" formatCode="#,##0">
                  <c:v>347955</c:v>
                </c:pt>
                <c:pt idx="229" formatCode="#,##0">
                  <c:v>133069</c:v>
                </c:pt>
                <c:pt idx="230" formatCode="#,##0">
                  <c:v>106799</c:v>
                </c:pt>
                <c:pt idx="231" formatCode="#,##0">
                  <c:v>303026</c:v>
                </c:pt>
                <c:pt idx="232" formatCode="#,##0">
                  <c:v>110383</c:v>
                </c:pt>
                <c:pt idx="233" formatCode="#,##0">
                  <c:v>192656</c:v>
                </c:pt>
                <c:pt idx="234" formatCode="#,##0">
                  <c:v>86551</c:v>
                </c:pt>
                <c:pt idx="235" formatCode="#,##0">
                  <c:v>196209</c:v>
                </c:pt>
                <c:pt idx="236" formatCode="#,##0">
                  <c:v>401200</c:v>
                </c:pt>
                <c:pt idx="237" formatCode="#,##0">
                  <c:v>161113</c:v>
                </c:pt>
                <c:pt idx="238" formatCode="#,##0">
                  <c:v>204949</c:v>
                </c:pt>
                <c:pt idx="239" formatCode="#,##0">
                  <c:v>83352</c:v>
                </c:pt>
                <c:pt idx="240" formatCode="#,##0">
                  <c:v>173311</c:v>
                </c:pt>
                <c:pt idx="241" formatCode="#,##0">
                  <c:v>588017</c:v>
                </c:pt>
                <c:pt idx="242" formatCode="#,##0">
                  <c:v>379579</c:v>
                </c:pt>
                <c:pt idx="243" formatCode="#,##0">
                  <c:v>335552</c:v>
                </c:pt>
                <c:pt idx="244" formatCode="#,##0">
                  <c:v>936417</c:v>
                </c:pt>
                <c:pt idx="245" formatCode="#,##0">
                  <c:v>273937</c:v>
                </c:pt>
                <c:pt idx="246" formatCode="#,##0">
                  <c:v>208522</c:v>
                </c:pt>
                <c:pt idx="247" formatCode="#,##0">
                  <c:v>204595</c:v>
                </c:pt>
                <c:pt idx="248" formatCode="#,##0">
                  <c:v>538327</c:v>
                </c:pt>
                <c:pt idx="249" formatCode="#,##0">
                  <c:v>186131</c:v>
                </c:pt>
                <c:pt idx="250" formatCode="#,##0">
                  <c:v>298918</c:v>
                </c:pt>
                <c:pt idx="251" formatCode="#,##0">
                  <c:v>167779</c:v>
                </c:pt>
                <c:pt idx="252" formatCode="#,##0">
                  <c:v>91668</c:v>
                </c:pt>
                <c:pt idx="253" formatCode="#,##0">
                  <c:v>271390</c:v>
                </c:pt>
                <c:pt idx="254" formatCode="#,##0">
                  <c:v>573050</c:v>
                </c:pt>
                <c:pt idx="255" formatCode="#,##0">
                  <c:v>110740</c:v>
                </c:pt>
                <c:pt idx="256" formatCode="#,##0">
                  <c:v>161683</c:v>
                </c:pt>
                <c:pt idx="257" formatCode="#,##0">
                  <c:v>229155</c:v>
                </c:pt>
                <c:pt idx="258" formatCode="#,##0">
                  <c:v>328688</c:v>
                </c:pt>
                <c:pt idx="259" formatCode="#,##0">
                  <c:v>265224</c:v>
                </c:pt>
                <c:pt idx="260" formatCode="#,##0">
                  <c:v>228560</c:v>
                </c:pt>
                <c:pt idx="261" formatCode="#,##0">
                  <c:v>195726</c:v>
                </c:pt>
                <c:pt idx="262" formatCode="#,##0">
                  <c:v>192827</c:v>
                </c:pt>
                <c:pt idx="263" formatCode="#,##0">
                  <c:v>224942</c:v>
                </c:pt>
                <c:pt idx="264" formatCode="#,##0">
                  <c:v>103722</c:v>
                </c:pt>
                <c:pt idx="265" formatCode="#,##0">
                  <c:v>216171</c:v>
                </c:pt>
                <c:pt idx="266" formatCode="#,##0">
                  <c:v>182441</c:v>
                </c:pt>
                <c:pt idx="267" formatCode="#,##0">
                  <c:v>249134</c:v>
                </c:pt>
                <c:pt idx="268" formatCode="#,##0">
                  <c:v>242871</c:v>
                </c:pt>
                <c:pt idx="269" formatCode="#,##0">
                  <c:v>204280</c:v>
                </c:pt>
                <c:pt idx="270" formatCode="#,##0">
                  <c:v>327274</c:v>
                </c:pt>
                <c:pt idx="271" formatCode="#,##0">
                  <c:v>348437</c:v>
                </c:pt>
                <c:pt idx="272" formatCode="#,##0">
                  <c:v>752422</c:v>
                </c:pt>
                <c:pt idx="273" formatCode="#,##0">
                  <c:v>1795500</c:v>
                </c:pt>
                <c:pt idx="274" formatCode="#,##0">
                  <c:v>862441</c:v>
                </c:pt>
                <c:pt idx="275" formatCode="#,##0">
                  <c:v>111865</c:v>
                </c:pt>
                <c:pt idx="276" formatCode="#,##0">
                  <c:v>326580</c:v>
                </c:pt>
                <c:pt idx="277" formatCode="#,##0">
                  <c:v>175602</c:v>
                </c:pt>
                <c:pt idx="278" formatCode="#,##0">
                  <c:v>302928</c:v>
                </c:pt>
                <c:pt idx="279" formatCode="#,##0">
                  <c:v>350087</c:v>
                </c:pt>
                <c:pt idx="280" formatCode="#,##0">
                  <c:v>221798</c:v>
                </c:pt>
                <c:pt idx="281" formatCode="#,##0">
                  <c:v>127239</c:v>
                </c:pt>
                <c:pt idx="282" formatCode="#,##0">
                  <c:v>221140</c:v>
                </c:pt>
                <c:pt idx="283" formatCode="#,##0">
                  <c:v>173199</c:v>
                </c:pt>
                <c:pt idx="284" formatCode="#,##0">
                  <c:v>208250</c:v>
                </c:pt>
                <c:pt idx="285" formatCode="#,##0">
                  <c:v>647269</c:v>
                </c:pt>
                <c:pt idx="286" formatCode="#,##0">
                  <c:v>98571</c:v>
                </c:pt>
                <c:pt idx="287" formatCode="#,##0">
                  <c:v>288408</c:v>
                </c:pt>
                <c:pt idx="288" formatCode="#,##0">
                  <c:v>125269</c:v>
                </c:pt>
                <c:pt idx="289" formatCode="#,##0">
                  <c:v>69925</c:v>
                </c:pt>
                <c:pt idx="290" formatCode="#,##0">
                  <c:v>146582</c:v>
                </c:pt>
                <c:pt idx="291" formatCode="#,##0">
                  <c:v>132896</c:v>
                </c:pt>
                <c:pt idx="292" formatCode="#,##0">
                  <c:v>88523</c:v>
                </c:pt>
                <c:pt idx="293" formatCode="#,##0">
                  <c:v>139679</c:v>
                </c:pt>
                <c:pt idx="294" formatCode="#,##0">
                  <c:v>120879</c:v>
                </c:pt>
                <c:pt idx="295" formatCode="#,##0">
                  <c:v>196464</c:v>
                </c:pt>
                <c:pt idx="296" formatCode="#,##0">
                  <c:v>216626</c:v>
                </c:pt>
                <c:pt idx="297" formatCode="#,##0">
                  <c:v>110787</c:v>
                </c:pt>
                <c:pt idx="298" formatCode="#,##0">
                  <c:v>137612</c:v>
                </c:pt>
                <c:pt idx="299" formatCode="#,##0">
                  <c:v>92804</c:v>
                </c:pt>
                <c:pt idx="300" formatCode="#,##0">
                  <c:v>232266</c:v>
                </c:pt>
                <c:pt idx="301" formatCode="#,##0">
                  <c:v>81717</c:v>
                </c:pt>
                <c:pt idx="302" formatCode="#,##0">
                  <c:v>211617</c:v>
                </c:pt>
                <c:pt idx="303" formatCode="#,##0">
                  <c:v>173146</c:v>
                </c:pt>
                <c:pt idx="304" formatCode="#,##0">
                  <c:v>208028</c:v>
                </c:pt>
                <c:pt idx="305" formatCode="#,##0">
                  <c:v>80251</c:v>
                </c:pt>
                <c:pt idx="306" formatCode="#,##0">
                  <c:v>148747</c:v>
                </c:pt>
                <c:pt idx="307" formatCode="#,##0">
                  <c:v>134142</c:v>
                </c:pt>
                <c:pt idx="308" formatCode="#,##0">
                  <c:v>235169</c:v>
                </c:pt>
                <c:pt idx="309" formatCode="#,##0">
                  <c:v>336783</c:v>
                </c:pt>
                <c:pt idx="310" formatCode="#,##0">
                  <c:v>338665</c:v>
                </c:pt>
                <c:pt idx="311" formatCode="#,##0">
                  <c:v>425302</c:v>
                </c:pt>
                <c:pt idx="312" formatCode="#,##0">
                  <c:v>918165</c:v>
                </c:pt>
                <c:pt idx="313" formatCode="#,##0">
                  <c:v>543411</c:v>
                </c:pt>
                <c:pt idx="314" formatCode="#,##0">
                  <c:v>380736</c:v>
                </c:pt>
                <c:pt idx="315" formatCode="#,##0">
                  <c:v>346552</c:v>
                </c:pt>
                <c:pt idx="316" formatCode="#,##0">
                  <c:v>165863</c:v>
                </c:pt>
                <c:pt idx="317" formatCode="#,##0">
                  <c:v>274632</c:v>
                </c:pt>
                <c:pt idx="318" formatCode="#,##0">
                  <c:v>264082</c:v>
                </c:pt>
                <c:pt idx="319" formatCode="#,##0">
                  <c:v>146190</c:v>
                </c:pt>
                <c:pt idx="320" formatCode="#,##0">
                  <c:v>1387514</c:v>
                </c:pt>
                <c:pt idx="321" formatCode="#,##0">
                  <c:v>367064</c:v>
                </c:pt>
                <c:pt idx="322" formatCode="#,##0">
                  <c:v>129883</c:v>
                </c:pt>
                <c:pt idx="323" formatCode="#,##0">
                  <c:v>247338</c:v>
                </c:pt>
                <c:pt idx="324" formatCode="#,##0">
                  <c:v>300219</c:v>
                </c:pt>
                <c:pt idx="325" formatCode="#,##0">
                  <c:v>411062</c:v>
                </c:pt>
                <c:pt idx="326" formatCode="#,##0">
                  <c:v>299674</c:v>
                </c:pt>
                <c:pt idx="327" formatCode="#,##0">
                  <c:v>481737</c:v>
                </c:pt>
                <c:pt idx="328" formatCode="#,##0">
                  <c:v>1435470</c:v>
                </c:pt>
                <c:pt idx="329" formatCode="#,##0">
                  <c:v>487145</c:v>
                </c:pt>
                <c:pt idx="330" formatCode="#,##0">
                  <c:v>522661</c:v>
                </c:pt>
                <c:pt idx="331" formatCode="#,##0">
                  <c:v>644147</c:v>
                </c:pt>
                <c:pt idx="332" formatCode="#,##0">
                  <c:v>2227538</c:v>
                </c:pt>
                <c:pt idx="333" formatCode="#,##0">
                  <c:v>270496</c:v>
                </c:pt>
                <c:pt idx="334" formatCode="#,##0">
                  <c:v>413558</c:v>
                </c:pt>
                <c:pt idx="335" formatCode="#,##0">
                  <c:v>14877</c:v>
                </c:pt>
                <c:pt idx="336" formatCode="#,##0">
                  <c:v>287803</c:v>
                </c:pt>
                <c:pt idx="337" formatCode="#,##0">
                  <c:v>488459</c:v>
                </c:pt>
                <c:pt idx="338" formatCode="#,##0">
                  <c:v>477296</c:v>
                </c:pt>
                <c:pt idx="339" formatCode="#,##0">
                  <c:v>494928</c:v>
                </c:pt>
                <c:pt idx="340" formatCode="#,##0">
                  <c:v>286901</c:v>
                </c:pt>
                <c:pt idx="341" formatCode="#,##0">
                  <c:v>281989</c:v>
                </c:pt>
                <c:pt idx="342" formatCode="#,##0">
                  <c:v>605261</c:v>
                </c:pt>
                <c:pt idx="343" formatCode="#,##0">
                  <c:v>446545</c:v>
                </c:pt>
                <c:pt idx="344" formatCode="#,##0">
                  <c:v>83454</c:v>
                </c:pt>
                <c:pt idx="345" formatCode="#,##0">
                  <c:v>152503</c:v>
                </c:pt>
                <c:pt idx="346" formatCode="#,##0">
                  <c:v>280900</c:v>
                </c:pt>
                <c:pt idx="347" formatCode="#,##0">
                  <c:v>299459</c:v>
                </c:pt>
                <c:pt idx="348" formatCode="#,##0">
                  <c:v>148442</c:v>
                </c:pt>
                <c:pt idx="349" formatCode="#,##0">
                  <c:v>218796</c:v>
                </c:pt>
                <c:pt idx="350" formatCode="#,##0">
                  <c:v>415188</c:v>
                </c:pt>
                <c:pt idx="351" formatCode="#,##0">
                  <c:v>188588</c:v>
                </c:pt>
                <c:pt idx="352" formatCode="#,##0">
                  <c:v>251223</c:v>
                </c:pt>
                <c:pt idx="353" formatCode="#,##0">
                  <c:v>167933</c:v>
                </c:pt>
                <c:pt idx="354" formatCode="#,##0">
                  <c:v>171890</c:v>
                </c:pt>
                <c:pt idx="355" formatCode="#,##0">
                  <c:v>108988</c:v>
                </c:pt>
                <c:pt idx="356" formatCode="#,##0">
                  <c:v>123659</c:v>
                </c:pt>
                <c:pt idx="357" formatCode="#,##0">
                  <c:v>181788</c:v>
                </c:pt>
                <c:pt idx="358" formatCode="#,##0">
                  <c:v>198025</c:v>
                </c:pt>
                <c:pt idx="359" formatCode="#,##0">
                  <c:v>244397</c:v>
                </c:pt>
                <c:pt idx="360" formatCode="#,##0">
                  <c:v>392294</c:v>
                </c:pt>
                <c:pt idx="361" formatCode="#,##0">
                  <c:v>262563</c:v>
                </c:pt>
                <c:pt idx="362" formatCode="#,##0">
                  <c:v>239460</c:v>
                </c:pt>
                <c:pt idx="363" formatCode="#,##0">
                  <c:v>326666</c:v>
                </c:pt>
                <c:pt idx="364" formatCode="#,##0">
                  <c:v>270728</c:v>
                </c:pt>
                <c:pt idx="365" formatCode="#,##0">
                  <c:v>178585</c:v>
                </c:pt>
                <c:pt idx="366" formatCode="#,##0">
                  <c:v>332302</c:v>
                </c:pt>
                <c:pt idx="367" formatCode="#,##0">
                  <c:v>232649</c:v>
                </c:pt>
                <c:pt idx="368" formatCode="#,##0">
                  <c:v>198228</c:v>
                </c:pt>
                <c:pt idx="369" formatCode="#,##0">
                  <c:v>182342</c:v>
                </c:pt>
                <c:pt idx="370" formatCode="#,##0">
                  <c:v>204010</c:v>
                </c:pt>
                <c:pt idx="371" formatCode="#,##0">
                  <c:v>158956</c:v>
                </c:pt>
                <c:pt idx="372" formatCode="#,##0">
                  <c:v>252266</c:v>
                </c:pt>
                <c:pt idx="373" formatCode="#,##0">
                  <c:v>133071</c:v>
                </c:pt>
                <c:pt idx="374" formatCode="#,##0">
                  <c:v>238182</c:v>
                </c:pt>
                <c:pt idx="375" formatCode="#,##0">
                  <c:v>253730</c:v>
                </c:pt>
                <c:pt idx="376" formatCode="#,##0">
                  <c:v>470799</c:v>
                </c:pt>
                <c:pt idx="377" formatCode="#,##0">
                  <c:v>165811</c:v>
                </c:pt>
                <c:pt idx="378" formatCode="#,##0">
                  <c:v>144053</c:v>
                </c:pt>
                <c:pt idx="379" formatCode="#,##0">
                  <c:v>552011</c:v>
                </c:pt>
                <c:pt idx="380" formatCode="#,##0">
                  <c:v>221756</c:v>
                </c:pt>
                <c:pt idx="381" formatCode="#,##0">
                  <c:v>836507</c:v>
                </c:pt>
                <c:pt idx="382" formatCode="#,##0">
                  <c:v>332848</c:v>
                </c:pt>
                <c:pt idx="383" formatCode="#,##0">
                  <c:v>374693</c:v>
                </c:pt>
                <c:pt idx="384" formatCode="#,##0">
                  <c:v>198484</c:v>
                </c:pt>
                <c:pt idx="385" formatCode="#,##0">
                  <c:v>227840</c:v>
                </c:pt>
                <c:pt idx="386" formatCode="#,##0">
                  <c:v>417788</c:v>
                </c:pt>
                <c:pt idx="387" formatCode="#,##0">
                  <c:v>239350</c:v>
                </c:pt>
                <c:pt idx="388" formatCode="#,##0">
                  <c:v>247172</c:v>
                </c:pt>
                <c:pt idx="389" formatCode="#,##0">
                  <c:v>295386</c:v>
                </c:pt>
                <c:pt idx="390" formatCode="#,##0">
                  <c:v>397695</c:v>
                </c:pt>
                <c:pt idx="391" formatCode="#,##0">
                  <c:v>168666</c:v>
                </c:pt>
                <c:pt idx="392" formatCode="#,##0">
                  <c:v>223001</c:v>
                </c:pt>
                <c:pt idx="393" formatCode="#,##0">
                  <c:v>310407</c:v>
                </c:pt>
                <c:pt idx="394" formatCode="#,##0">
                  <c:v>351974</c:v>
                </c:pt>
                <c:pt idx="395" formatCode="#,##0">
                  <c:v>261482</c:v>
                </c:pt>
                <c:pt idx="396" formatCode="#,##0">
                  <c:v>346408</c:v>
                </c:pt>
                <c:pt idx="397" formatCode="#,##0">
                  <c:v>431461</c:v>
                </c:pt>
                <c:pt idx="398" formatCode="#,##0">
                  <c:v>1661793</c:v>
                </c:pt>
                <c:pt idx="399" formatCode="#,##0">
                  <c:v>1587622</c:v>
                </c:pt>
                <c:pt idx="400" formatCode="#,##0">
                  <c:v>461442</c:v>
                </c:pt>
                <c:pt idx="401" formatCode="#,##0">
                  <c:v>589380</c:v>
                </c:pt>
                <c:pt idx="402" formatCode="#,##0">
                  <c:v>625829</c:v>
                </c:pt>
                <c:pt idx="403" formatCode="#,##0">
                  <c:v>783243</c:v>
                </c:pt>
                <c:pt idx="404" formatCode="#,##0">
                  <c:v>175740</c:v>
                </c:pt>
                <c:pt idx="405" formatCode="#,##0">
                  <c:v>241897</c:v>
                </c:pt>
                <c:pt idx="406" formatCode="#,##0">
                  <c:v>211977</c:v>
                </c:pt>
                <c:pt idx="407" formatCode="#,##0">
                  <c:v>232426</c:v>
                </c:pt>
                <c:pt idx="408" formatCode="#,##0">
                  <c:v>369891</c:v>
                </c:pt>
                <c:pt idx="409" formatCode="#,##0">
                  <c:v>433311</c:v>
                </c:pt>
                <c:pt idx="410" formatCode="#,##0">
                  <c:v>665277</c:v>
                </c:pt>
                <c:pt idx="411" formatCode="#,##0">
                  <c:v>228049</c:v>
                </c:pt>
                <c:pt idx="412" formatCode="#,##0">
                  <c:v>376849</c:v>
                </c:pt>
                <c:pt idx="413" formatCode="#,##0">
                  <c:v>318367</c:v>
                </c:pt>
                <c:pt idx="414" formatCode="#,##0">
                  <c:v>397926</c:v>
                </c:pt>
                <c:pt idx="415" formatCode="#,##0">
                  <c:v>257842</c:v>
                </c:pt>
                <c:pt idx="416" formatCode="#,##0">
                  <c:v>168022</c:v>
                </c:pt>
                <c:pt idx="417" formatCode="#,##0">
                  <c:v>249578</c:v>
                </c:pt>
                <c:pt idx="418" formatCode="#,##0">
                  <c:v>267070</c:v>
                </c:pt>
                <c:pt idx="419" formatCode="#,##0">
                  <c:v>223725</c:v>
                </c:pt>
                <c:pt idx="420" formatCode="#,##0">
                  <c:v>114593</c:v>
                </c:pt>
                <c:pt idx="421" formatCode="#,##0">
                  <c:v>122176</c:v>
                </c:pt>
                <c:pt idx="422" formatCode="#,##0">
                  <c:v>254755</c:v>
                </c:pt>
                <c:pt idx="423" formatCode="#,##0">
                  <c:v>149168</c:v>
                </c:pt>
                <c:pt idx="424" formatCode="#,##0">
                  <c:v>220332</c:v>
                </c:pt>
                <c:pt idx="425" formatCode="#,##0">
                  <c:v>273618</c:v>
                </c:pt>
                <c:pt idx="426" formatCode="#,##0">
                  <c:v>315570</c:v>
                </c:pt>
                <c:pt idx="427" formatCode="#,##0">
                  <c:v>255977</c:v>
                </c:pt>
                <c:pt idx="428" formatCode="#,##0">
                  <c:v>675355</c:v>
                </c:pt>
                <c:pt idx="429" formatCode="#,##0">
                  <c:v>677893</c:v>
                </c:pt>
                <c:pt idx="430" formatCode="#,##0">
                  <c:v>190041</c:v>
                </c:pt>
                <c:pt idx="431" formatCode="#,##0">
                  <c:v>251083</c:v>
                </c:pt>
                <c:pt idx="432" formatCode="#,##0">
                  <c:v>354194</c:v>
                </c:pt>
                <c:pt idx="433" formatCode="#,##0">
                  <c:v>266757</c:v>
                </c:pt>
                <c:pt idx="434" formatCode="#,##0">
                  <c:v>381233</c:v>
                </c:pt>
                <c:pt idx="435" formatCode="#,##0">
                  <c:v>446309</c:v>
                </c:pt>
                <c:pt idx="436" formatCode="#,##0">
                  <c:v>311652</c:v>
                </c:pt>
                <c:pt idx="437" formatCode="#,##0">
                  <c:v>409839</c:v>
                </c:pt>
                <c:pt idx="438" formatCode="#,##0">
                  <c:v>602751</c:v>
                </c:pt>
                <c:pt idx="439" formatCode="#,##0">
                  <c:v>418347</c:v>
                </c:pt>
                <c:pt idx="440" formatCode="#,##0">
                  <c:v>324472</c:v>
                </c:pt>
                <c:pt idx="441" formatCode="#,##0">
                  <c:v>775779</c:v>
                </c:pt>
                <c:pt idx="442" formatCode="#,##0">
                  <c:v>371115</c:v>
                </c:pt>
                <c:pt idx="443" formatCode="#,##0">
                  <c:v>507218</c:v>
                </c:pt>
                <c:pt idx="444" formatCode="#,##0">
                  <c:v>392343</c:v>
                </c:pt>
                <c:pt idx="445" formatCode="#,##0">
                  <c:v>422536</c:v>
                </c:pt>
                <c:pt idx="446" formatCode="#,##0">
                  <c:v>1041478</c:v>
                </c:pt>
                <c:pt idx="447" formatCode="#,##0">
                  <c:v>827304</c:v>
                </c:pt>
                <c:pt idx="448" formatCode="#,##0">
                  <c:v>528213</c:v>
                </c:pt>
                <c:pt idx="449" formatCode="#,##0">
                  <c:v>995996</c:v>
                </c:pt>
                <c:pt idx="450" formatCode="#,##0">
                  <c:v>518260</c:v>
                </c:pt>
                <c:pt idx="451" formatCode="#,##0">
                  <c:v>684146</c:v>
                </c:pt>
                <c:pt idx="452" formatCode="#,##0">
                  <c:v>649517</c:v>
                </c:pt>
                <c:pt idx="453" formatCode="#,##0">
                  <c:v>717166</c:v>
                </c:pt>
                <c:pt idx="454" formatCode="#,##0">
                  <c:v>568227</c:v>
                </c:pt>
                <c:pt idx="455" formatCode="#,##0">
                  <c:v>3056792</c:v>
                </c:pt>
                <c:pt idx="456" formatCode="#,##0">
                  <c:v>828903</c:v>
                </c:pt>
                <c:pt idx="457" formatCode="#,##0">
                  <c:v>881760</c:v>
                </c:pt>
                <c:pt idx="458" formatCode="#,##0">
                  <c:v>852094</c:v>
                </c:pt>
                <c:pt idx="459" formatCode="#,##0">
                  <c:v>1304701</c:v>
                </c:pt>
                <c:pt idx="460" formatCode="#,##0">
                  <c:v>566163</c:v>
                </c:pt>
                <c:pt idx="461" formatCode="#,##0">
                  <c:v>2704575</c:v>
                </c:pt>
                <c:pt idx="462" formatCode="#,##0">
                  <c:v>536145</c:v>
                </c:pt>
                <c:pt idx="463" formatCode="#,##0">
                  <c:v>598928</c:v>
                </c:pt>
                <c:pt idx="464" formatCode="#,##0">
                  <c:v>597117</c:v>
                </c:pt>
                <c:pt idx="465" formatCode="#,##0">
                  <c:v>564090</c:v>
                </c:pt>
                <c:pt idx="466" formatCode="#,##0">
                  <c:v>355521</c:v>
                </c:pt>
                <c:pt idx="467" formatCode="#,##0">
                  <c:v>339634</c:v>
                </c:pt>
                <c:pt idx="468" formatCode="#,##0">
                  <c:v>452935</c:v>
                </c:pt>
                <c:pt idx="469" formatCode="#,##0">
                  <c:v>672413</c:v>
                </c:pt>
                <c:pt idx="470" formatCode="#,##0">
                  <c:v>846065</c:v>
                </c:pt>
                <c:pt idx="471" formatCode="#,##0">
                  <c:v>359856</c:v>
                </c:pt>
                <c:pt idx="472" formatCode="#,##0">
                  <c:v>663576</c:v>
                </c:pt>
                <c:pt idx="473" formatCode="#,##0">
                  <c:v>325956</c:v>
                </c:pt>
                <c:pt idx="474" formatCode="#,##0">
                  <c:v>1533313</c:v>
                </c:pt>
                <c:pt idx="475" formatCode="#,##0">
                  <c:v>680425</c:v>
                </c:pt>
                <c:pt idx="476" formatCode="#,##0">
                  <c:v>758584</c:v>
                </c:pt>
                <c:pt idx="477" formatCode="#,##0">
                  <c:v>315698</c:v>
                </c:pt>
                <c:pt idx="478" formatCode="#,##0">
                  <c:v>921140</c:v>
                </c:pt>
                <c:pt idx="479" formatCode="#,##0">
                  <c:v>618195</c:v>
                </c:pt>
                <c:pt idx="480" formatCode="#,##0">
                  <c:v>930609</c:v>
                </c:pt>
                <c:pt idx="481" formatCode="#,##0">
                  <c:v>572844</c:v>
                </c:pt>
                <c:pt idx="482" formatCode="#,##0">
                  <c:v>546526</c:v>
                </c:pt>
                <c:pt idx="483" formatCode="#,##0">
                  <c:v>610726</c:v>
                </c:pt>
                <c:pt idx="484" formatCode="#,##0">
                  <c:v>477635</c:v>
                </c:pt>
                <c:pt idx="485" formatCode="#,##0">
                  <c:v>319461</c:v>
                </c:pt>
                <c:pt idx="486" formatCode="#,##0">
                  <c:v>266493</c:v>
                </c:pt>
                <c:pt idx="487" formatCode="#,##0">
                  <c:v>417751</c:v>
                </c:pt>
                <c:pt idx="488" formatCode="#,##0">
                  <c:v>1596678</c:v>
                </c:pt>
                <c:pt idx="489" formatCode="#,##0">
                  <c:v>277653</c:v>
                </c:pt>
                <c:pt idx="490" formatCode="#,##0">
                  <c:v>243224</c:v>
                </c:pt>
                <c:pt idx="491" formatCode="#,##0">
                  <c:v>424089</c:v>
                </c:pt>
                <c:pt idx="492" formatCode="#,##0">
                  <c:v>241824</c:v>
                </c:pt>
                <c:pt idx="493" formatCode="#,##0">
                  <c:v>363362</c:v>
                </c:pt>
                <c:pt idx="494" formatCode="#,##0">
                  <c:v>498181</c:v>
                </c:pt>
                <c:pt idx="495" formatCode="#,##0">
                  <c:v>210024</c:v>
                </c:pt>
                <c:pt idx="496" formatCode="#,##0">
                  <c:v>566360</c:v>
                </c:pt>
                <c:pt idx="497" formatCode="#,##0">
                  <c:v>491847</c:v>
                </c:pt>
                <c:pt idx="498" formatCode="#,##0">
                  <c:v>938412</c:v>
                </c:pt>
                <c:pt idx="499" formatCode="#,##0">
                  <c:v>360702</c:v>
                </c:pt>
                <c:pt idx="500" formatCode="#,##0">
                  <c:v>1004338</c:v>
                </c:pt>
                <c:pt idx="501" formatCode="#,##0">
                  <c:v>457300</c:v>
                </c:pt>
                <c:pt idx="502" formatCode="#,##0">
                  <c:v>375134</c:v>
                </c:pt>
                <c:pt idx="503" formatCode="#,##0">
                  <c:v>306961</c:v>
                </c:pt>
                <c:pt idx="504" formatCode="#,##0">
                  <c:v>332202</c:v>
                </c:pt>
                <c:pt idx="505" formatCode="#,##0">
                  <c:v>227569</c:v>
                </c:pt>
                <c:pt idx="506" formatCode="#,##0">
                  <c:v>159816</c:v>
                </c:pt>
                <c:pt idx="507" formatCode="#,##0">
                  <c:v>304067</c:v>
                </c:pt>
                <c:pt idx="508" formatCode="#,##0">
                  <c:v>387341</c:v>
                </c:pt>
                <c:pt idx="509" formatCode="#,##0">
                  <c:v>232037</c:v>
                </c:pt>
                <c:pt idx="510" formatCode="#,##0">
                  <c:v>150184</c:v>
                </c:pt>
                <c:pt idx="511" formatCode="#,##0">
                  <c:v>402595</c:v>
                </c:pt>
                <c:pt idx="512" formatCode="#,##0">
                  <c:v>400952</c:v>
                </c:pt>
                <c:pt idx="513" formatCode="#,##0">
                  <c:v>154916</c:v>
                </c:pt>
                <c:pt idx="514" formatCode="#,##0">
                  <c:v>97518</c:v>
                </c:pt>
                <c:pt idx="515" formatCode="#,##0">
                  <c:v>149417</c:v>
                </c:pt>
                <c:pt idx="516" formatCode="#,##0">
                  <c:v>153917</c:v>
                </c:pt>
                <c:pt idx="517" formatCode="#,##0">
                  <c:v>138468</c:v>
                </c:pt>
                <c:pt idx="518" formatCode="#,##0">
                  <c:v>285411</c:v>
                </c:pt>
                <c:pt idx="519" formatCode="#,##0">
                  <c:v>152519</c:v>
                </c:pt>
                <c:pt idx="520" formatCode="#,##0">
                  <c:v>211917</c:v>
                </c:pt>
                <c:pt idx="521" formatCode="#,##0">
                  <c:v>175510</c:v>
                </c:pt>
                <c:pt idx="522" formatCode="#,##0">
                  <c:v>281017</c:v>
                </c:pt>
                <c:pt idx="523" formatCode="#,##0">
                  <c:v>291278</c:v>
                </c:pt>
                <c:pt idx="524" formatCode="#,##0">
                  <c:v>249538</c:v>
                </c:pt>
                <c:pt idx="525" formatCode="#,##0">
                  <c:v>253270</c:v>
                </c:pt>
                <c:pt idx="526" formatCode="#,##0">
                  <c:v>250920</c:v>
                </c:pt>
                <c:pt idx="527" formatCode="#,##0">
                  <c:v>147707</c:v>
                </c:pt>
                <c:pt idx="528" formatCode="#,##0">
                  <c:v>57021</c:v>
                </c:pt>
                <c:pt idx="529" formatCode="#,##0">
                  <c:v>45720</c:v>
                </c:pt>
                <c:pt idx="530" formatCode="#,##0">
                  <c:v>80135</c:v>
                </c:pt>
                <c:pt idx="531" formatCode="#,##0">
                  <c:v>393869</c:v>
                </c:pt>
                <c:pt idx="532" formatCode="#,##0">
                  <c:v>186801</c:v>
                </c:pt>
                <c:pt idx="533" formatCode="#,##0">
                  <c:v>152877</c:v>
                </c:pt>
                <c:pt idx="534" formatCode="#,##0">
                  <c:v>104464</c:v>
                </c:pt>
                <c:pt idx="535" formatCode="#,##0">
                  <c:v>97344</c:v>
                </c:pt>
                <c:pt idx="536" formatCode="#,##0">
                  <c:v>40449</c:v>
                </c:pt>
                <c:pt idx="537" formatCode="#,##0">
                  <c:v>115577</c:v>
                </c:pt>
                <c:pt idx="538" formatCode="#,##0">
                  <c:v>105240</c:v>
                </c:pt>
                <c:pt idx="539" formatCode="#,##0">
                  <c:v>63058</c:v>
                </c:pt>
                <c:pt idx="540" formatCode="#,##0">
                  <c:v>141166</c:v>
                </c:pt>
                <c:pt idx="541" formatCode="#,##0">
                  <c:v>116186</c:v>
                </c:pt>
                <c:pt idx="542" formatCode="#,##0">
                  <c:v>173410</c:v>
                </c:pt>
                <c:pt idx="543" formatCode="#,##0">
                  <c:v>91575</c:v>
                </c:pt>
                <c:pt idx="544" formatCode="#,##0">
                  <c:v>97654</c:v>
                </c:pt>
                <c:pt idx="545" formatCode="#,##0">
                  <c:v>112145</c:v>
                </c:pt>
                <c:pt idx="546" formatCode="#,##0">
                  <c:v>173274</c:v>
                </c:pt>
                <c:pt idx="547" formatCode="#,##0">
                  <c:v>68652</c:v>
                </c:pt>
                <c:pt idx="548" formatCode="#,##0">
                  <c:v>59347</c:v>
                </c:pt>
                <c:pt idx="549" formatCode="#,##0">
                  <c:v>104543</c:v>
                </c:pt>
                <c:pt idx="550" formatCode="#,##0">
                  <c:v>164715</c:v>
                </c:pt>
                <c:pt idx="551" formatCode="#,##0">
                  <c:v>58279</c:v>
                </c:pt>
                <c:pt idx="552" formatCode="#,##0">
                  <c:v>89027</c:v>
                </c:pt>
                <c:pt idx="553" formatCode="#,##0">
                  <c:v>130497</c:v>
                </c:pt>
                <c:pt idx="554" formatCode="#,##0">
                  <c:v>69777</c:v>
                </c:pt>
                <c:pt idx="555" formatCode="#,##0">
                  <c:v>101784</c:v>
                </c:pt>
                <c:pt idx="556" formatCode="#,##0">
                  <c:v>107991</c:v>
                </c:pt>
                <c:pt idx="557" formatCode="#,##0">
                  <c:v>41225</c:v>
                </c:pt>
                <c:pt idx="558" formatCode="#,##0">
                  <c:v>45303</c:v>
                </c:pt>
                <c:pt idx="559" formatCode="#,##0">
                  <c:v>31650</c:v>
                </c:pt>
                <c:pt idx="560" formatCode="#,##0">
                  <c:v>31728</c:v>
                </c:pt>
                <c:pt idx="561" formatCode="#,##0">
                  <c:v>83267</c:v>
                </c:pt>
                <c:pt idx="562" formatCode="#,##0">
                  <c:v>80967</c:v>
                </c:pt>
                <c:pt idx="563" formatCode="#,##0">
                  <c:v>193715</c:v>
                </c:pt>
                <c:pt idx="564" formatCode="#,##0">
                  <c:v>70991</c:v>
                </c:pt>
                <c:pt idx="565" formatCode="#,##0">
                  <c:v>247317</c:v>
                </c:pt>
                <c:pt idx="566" formatCode="#,##0">
                  <c:v>364478</c:v>
                </c:pt>
                <c:pt idx="567" formatCode="#,##0">
                  <c:v>287381</c:v>
                </c:pt>
                <c:pt idx="568" formatCode="#,##0">
                  <c:v>182346</c:v>
                </c:pt>
                <c:pt idx="569" formatCode="#,##0">
                  <c:v>156685</c:v>
                </c:pt>
                <c:pt idx="570" formatCode="#,##0">
                  <c:v>300275</c:v>
                </c:pt>
                <c:pt idx="571" formatCode="#,##0">
                  <c:v>199938</c:v>
                </c:pt>
                <c:pt idx="572" formatCode="#,##0">
                  <c:v>304999</c:v>
                </c:pt>
                <c:pt idx="573" formatCode="#,##0">
                  <c:v>439347</c:v>
                </c:pt>
                <c:pt idx="574" formatCode="#,##0">
                  <c:v>148991</c:v>
                </c:pt>
                <c:pt idx="575" formatCode="#,##0">
                  <c:v>141403</c:v>
                </c:pt>
                <c:pt idx="576" formatCode="#,##0">
                  <c:v>165239</c:v>
                </c:pt>
                <c:pt idx="577" formatCode="#,##0">
                  <c:v>173670</c:v>
                </c:pt>
                <c:pt idx="578" formatCode="#,##0">
                  <c:v>91678</c:v>
                </c:pt>
                <c:pt idx="579" formatCode="#,##0">
                  <c:v>138422</c:v>
                </c:pt>
                <c:pt idx="580" formatCode="#,##0">
                  <c:v>94540</c:v>
                </c:pt>
                <c:pt idx="581" formatCode="#,##0">
                  <c:v>232009</c:v>
                </c:pt>
                <c:pt idx="582" formatCode="#,##0">
                  <c:v>218073</c:v>
                </c:pt>
                <c:pt idx="583" formatCode="#,##0">
                  <c:v>100364</c:v>
                </c:pt>
                <c:pt idx="584" formatCode="#,##0">
                  <c:v>180812</c:v>
                </c:pt>
                <c:pt idx="585" formatCode="#,##0">
                  <c:v>83917</c:v>
                </c:pt>
                <c:pt idx="586" formatCode="#,##0">
                  <c:v>197203</c:v>
                </c:pt>
                <c:pt idx="587" formatCode="#,##0">
                  <c:v>192173</c:v>
                </c:pt>
                <c:pt idx="588" formatCode="#,##0">
                  <c:v>82899</c:v>
                </c:pt>
                <c:pt idx="589" formatCode="#,##0">
                  <c:v>241960</c:v>
                </c:pt>
                <c:pt idx="590" formatCode="#,##0">
                  <c:v>126630</c:v>
                </c:pt>
                <c:pt idx="591" formatCode="#,##0">
                  <c:v>275477</c:v>
                </c:pt>
                <c:pt idx="592" formatCode="#,##0">
                  <c:v>101830</c:v>
                </c:pt>
                <c:pt idx="593" formatCode="#,##0">
                  <c:v>146786</c:v>
                </c:pt>
                <c:pt idx="594" formatCode="#,##0">
                  <c:v>61340</c:v>
                </c:pt>
                <c:pt idx="595" formatCode="#,##0">
                  <c:v>90301</c:v>
                </c:pt>
                <c:pt idx="596" formatCode="#,##0">
                  <c:v>87867</c:v>
                </c:pt>
                <c:pt idx="597" formatCode="#,##0">
                  <c:v>78280</c:v>
                </c:pt>
                <c:pt idx="598" formatCode="#,##0">
                  <c:v>63592</c:v>
                </c:pt>
                <c:pt idx="599" formatCode="#,##0">
                  <c:v>132740</c:v>
                </c:pt>
                <c:pt idx="600" formatCode="#,##0">
                  <c:v>43931</c:v>
                </c:pt>
                <c:pt idx="601" formatCode="#,##0">
                  <c:v>87052</c:v>
                </c:pt>
                <c:pt idx="602" formatCode="#,##0">
                  <c:v>130692</c:v>
                </c:pt>
                <c:pt idx="603" formatCode="#,##0">
                  <c:v>68751</c:v>
                </c:pt>
                <c:pt idx="604" formatCode="#,##0">
                  <c:v>61599</c:v>
                </c:pt>
                <c:pt idx="605" formatCode="#,##0">
                  <c:v>72968</c:v>
                </c:pt>
                <c:pt idx="606" formatCode="#,##0">
                  <c:v>153952</c:v>
                </c:pt>
                <c:pt idx="607" formatCode="#,##0">
                  <c:v>67124</c:v>
                </c:pt>
                <c:pt idx="608" formatCode="#,##0">
                  <c:v>135803</c:v>
                </c:pt>
                <c:pt idx="609" formatCode="#,##0">
                  <c:v>447549</c:v>
                </c:pt>
                <c:pt idx="610" formatCode="#,##0">
                  <c:v>141760</c:v>
                </c:pt>
                <c:pt idx="611" formatCode="#,##0">
                  <c:v>452750</c:v>
                </c:pt>
                <c:pt idx="612" formatCode="#,##0">
                  <c:v>83136</c:v>
                </c:pt>
                <c:pt idx="613" formatCode="#,##0">
                  <c:v>130641</c:v>
                </c:pt>
                <c:pt idx="614" formatCode="#,##0">
                  <c:v>56671</c:v>
                </c:pt>
                <c:pt idx="615" formatCode="#,##0">
                  <c:v>131130</c:v>
                </c:pt>
                <c:pt idx="616" formatCode="#,##0">
                  <c:v>55226</c:v>
                </c:pt>
                <c:pt idx="617" formatCode="#,##0">
                  <c:v>219341</c:v>
                </c:pt>
                <c:pt idx="618" formatCode="#,##0">
                  <c:v>43192</c:v>
                </c:pt>
                <c:pt idx="619" formatCode="#,##0">
                  <c:v>272919</c:v>
                </c:pt>
                <c:pt idx="620" formatCode="#,##0">
                  <c:v>174657</c:v>
                </c:pt>
                <c:pt idx="621" formatCode="#,##0">
                  <c:v>202120</c:v>
                </c:pt>
                <c:pt idx="622" formatCode="#,##0">
                  <c:v>396413</c:v>
                </c:pt>
                <c:pt idx="623" formatCode="#,##0">
                  <c:v>164849</c:v>
                </c:pt>
                <c:pt idx="624" formatCode="#,##0">
                  <c:v>57118</c:v>
                </c:pt>
                <c:pt idx="625" formatCode="#,##0">
                  <c:v>88819</c:v>
                </c:pt>
                <c:pt idx="626" formatCode="#,##0">
                  <c:v>194379</c:v>
                </c:pt>
                <c:pt idx="627" formatCode="#,##0">
                  <c:v>170781</c:v>
                </c:pt>
                <c:pt idx="628" formatCode="#,##0">
                  <c:v>160720</c:v>
                </c:pt>
                <c:pt idx="629" formatCode="#,##0">
                  <c:v>192777</c:v>
                </c:pt>
                <c:pt idx="630" formatCode="#,##0">
                  <c:v>147991</c:v>
                </c:pt>
                <c:pt idx="631" formatCode="#,##0">
                  <c:v>81413</c:v>
                </c:pt>
                <c:pt idx="632" formatCode="#,##0">
                  <c:v>138366</c:v>
                </c:pt>
                <c:pt idx="633" formatCode="#,##0">
                  <c:v>141123</c:v>
                </c:pt>
                <c:pt idx="634" formatCode="#,##0">
                  <c:v>92638</c:v>
                </c:pt>
                <c:pt idx="635" formatCode="#,##0">
                  <c:v>96620</c:v>
                </c:pt>
                <c:pt idx="636" formatCode="#,##0">
                  <c:v>196658</c:v>
                </c:pt>
                <c:pt idx="637" formatCode="#,##0">
                  <c:v>116524</c:v>
                </c:pt>
                <c:pt idx="638" formatCode="#,##0">
                  <c:v>106355</c:v>
                </c:pt>
                <c:pt idx="639" formatCode="#,##0">
                  <c:v>109932</c:v>
                </c:pt>
                <c:pt idx="640" formatCode="#,##0">
                  <c:v>264290</c:v>
                </c:pt>
                <c:pt idx="641" formatCode="#,##0">
                  <c:v>106521</c:v>
                </c:pt>
                <c:pt idx="642" formatCode="#,##0">
                  <c:v>169264</c:v>
                </c:pt>
                <c:pt idx="643" formatCode="#,##0">
                  <c:v>138503</c:v>
                </c:pt>
                <c:pt idx="644" formatCode="#,##0">
                  <c:v>293343</c:v>
                </c:pt>
                <c:pt idx="645" formatCode="#,##0">
                  <c:v>282337</c:v>
                </c:pt>
                <c:pt idx="646" formatCode="#,##0">
                  <c:v>249351</c:v>
                </c:pt>
                <c:pt idx="647" formatCode="#,##0">
                  <c:v>260471</c:v>
                </c:pt>
                <c:pt idx="648" formatCode="#,##0">
                  <c:v>626899</c:v>
                </c:pt>
                <c:pt idx="649" formatCode="#,##0">
                  <c:v>660985</c:v>
                </c:pt>
                <c:pt idx="650" formatCode="#,##0">
                  <c:v>1348879</c:v>
                </c:pt>
                <c:pt idx="651" formatCode="#,##0">
                  <c:v>232902</c:v>
                </c:pt>
                <c:pt idx="652" formatCode="#,##0">
                  <c:v>1891763</c:v>
                </c:pt>
                <c:pt idx="653" formatCode="#,##0">
                  <c:v>187173</c:v>
                </c:pt>
                <c:pt idx="654" formatCode="#,##0">
                  <c:v>38855</c:v>
                </c:pt>
                <c:pt idx="655" formatCode="#,##0">
                  <c:v>69509</c:v>
                </c:pt>
                <c:pt idx="656" formatCode="#,##0">
                  <c:v>52497</c:v>
                </c:pt>
                <c:pt idx="657" formatCode="#,##0">
                  <c:v>107070</c:v>
                </c:pt>
                <c:pt idx="658" formatCode="#,##0">
                  <c:v>54388</c:v>
                </c:pt>
                <c:pt idx="659" formatCode="#,##0">
                  <c:v>82799</c:v>
                </c:pt>
                <c:pt idx="660" formatCode="#,##0">
                  <c:v>239384</c:v>
                </c:pt>
                <c:pt idx="661" formatCode="#,##0">
                  <c:v>99145</c:v>
                </c:pt>
                <c:pt idx="662" formatCode="#,##0">
                  <c:v>531594</c:v>
                </c:pt>
                <c:pt idx="663" formatCode="#,##0">
                  <c:v>142801</c:v>
                </c:pt>
                <c:pt idx="664" formatCode="#,##0">
                  <c:v>109975</c:v>
                </c:pt>
                <c:pt idx="665" formatCode="#,##0">
                  <c:v>128890</c:v>
                </c:pt>
                <c:pt idx="666" formatCode="#,##0">
                  <c:v>183714</c:v>
                </c:pt>
                <c:pt idx="667" formatCode="#,##0">
                  <c:v>67668</c:v>
                </c:pt>
                <c:pt idx="668" formatCode="#,##0">
                  <c:v>150049</c:v>
                </c:pt>
                <c:pt idx="669" formatCode="#,##0">
                  <c:v>367155</c:v>
                </c:pt>
                <c:pt idx="670" formatCode="#,##0">
                  <c:v>103370</c:v>
                </c:pt>
                <c:pt idx="671" formatCode="#,##0">
                  <c:v>587434</c:v>
                </c:pt>
                <c:pt idx="672" formatCode="#,##0">
                  <c:v>527520</c:v>
                </c:pt>
                <c:pt idx="673" formatCode="#,##0">
                  <c:v>122425</c:v>
                </c:pt>
                <c:pt idx="674" formatCode="#,##0">
                  <c:v>77237</c:v>
                </c:pt>
                <c:pt idx="675" formatCode="#,##0">
                  <c:v>106403</c:v>
                </c:pt>
                <c:pt idx="676" formatCode="#,##0">
                  <c:v>109444</c:v>
                </c:pt>
                <c:pt idx="677" formatCode="#,##0">
                  <c:v>124667</c:v>
                </c:pt>
                <c:pt idx="678" formatCode="#,##0">
                  <c:v>135868</c:v>
                </c:pt>
                <c:pt idx="679" formatCode="#,##0">
                  <c:v>113446</c:v>
                </c:pt>
                <c:pt idx="680" formatCode="#,##0">
                  <c:v>164932</c:v>
                </c:pt>
                <c:pt idx="681" formatCode="#,##0">
                  <c:v>149764</c:v>
                </c:pt>
                <c:pt idx="682" formatCode="#,##0">
                  <c:v>110561</c:v>
                </c:pt>
                <c:pt idx="683" formatCode="#,##0">
                  <c:v>79114</c:v>
                </c:pt>
                <c:pt idx="684" formatCode="#,##0">
                  <c:v>52866</c:v>
                </c:pt>
                <c:pt idx="685" formatCode="#,##0">
                  <c:v>35485</c:v>
                </c:pt>
                <c:pt idx="686" formatCode="#,##0">
                  <c:v>34818</c:v>
                </c:pt>
                <c:pt idx="687" formatCode="#,##0">
                  <c:v>81929</c:v>
                </c:pt>
                <c:pt idx="688" formatCode="#,##0">
                  <c:v>170224</c:v>
                </c:pt>
                <c:pt idx="689" formatCode="#,##0">
                  <c:v>114707</c:v>
                </c:pt>
                <c:pt idx="690" formatCode="#,##0">
                  <c:v>252488</c:v>
                </c:pt>
                <c:pt idx="691" formatCode="#,##0">
                  <c:v>321801</c:v>
                </c:pt>
                <c:pt idx="692" formatCode="#,##0">
                  <c:v>300006</c:v>
                </c:pt>
                <c:pt idx="693" formatCode="#,##0">
                  <c:v>93362</c:v>
                </c:pt>
                <c:pt idx="694" formatCode="#,##0">
                  <c:v>305068</c:v>
                </c:pt>
                <c:pt idx="695" formatCode="#,##0">
                  <c:v>254003</c:v>
                </c:pt>
                <c:pt idx="696" formatCode="#,##0">
                  <c:v>108601</c:v>
                </c:pt>
                <c:pt idx="697" formatCode="#,##0">
                  <c:v>75031</c:v>
                </c:pt>
                <c:pt idx="698" formatCode="#,##0">
                  <c:v>77791</c:v>
                </c:pt>
                <c:pt idx="699" formatCode="#,##0">
                  <c:v>100321</c:v>
                </c:pt>
                <c:pt idx="700" formatCode="#,##0">
                  <c:v>148362</c:v>
                </c:pt>
                <c:pt idx="701" formatCode="#,##0">
                  <c:v>194930</c:v>
                </c:pt>
                <c:pt idx="702" formatCode="#,##0">
                  <c:v>278799</c:v>
                </c:pt>
                <c:pt idx="703" formatCode="#,##0">
                  <c:v>184114</c:v>
                </c:pt>
                <c:pt idx="704" formatCode="#,##0">
                  <c:v>157524</c:v>
                </c:pt>
                <c:pt idx="705" formatCode="#,##0">
                  <c:v>95150</c:v>
                </c:pt>
                <c:pt idx="706" formatCode="#,##0">
                  <c:v>161523</c:v>
                </c:pt>
                <c:pt idx="707" formatCode="#,##0">
                  <c:v>130634</c:v>
                </c:pt>
                <c:pt idx="708" formatCode="#,##0">
                  <c:v>124366</c:v>
                </c:pt>
                <c:pt idx="709" formatCode="#,##0">
                  <c:v>97625</c:v>
                </c:pt>
                <c:pt idx="710" formatCode="#,##0">
                  <c:v>110892</c:v>
                </c:pt>
                <c:pt idx="711" formatCode="#,##0">
                  <c:v>91623</c:v>
                </c:pt>
                <c:pt idx="712" formatCode="#,##0">
                  <c:v>103155</c:v>
                </c:pt>
                <c:pt idx="713" formatCode="#,##0">
                  <c:v>110767</c:v>
                </c:pt>
                <c:pt idx="714" formatCode="#,##0">
                  <c:v>98615</c:v>
                </c:pt>
                <c:pt idx="715" formatCode="#,##0">
                  <c:v>140050</c:v>
                </c:pt>
                <c:pt idx="716" formatCode="#,##0">
                  <c:v>48285</c:v>
                </c:pt>
                <c:pt idx="717" formatCode="#,##0">
                  <c:v>38502</c:v>
                </c:pt>
                <c:pt idx="718" formatCode="#,##0">
                  <c:v>76203</c:v>
                </c:pt>
                <c:pt idx="719" formatCode="#,##0">
                  <c:v>154026</c:v>
                </c:pt>
                <c:pt idx="720" formatCode="#,##0">
                  <c:v>71013</c:v>
                </c:pt>
                <c:pt idx="721" formatCode="#,##0">
                  <c:v>73144</c:v>
                </c:pt>
                <c:pt idx="722" formatCode="#,##0">
                  <c:v>78595</c:v>
                </c:pt>
                <c:pt idx="723" formatCode="#,##0">
                  <c:v>36031</c:v>
                </c:pt>
                <c:pt idx="724" formatCode="#,##0">
                  <c:v>89968</c:v>
                </c:pt>
                <c:pt idx="725" formatCode="#,##0">
                  <c:v>41852</c:v>
                </c:pt>
                <c:pt idx="726" formatCode="#,##0">
                  <c:v>34067</c:v>
                </c:pt>
                <c:pt idx="727" formatCode="#,##0">
                  <c:v>85564</c:v>
                </c:pt>
                <c:pt idx="728" formatCode="#,##0">
                  <c:v>17571</c:v>
                </c:pt>
                <c:pt idx="729" formatCode="#,##0">
                  <c:v>95307</c:v>
                </c:pt>
                <c:pt idx="730" formatCode="#,##0">
                  <c:v>81048</c:v>
                </c:pt>
              </c:numCache>
            </c:numRef>
          </c:val>
          <c:extLst>
            <c:ext xmlns:c16="http://schemas.microsoft.com/office/drawing/2014/chart" uri="{C3380CC4-5D6E-409C-BE32-E72D297353CC}">
              <c16:uniqueId val="{00000000-F210-EC41-8AD7-9F19C758BB82}"/>
            </c:ext>
          </c:extLst>
        </c:ser>
        <c:dLbls>
          <c:showLegendKey val="0"/>
          <c:showVal val="0"/>
          <c:showCatName val="0"/>
          <c:showSerName val="0"/>
          <c:showPercent val="0"/>
          <c:showBubbleSize val="0"/>
        </c:dLbls>
        <c:gapWidth val="150"/>
        <c:axId val="567208479"/>
        <c:axId val="567225279"/>
      </c:barChart>
      <c:lineChart>
        <c:grouping val="standard"/>
        <c:varyColors val="0"/>
        <c:ser>
          <c:idx val="2"/>
          <c:order val="0"/>
          <c:tx>
            <c:strRef>
              <c:f>'Main deck chart'!#REF!</c:f>
              <c:strCache>
                <c:ptCount val="1"/>
                <c:pt idx="0">
                  <c:v>#REF!</c:v>
                </c:pt>
              </c:strCache>
            </c:strRef>
          </c:tx>
          <c:spPr>
            <a:ln w="28575" cap="rnd">
              <a:solidFill>
                <a:schemeClr val="accent3"/>
              </a:solidFill>
              <a:round/>
            </a:ln>
            <a:effectLst/>
          </c:spPr>
          <c:marker>
            <c:symbol val="none"/>
          </c:marker>
          <c:cat>
            <c:numRef>
              <c:f>'Main deck chart'!$C$4:$C$950</c:f>
              <c:numCache>
                <c:formatCode>d\-mmm\-yy</c:formatCode>
                <c:ptCount val="947"/>
                <c:pt idx="0">
                  <c:v>44634</c:v>
                </c:pt>
                <c:pt idx="1">
                  <c:v>44631</c:v>
                </c:pt>
                <c:pt idx="2">
                  <c:v>44630</c:v>
                </c:pt>
                <c:pt idx="3">
                  <c:v>44629</c:v>
                </c:pt>
                <c:pt idx="4">
                  <c:v>44628</c:v>
                </c:pt>
                <c:pt idx="5">
                  <c:v>44627</c:v>
                </c:pt>
                <c:pt idx="6">
                  <c:v>44624</c:v>
                </c:pt>
                <c:pt idx="7">
                  <c:v>44623</c:v>
                </c:pt>
                <c:pt idx="8">
                  <c:v>44622</c:v>
                </c:pt>
                <c:pt idx="9">
                  <c:v>44621</c:v>
                </c:pt>
                <c:pt idx="10">
                  <c:v>44620</c:v>
                </c:pt>
                <c:pt idx="11">
                  <c:v>44617</c:v>
                </c:pt>
                <c:pt idx="12">
                  <c:v>44616</c:v>
                </c:pt>
                <c:pt idx="13">
                  <c:v>44615</c:v>
                </c:pt>
                <c:pt idx="14">
                  <c:v>44614</c:v>
                </c:pt>
                <c:pt idx="15">
                  <c:v>44613</c:v>
                </c:pt>
                <c:pt idx="16">
                  <c:v>44610</c:v>
                </c:pt>
                <c:pt idx="17">
                  <c:v>44609</c:v>
                </c:pt>
                <c:pt idx="18">
                  <c:v>44608</c:v>
                </c:pt>
                <c:pt idx="19">
                  <c:v>44607</c:v>
                </c:pt>
                <c:pt idx="20">
                  <c:v>44606</c:v>
                </c:pt>
                <c:pt idx="21">
                  <c:v>44603</c:v>
                </c:pt>
                <c:pt idx="22">
                  <c:v>44602</c:v>
                </c:pt>
                <c:pt idx="23">
                  <c:v>44601</c:v>
                </c:pt>
                <c:pt idx="24">
                  <c:v>44600</c:v>
                </c:pt>
                <c:pt idx="25">
                  <c:v>44599</c:v>
                </c:pt>
                <c:pt idx="26">
                  <c:v>44596</c:v>
                </c:pt>
                <c:pt idx="27">
                  <c:v>44595</c:v>
                </c:pt>
                <c:pt idx="28">
                  <c:v>44594</c:v>
                </c:pt>
                <c:pt idx="29">
                  <c:v>44593</c:v>
                </c:pt>
                <c:pt idx="30">
                  <c:v>44592</c:v>
                </c:pt>
                <c:pt idx="31">
                  <c:v>44589</c:v>
                </c:pt>
                <c:pt idx="32">
                  <c:v>44588</c:v>
                </c:pt>
                <c:pt idx="33">
                  <c:v>44586</c:v>
                </c:pt>
                <c:pt idx="34">
                  <c:v>44585</c:v>
                </c:pt>
                <c:pt idx="35">
                  <c:v>44582</c:v>
                </c:pt>
                <c:pt idx="36">
                  <c:v>44581</c:v>
                </c:pt>
                <c:pt idx="37">
                  <c:v>44580</c:v>
                </c:pt>
                <c:pt idx="38">
                  <c:v>44579</c:v>
                </c:pt>
                <c:pt idx="39">
                  <c:v>44578</c:v>
                </c:pt>
                <c:pt idx="40">
                  <c:v>44575</c:v>
                </c:pt>
                <c:pt idx="41">
                  <c:v>44574</c:v>
                </c:pt>
                <c:pt idx="42">
                  <c:v>44573</c:v>
                </c:pt>
                <c:pt idx="43">
                  <c:v>44572</c:v>
                </c:pt>
                <c:pt idx="44">
                  <c:v>44571</c:v>
                </c:pt>
                <c:pt idx="45">
                  <c:v>44568</c:v>
                </c:pt>
                <c:pt idx="46">
                  <c:v>44567</c:v>
                </c:pt>
                <c:pt idx="47">
                  <c:v>44566</c:v>
                </c:pt>
                <c:pt idx="48">
                  <c:v>44565</c:v>
                </c:pt>
                <c:pt idx="49">
                  <c:v>44561</c:v>
                </c:pt>
                <c:pt idx="50">
                  <c:v>44560</c:v>
                </c:pt>
                <c:pt idx="51">
                  <c:v>44559</c:v>
                </c:pt>
                <c:pt idx="52">
                  <c:v>44554</c:v>
                </c:pt>
                <c:pt idx="53">
                  <c:v>44553</c:v>
                </c:pt>
                <c:pt idx="54">
                  <c:v>44552</c:v>
                </c:pt>
                <c:pt idx="55">
                  <c:v>44551</c:v>
                </c:pt>
                <c:pt idx="56">
                  <c:v>44550</c:v>
                </c:pt>
                <c:pt idx="57">
                  <c:v>44547</c:v>
                </c:pt>
                <c:pt idx="58">
                  <c:v>44546</c:v>
                </c:pt>
                <c:pt idx="59">
                  <c:v>44545</c:v>
                </c:pt>
                <c:pt idx="60">
                  <c:v>44544</c:v>
                </c:pt>
                <c:pt idx="61">
                  <c:v>44543</c:v>
                </c:pt>
                <c:pt idx="62">
                  <c:v>44540</c:v>
                </c:pt>
                <c:pt idx="63">
                  <c:v>44539</c:v>
                </c:pt>
                <c:pt idx="64">
                  <c:v>44538</c:v>
                </c:pt>
                <c:pt idx="65">
                  <c:v>44537</c:v>
                </c:pt>
                <c:pt idx="66">
                  <c:v>44536</c:v>
                </c:pt>
                <c:pt idx="67">
                  <c:v>44533</c:v>
                </c:pt>
                <c:pt idx="68">
                  <c:v>44532</c:v>
                </c:pt>
                <c:pt idx="69">
                  <c:v>44531</c:v>
                </c:pt>
                <c:pt idx="70">
                  <c:v>44530</c:v>
                </c:pt>
                <c:pt idx="71">
                  <c:v>44529</c:v>
                </c:pt>
                <c:pt idx="72">
                  <c:v>44526</c:v>
                </c:pt>
                <c:pt idx="73">
                  <c:v>44525</c:v>
                </c:pt>
                <c:pt idx="74">
                  <c:v>44524</c:v>
                </c:pt>
                <c:pt idx="75">
                  <c:v>44523</c:v>
                </c:pt>
                <c:pt idx="76">
                  <c:v>44522</c:v>
                </c:pt>
                <c:pt idx="77">
                  <c:v>44519</c:v>
                </c:pt>
                <c:pt idx="78">
                  <c:v>44518</c:v>
                </c:pt>
                <c:pt idx="79">
                  <c:v>44517</c:v>
                </c:pt>
                <c:pt idx="80">
                  <c:v>44516</c:v>
                </c:pt>
                <c:pt idx="81">
                  <c:v>44515</c:v>
                </c:pt>
                <c:pt idx="82">
                  <c:v>44512</c:v>
                </c:pt>
                <c:pt idx="83">
                  <c:v>44511</c:v>
                </c:pt>
                <c:pt idx="84">
                  <c:v>44510</c:v>
                </c:pt>
                <c:pt idx="85">
                  <c:v>44509</c:v>
                </c:pt>
                <c:pt idx="86">
                  <c:v>44508</c:v>
                </c:pt>
                <c:pt idx="87">
                  <c:v>44505</c:v>
                </c:pt>
                <c:pt idx="88">
                  <c:v>44504</c:v>
                </c:pt>
                <c:pt idx="89">
                  <c:v>44503</c:v>
                </c:pt>
                <c:pt idx="90">
                  <c:v>44502</c:v>
                </c:pt>
                <c:pt idx="91">
                  <c:v>44501</c:v>
                </c:pt>
                <c:pt idx="92">
                  <c:v>44498</c:v>
                </c:pt>
                <c:pt idx="93">
                  <c:v>44497</c:v>
                </c:pt>
                <c:pt idx="94">
                  <c:v>44496</c:v>
                </c:pt>
                <c:pt idx="95">
                  <c:v>44495</c:v>
                </c:pt>
                <c:pt idx="96">
                  <c:v>44494</c:v>
                </c:pt>
                <c:pt idx="97">
                  <c:v>44491</c:v>
                </c:pt>
                <c:pt idx="98">
                  <c:v>44490</c:v>
                </c:pt>
                <c:pt idx="99">
                  <c:v>44489</c:v>
                </c:pt>
                <c:pt idx="100">
                  <c:v>44488</c:v>
                </c:pt>
                <c:pt idx="101">
                  <c:v>44487</c:v>
                </c:pt>
                <c:pt idx="102">
                  <c:v>44484</c:v>
                </c:pt>
                <c:pt idx="103">
                  <c:v>44483</c:v>
                </c:pt>
                <c:pt idx="104">
                  <c:v>44482</c:v>
                </c:pt>
                <c:pt idx="105">
                  <c:v>44481</c:v>
                </c:pt>
                <c:pt idx="106">
                  <c:v>44480</c:v>
                </c:pt>
                <c:pt idx="107">
                  <c:v>44477</c:v>
                </c:pt>
                <c:pt idx="108">
                  <c:v>44476</c:v>
                </c:pt>
                <c:pt idx="109">
                  <c:v>44475</c:v>
                </c:pt>
                <c:pt idx="110">
                  <c:v>44474</c:v>
                </c:pt>
                <c:pt idx="111">
                  <c:v>44473</c:v>
                </c:pt>
                <c:pt idx="112">
                  <c:v>44470</c:v>
                </c:pt>
                <c:pt idx="113">
                  <c:v>44469</c:v>
                </c:pt>
                <c:pt idx="114">
                  <c:v>44468</c:v>
                </c:pt>
                <c:pt idx="115">
                  <c:v>44467</c:v>
                </c:pt>
                <c:pt idx="116">
                  <c:v>44466</c:v>
                </c:pt>
                <c:pt idx="117">
                  <c:v>44463</c:v>
                </c:pt>
                <c:pt idx="118">
                  <c:v>44462</c:v>
                </c:pt>
                <c:pt idx="119">
                  <c:v>44461</c:v>
                </c:pt>
                <c:pt idx="120">
                  <c:v>44460</c:v>
                </c:pt>
                <c:pt idx="121">
                  <c:v>44459</c:v>
                </c:pt>
                <c:pt idx="122">
                  <c:v>44456</c:v>
                </c:pt>
                <c:pt idx="123">
                  <c:v>44455</c:v>
                </c:pt>
                <c:pt idx="124">
                  <c:v>44454</c:v>
                </c:pt>
                <c:pt idx="125">
                  <c:v>44453</c:v>
                </c:pt>
                <c:pt idx="126">
                  <c:v>44452</c:v>
                </c:pt>
                <c:pt idx="127">
                  <c:v>44449</c:v>
                </c:pt>
                <c:pt idx="128">
                  <c:v>44448</c:v>
                </c:pt>
                <c:pt idx="129">
                  <c:v>44447</c:v>
                </c:pt>
                <c:pt idx="130">
                  <c:v>44446</c:v>
                </c:pt>
                <c:pt idx="131">
                  <c:v>44445</c:v>
                </c:pt>
                <c:pt idx="132">
                  <c:v>44442</c:v>
                </c:pt>
                <c:pt idx="133">
                  <c:v>44441</c:v>
                </c:pt>
                <c:pt idx="134">
                  <c:v>44440</c:v>
                </c:pt>
                <c:pt idx="135">
                  <c:v>44439</c:v>
                </c:pt>
                <c:pt idx="136">
                  <c:v>44438</c:v>
                </c:pt>
                <c:pt idx="137">
                  <c:v>44435</c:v>
                </c:pt>
                <c:pt idx="138">
                  <c:v>44434</c:v>
                </c:pt>
                <c:pt idx="139">
                  <c:v>44433</c:v>
                </c:pt>
                <c:pt idx="140">
                  <c:v>44432</c:v>
                </c:pt>
                <c:pt idx="141">
                  <c:v>44431</c:v>
                </c:pt>
                <c:pt idx="142">
                  <c:v>44428</c:v>
                </c:pt>
                <c:pt idx="143">
                  <c:v>44427</c:v>
                </c:pt>
                <c:pt idx="144">
                  <c:v>44426</c:v>
                </c:pt>
                <c:pt idx="145">
                  <c:v>44425</c:v>
                </c:pt>
                <c:pt idx="146">
                  <c:v>44424</c:v>
                </c:pt>
                <c:pt idx="147">
                  <c:v>44421</c:v>
                </c:pt>
                <c:pt idx="148">
                  <c:v>44420</c:v>
                </c:pt>
                <c:pt idx="149">
                  <c:v>44419</c:v>
                </c:pt>
                <c:pt idx="150">
                  <c:v>44418</c:v>
                </c:pt>
                <c:pt idx="151">
                  <c:v>44417</c:v>
                </c:pt>
                <c:pt idx="152">
                  <c:v>44414</c:v>
                </c:pt>
                <c:pt idx="153">
                  <c:v>44413</c:v>
                </c:pt>
                <c:pt idx="154">
                  <c:v>44412</c:v>
                </c:pt>
                <c:pt idx="155">
                  <c:v>44411</c:v>
                </c:pt>
                <c:pt idx="156">
                  <c:v>44410</c:v>
                </c:pt>
                <c:pt idx="157">
                  <c:v>44407</c:v>
                </c:pt>
                <c:pt idx="158">
                  <c:v>44406</c:v>
                </c:pt>
                <c:pt idx="159">
                  <c:v>44405</c:v>
                </c:pt>
                <c:pt idx="160">
                  <c:v>44404</c:v>
                </c:pt>
                <c:pt idx="161">
                  <c:v>44403</c:v>
                </c:pt>
                <c:pt idx="162">
                  <c:v>44400</c:v>
                </c:pt>
                <c:pt idx="163">
                  <c:v>44399</c:v>
                </c:pt>
                <c:pt idx="164">
                  <c:v>44398</c:v>
                </c:pt>
                <c:pt idx="165">
                  <c:v>44397</c:v>
                </c:pt>
                <c:pt idx="166">
                  <c:v>44396</c:v>
                </c:pt>
                <c:pt idx="167">
                  <c:v>44393</c:v>
                </c:pt>
                <c:pt idx="168">
                  <c:v>44392</c:v>
                </c:pt>
                <c:pt idx="169">
                  <c:v>44391</c:v>
                </c:pt>
                <c:pt idx="170">
                  <c:v>44390</c:v>
                </c:pt>
                <c:pt idx="171">
                  <c:v>44389</c:v>
                </c:pt>
                <c:pt idx="172">
                  <c:v>44386</c:v>
                </c:pt>
                <c:pt idx="173">
                  <c:v>44385</c:v>
                </c:pt>
                <c:pt idx="174">
                  <c:v>44384</c:v>
                </c:pt>
                <c:pt idx="175">
                  <c:v>44383</c:v>
                </c:pt>
                <c:pt idx="176">
                  <c:v>44382</c:v>
                </c:pt>
                <c:pt idx="177">
                  <c:v>44379</c:v>
                </c:pt>
                <c:pt idx="178">
                  <c:v>44378</c:v>
                </c:pt>
                <c:pt idx="179">
                  <c:v>44377</c:v>
                </c:pt>
                <c:pt idx="180">
                  <c:v>44376</c:v>
                </c:pt>
                <c:pt idx="181">
                  <c:v>44375</c:v>
                </c:pt>
                <c:pt idx="182">
                  <c:v>44372</c:v>
                </c:pt>
                <c:pt idx="183">
                  <c:v>44371</c:v>
                </c:pt>
                <c:pt idx="184">
                  <c:v>44370</c:v>
                </c:pt>
                <c:pt idx="185">
                  <c:v>44369</c:v>
                </c:pt>
                <c:pt idx="186">
                  <c:v>44368</c:v>
                </c:pt>
                <c:pt idx="187">
                  <c:v>44365</c:v>
                </c:pt>
                <c:pt idx="188">
                  <c:v>44364</c:v>
                </c:pt>
                <c:pt idx="189">
                  <c:v>44363</c:v>
                </c:pt>
                <c:pt idx="190">
                  <c:v>44362</c:v>
                </c:pt>
                <c:pt idx="191">
                  <c:v>44361</c:v>
                </c:pt>
                <c:pt idx="192">
                  <c:v>44358</c:v>
                </c:pt>
                <c:pt idx="193">
                  <c:v>44357</c:v>
                </c:pt>
                <c:pt idx="194">
                  <c:v>44356</c:v>
                </c:pt>
                <c:pt idx="195">
                  <c:v>44355</c:v>
                </c:pt>
                <c:pt idx="196">
                  <c:v>44354</c:v>
                </c:pt>
                <c:pt idx="197">
                  <c:v>44351</c:v>
                </c:pt>
                <c:pt idx="198">
                  <c:v>44350</c:v>
                </c:pt>
                <c:pt idx="199">
                  <c:v>44349</c:v>
                </c:pt>
                <c:pt idx="200">
                  <c:v>44348</c:v>
                </c:pt>
                <c:pt idx="201">
                  <c:v>44347</c:v>
                </c:pt>
                <c:pt idx="202">
                  <c:v>44344</c:v>
                </c:pt>
                <c:pt idx="203">
                  <c:v>44343</c:v>
                </c:pt>
                <c:pt idx="204">
                  <c:v>44342</c:v>
                </c:pt>
                <c:pt idx="205">
                  <c:v>44341</c:v>
                </c:pt>
                <c:pt idx="206">
                  <c:v>44340</c:v>
                </c:pt>
                <c:pt idx="207">
                  <c:v>44337</c:v>
                </c:pt>
                <c:pt idx="208">
                  <c:v>44336</c:v>
                </c:pt>
                <c:pt idx="209">
                  <c:v>44335</c:v>
                </c:pt>
                <c:pt idx="210">
                  <c:v>44334</c:v>
                </c:pt>
                <c:pt idx="211">
                  <c:v>44333</c:v>
                </c:pt>
                <c:pt idx="212">
                  <c:v>44330</c:v>
                </c:pt>
                <c:pt idx="213">
                  <c:v>44329</c:v>
                </c:pt>
                <c:pt idx="214">
                  <c:v>44328</c:v>
                </c:pt>
                <c:pt idx="215">
                  <c:v>44327</c:v>
                </c:pt>
                <c:pt idx="216">
                  <c:v>44326</c:v>
                </c:pt>
                <c:pt idx="217">
                  <c:v>44323</c:v>
                </c:pt>
                <c:pt idx="218">
                  <c:v>44322</c:v>
                </c:pt>
                <c:pt idx="219">
                  <c:v>44321</c:v>
                </c:pt>
                <c:pt idx="220">
                  <c:v>44320</c:v>
                </c:pt>
                <c:pt idx="221">
                  <c:v>44319</c:v>
                </c:pt>
                <c:pt idx="222">
                  <c:v>44316</c:v>
                </c:pt>
                <c:pt idx="223">
                  <c:v>44315</c:v>
                </c:pt>
                <c:pt idx="224">
                  <c:v>44314</c:v>
                </c:pt>
                <c:pt idx="225">
                  <c:v>44313</c:v>
                </c:pt>
                <c:pt idx="226">
                  <c:v>44312</c:v>
                </c:pt>
                <c:pt idx="227">
                  <c:v>44309</c:v>
                </c:pt>
                <c:pt idx="228">
                  <c:v>44308</c:v>
                </c:pt>
                <c:pt idx="229">
                  <c:v>44307</c:v>
                </c:pt>
                <c:pt idx="230">
                  <c:v>44306</c:v>
                </c:pt>
                <c:pt idx="231">
                  <c:v>44305</c:v>
                </c:pt>
                <c:pt idx="232">
                  <c:v>44302</c:v>
                </c:pt>
                <c:pt idx="233">
                  <c:v>44301</c:v>
                </c:pt>
                <c:pt idx="234">
                  <c:v>44300</c:v>
                </c:pt>
                <c:pt idx="235">
                  <c:v>44299</c:v>
                </c:pt>
                <c:pt idx="236">
                  <c:v>44298</c:v>
                </c:pt>
                <c:pt idx="237">
                  <c:v>44295</c:v>
                </c:pt>
                <c:pt idx="238">
                  <c:v>44294</c:v>
                </c:pt>
                <c:pt idx="239">
                  <c:v>44293</c:v>
                </c:pt>
                <c:pt idx="240">
                  <c:v>44292</c:v>
                </c:pt>
                <c:pt idx="241">
                  <c:v>44287</c:v>
                </c:pt>
                <c:pt idx="242">
                  <c:v>44286</c:v>
                </c:pt>
                <c:pt idx="243">
                  <c:v>44285</c:v>
                </c:pt>
                <c:pt idx="244">
                  <c:v>44284</c:v>
                </c:pt>
                <c:pt idx="245">
                  <c:v>44281</c:v>
                </c:pt>
                <c:pt idx="246">
                  <c:v>44280</c:v>
                </c:pt>
                <c:pt idx="247">
                  <c:v>44279</c:v>
                </c:pt>
                <c:pt idx="248">
                  <c:v>44278</c:v>
                </c:pt>
                <c:pt idx="249">
                  <c:v>44277</c:v>
                </c:pt>
                <c:pt idx="250">
                  <c:v>44274</c:v>
                </c:pt>
                <c:pt idx="251">
                  <c:v>44273</c:v>
                </c:pt>
                <c:pt idx="252">
                  <c:v>44272</c:v>
                </c:pt>
                <c:pt idx="253">
                  <c:v>44271</c:v>
                </c:pt>
                <c:pt idx="254">
                  <c:v>44270</c:v>
                </c:pt>
                <c:pt idx="255">
                  <c:v>44267</c:v>
                </c:pt>
                <c:pt idx="256">
                  <c:v>44266</c:v>
                </c:pt>
                <c:pt idx="257">
                  <c:v>44265</c:v>
                </c:pt>
                <c:pt idx="258">
                  <c:v>44264</c:v>
                </c:pt>
                <c:pt idx="259">
                  <c:v>44263</c:v>
                </c:pt>
                <c:pt idx="260">
                  <c:v>44260</c:v>
                </c:pt>
                <c:pt idx="261">
                  <c:v>44259</c:v>
                </c:pt>
                <c:pt idx="262">
                  <c:v>44258</c:v>
                </c:pt>
                <c:pt idx="263">
                  <c:v>44257</c:v>
                </c:pt>
                <c:pt idx="264">
                  <c:v>44256</c:v>
                </c:pt>
                <c:pt idx="265">
                  <c:v>44253</c:v>
                </c:pt>
                <c:pt idx="266">
                  <c:v>44252</c:v>
                </c:pt>
                <c:pt idx="267">
                  <c:v>44251</c:v>
                </c:pt>
                <c:pt idx="268">
                  <c:v>44250</c:v>
                </c:pt>
                <c:pt idx="269">
                  <c:v>44249</c:v>
                </c:pt>
                <c:pt idx="270">
                  <c:v>44246</c:v>
                </c:pt>
                <c:pt idx="271">
                  <c:v>44245</c:v>
                </c:pt>
                <c:pt idx="272">
                  <c:v>44244</c:v>
                </c:pt>
                <c:pt idx="273">
                  <c:v>44243</c:v>
                </c:pt>
                <c:pt idx="274">
                  <c:v>44242</c:v>
                </c:pt>
                <c:pt idx="275">
                  <c:v>44239</c:v>
                </c:pt>
                <c:pt idx="276">
                  <c:v>44238</c:v>
                </c:pt>
                <c:pt idx="277">
                  <c:v>44237</c:v>
                </c:pt>
                <c:pt idx="278">
                  <c:v>44236</c:v>
                </c:pt>
                <c:pt idx="279">
                  <c:v>44235</c:v>
                </c:pt>
                <c:pt idx="280">
                  <c:v>44232</c:v>
                </c:pt>
                <c:pt idx="281">
                  <c:v>44231</c:v>
                </c:pt>
                <c:pt idx="282">
                  <c:v>44230</c:v>
                </c:pt>
                <c:pt idx="283">
                  <c:v>44229</c:v>
                </c:pt>
                <c:pt idx="284">
                  <c:v>44228</c:v>
                </c:pt>
                <c:pt idx="285">
                  <c:v>44225</c:v>
                </c:pt>
                <c:pt idx="286">
                  <c:v>44224</c:v>
                </c:pt>
                <c:pt idx="287">
                  <c:v>44223</c:v>
                </c:pt>
                <c:pt idx="288">
                  <c:v>44221</c:v>
                </c:pt>
                <c:pt idx="289">
                  <c:v>44218</c:v>
                </c:pt>
                <c:pt idx="290">
                  <c:v>44217</c:v>
                </c:pt>
                <c:pt idx="291">
                  <c:v>44216</c:v>
                </c:pt>
                <c:pt idx="292">
                  <c:v>44215</c:v>
                </c:pt>
                <c:pt idx="293">
                  <c:v>44214</c:v>
                </c:pt>
                <c:pt idx="294">
                  <c:v>44211</c:v>
                </c:pt>
                <c:pt idx="295">
                  <c:v>44210</c:v>
                </c:pt>
                <c:pt idx="296">
                  <c:v>44209</c:v>
                </c:pt>
                <c:pt idx="297">
                  <c:v>44208</c:v>
                </c:pt>
                <c:pt idx="298">
                  <c:v>44207</c:v>
                </c:pt>
                <c:pt idx="299">
                  <c:v>44204</c:v>
                </c:pt>
                <c:pt idx="300">
                  <c:v>44203</c:v>
                </c:pt>
                <c:pt idx="301">
                  <c:v>44202</c:v>
                </c:pt>
                <c:pt idx="302">
                  <c:v>44201</c:v>
                </c:pt>
                <c:pt idx="303">
                  <c:v>44200</c:v>
                </c:pt>
                <c:pt idx="304">
                  <c:v>44196</c:v>
                </c:pt>
                <c:pt idx="305">
                  <c:v>44195</c:v>
                </c:pt>
                <c:pt idx="306">
                  <c:v>44194</c:v>
                </c:pt>
                <c:pt idx="307">
                  <c:v>44189</c:v>
                </c:pt>
                <c:pt idx="308">
                  <c:v>44188</c:v>
                </c:pt>
                <c:pt idx="309">
                  <c:v>44187</c:v>
                </c:pt>
                <c:pt idx="310">
                  <c:v>44186</c:v>
                </c:pt>
                <c:pt idx="311">
                  <c:v>44183</c:v>
                </c:pt>
                <c:pt idx="312">
                  <c:v>44182</c:v>
                </c:pt>
                <c:pt idx="313">
                  <c:v>44181</c:v>
                </c:pt>
                <c:pt idx="314">
                  <c:v>44180</c:v>
                </c:pt>
                <c:pt idx="315">
                  <c:v>44179</c:v>
                </c:pt>
                <c:pt idx="316">
                  <c:v>44176</c:v>
                </c:pt>
                <c:pt idx="317">
                  <c:v>44175</c:v>
                </c:pt>
                <c:pt idx="318">
                  <c:v>44174</c:v>
                </c:pt>
                <c:pt idx="319">
                  <c:v>44173</c:v>
                </c:pt>
                <c:pt idx="320">
                  <c:v>44172</c:v>
                </c:pt>
                <c:pt idx="321">
                  <c:v>44169</c:v>
                </c:pt>
                <c:pt idx="322">
                  <c:v>44168</c:v>
                </c:pt>
                <c:pt idx="323">
                  <c:v>44167</c:v>
                </c:pt>
                <c:pt idx="324">
                  <c:v>44166</c:v>
                </c:pt>
                <c:pt idx="325">
                  <c:v>44165</c:v>
                </c:pt>
                <c:pt idx="326">
                  <c:v>44162</c:v>
                </c:pt>
                <c:pt idx="327">
                  <c:v>44161</c:v>
                </c:pt>
                <c:pt idx="328">
                  <c:v>44160</c:v>
                </c:pt>
                <c:pt idx="329">
                  <c:v>44159</c:v>
                </c:pt>
                <c:pt idx="330">
                  <c:v>44158</c:v>
                </c:pt>
                <c:pt idx="331">
                  <c:v>44155</c:v>
                </c:pt>
                <c:pt idx="332">
                  <c:v>44154</c:v>
                </c:pt>
                <c:pt idx="333">
                  <c:v>44153</c:v>
                </c:pt>
                <c:pt idx="334">
                  <c:v>44152</c:v>
                </c:pt>
                <c:pt idx="335">
                  <c:v>44151</c:v>
                </c:pt>
                <c:pt idx="336">
                  <c:v>44148</c:v>
                </c:pt>
                <c:pt idx="337">
                  <c:v>44147</c:v>
                </c:pt>
                <c:pt idx="338">
                  <c:v>44146</c:v>
                </c:pt>
                <c:pt idx="339">
                  <c:v>44145</c:v>
                </c:pt>
                <c:pt idx="340">
                  <c:v>44144</c:v>
                </c:pt>
                <c:pt idx="341">
                  <c:v>44141</c:v>
                </c:pt>
                <c:pt idx="342">
                  <c:v>44140</c:v>
                </c:pt>
                <c:pt idx="343">
                  <c:v>44139</c:v>
                </c:pt>
                <c:pt idx="344">
                  <c:v>44138</c:v>
                </c:pt>
                <c:pt idx="345">
                  <c:v>44137</c:v>
                </c:pt>
                <c:pt idx="346">
                  <c:v>44134</c:v>
                </c:pt>
                <c:pt idx="347">
                  <c:v>44133</c:v>
                </c:pt>
                <c:pt idx="348">
                  <c:v>44132</c:v>
                </c:pt>
                <c:pt idx="349">
                  <c:v>44131</c:v>
                </c:pt>
                <c:pt idx="350">
                  <c:v>44130</c:v>
                </c:pt>
                <c:pt idx="351">
                  <c:v>44127</c:v>
                </c:pt>
                <c:pt idx="352">
                  <c:v>44126</c:v>
                </c:pt>
                <c:pt idx="353">
                  <c:v>44125</c:v>
                </c:pt>
                <c:pt idx="354">
                  <c:v>44124</c:v>
                </c:pt>
                <c:pt idx="355">
                  <c:v>44123</c:v>
                </c:pt>
                <c:pt idx="356">
                  <c:v>44120</c:v>
                </c:pt>
                <c:pt idx="357">
                  <c:v>44119</c:v>
                </c:pt>
                <c:pt idx="358">
                  <c:v>44118</c:v>
                </c:pt>
                <c:pt idx="359">
                  <c:v>44117</c:v>
                </c:pt>
                <c:pt idx="360">
                  <c:v>44116</c:v>
                </c:pt>
                <c:pt idx="361">
                  <c:v>44113</c:v>
                </c:pt>
                <c:pt idx="362">
                  <c:v>44112</c:v>
                </c:pt>
                <c:pt idx="363">
                  <c:v>44111</c:v>
                </c:pt>
                <c:pt idx="364">
                  <c:v>44110</c:v>
                </c:pt>
                <c:pt idx="365">
                  <c:v>44109</c:v>
                </c:pt>
                <c:pt idx="366">
                  <c:v>44106</c:v>
                </c:pt>
                <c:pt idx="367">
                  <c:v>44105</c:v>
                </c:pt>
                <c:pt idx="368">
                  <c:v>44104</c:v>
                </c:pt>
                <c:pt idx="369">
                  <c:v>44103</c:v>
                </c:pt>
                <c:pt idx="370">
                  <c:v>44102</c:v>
                </c:pt>
                <c:pt idx="371">
                  <c:v>44099</c:v>
                </c:pt>
                <c:pt idx="372">
                  <c:v>44098</c:v>
                </c:pt>
                <c:pt idx="373">
                  <c:v>44097</c:v>
                </c:pt>
                <c:pt idx="374">
                  <c:v>44096</c:v>
                </c:pt>
                <c:pt idx="375">
                  <c:v>44095</c:v>
                </c:pt>
                <c:pt idx="376">
                  <c:v>44092</c:v>
                </c:pt>
                <c:pt idx="377">
                  <c:v>44091</c:v>
                </c:pt>
                <c:pt idx="378">
                  <c:v>44090</c:v>
                </c:pt>
                <c:pt idx="379">
                  <c:v>44089</c:v>
                </c:pt>
                <c:pt idx="380">
                  <c:v>44088</c:v>
                </c:pt>
                <c:pt idx="381">
                  <c:v>44085</c:v>
                </c:pt>
                <c:pt idx="382">
                  <c:v>44084</c:v>
                </c:pt>
                <c:pt idx="383">
                  <c:v>44083</c:v>
                </c:pt>
                <c:pt idx="384">
                  <c:v>44082</c:v>
                </c:pt>
                <c:pt idx="385">
                  <c:v>44081</c:v>
                </c:pt>
                <c:pt idx="386">
                  <c:v>44078</c:v>
                </c:pt>
                <c:pt idx="387">
                  <c:v>44077</c:v>
                </c:pt>
                <c:pt idx="388">
                  <c:v>44076</c:v>
                </c:pt>
                <c:pt idx="389">
                  <c:v>44075</c:v>
                </c:pt>
                <c:pt idx="390">
                  <c:v>44074</c:v>
                </c:pt>
                <c:pt idx="391">
                  <c:v>44071</c:v>
                </c:pt>
                <c:pt idx="392">
                  <c:v>44070</c:v>
                </c:pt>
                <c:pt idx="393">
                  <c:v>44069</c:v>
                </c:pt>
                <c:pt idx="394">
                  <c:v>44068</c:v>
                </c:pt>
                <c:pt idx="395">
                  <c:v>44067</c:v>
                </c:pt>
                <c:pt idx="396">
                  <c:v>44064</c:v>
                </c:pt>
                <c:pt idx="397">
                  <c:v>44063</c:v>
                </c:pt>
                <c:pt idx="398">
                  <c:v>44062</c:v>
                </c:pt>
                <c:pt idx="399">
                  <c:v>44061</c:v>
                </c:pt>
                <c:pt idx="400">
                  <c:v>44060</c:v>
                </c:pt>
                <c:pt idx="401">
                  <c:v>44057</c:v>
                </c:pt>
                <c:pt idx="402">
                  <c:v>44056</c:v>
                </c:pt>
                <c:pt idx="403">
                  <c:v>44055</c:v>
                </c:pt>
                <c:pt idx="404">
                  <c:v>44054</c:v>
                </c:pt>
                <c:pt idx="405">
                  <c:v>44053</c:v>
                </c:pt>
                <c:pt idx="406">
                  <c:v>44050</c:v>
                </c:pt>
                <c:pt idx="407">
                  <c:v>44049</c:v>
                </c:pt>
                <c:pt idx="408">
                  <c:v>44048</c:v>
                </c:pt>
                <c:pt idx="409">
                  <c:v>44047</c:v>
                </c:pt>
                <c:pt idx="410">
                  <c:v>44046</c:v>
                </c:pt>
                <c:pt idx="411">
                  <c:v>44043</c:v>
                </c:pt>
                <c:pt idx="412">
                  <c:v>44042</c:v>
                </c:pt>
                <c:pt idx="413">
                  <c:v>44041</c:v>
                </c:pt>
                <c:pt idx="414">
                  <c:v>44040</c:v>
                </c:pt>
                <c:pt idx="415">
                  <c:v>44039</c:v>
                </c:pt>
                <c:pt idx="416">
                  <c:v>44036</c:v>
                </c:pt>
                <c:pt idx="417">
                  <c:v>44035</c:v>
                </c:pt>
                <c:pt idx="418">
                  <c:v>44034</c:v>
                </c:pt>
                <c:pt idx="419">
                  <c:v>44033</c:v>
                </c:pt>
                <c:pt idx="420">
                  <c:v>44032</c:v>
                </c:pt>
                <c:pt idx="421">
                  <c:v>44029</c:v>
                </c:pt>
                <c:pt idx="422">
                  <c:v>44028</c:v>
                </c:pt>
                <c:pt idx="423">
                  <c:v>44027</c:v>
                </c:pt>
                <c:pt idx="424">
                  <c:v>44026</c:v>
                </c:pt>
                <c:pt idx="425">
                  <c:v>44025</c:v>
                </c:pt>
                <c:pt idx="426">
                  <c:v>44022</c:v>
                </c:pt>
                <c:pt idx="427">
                  <c:v>44021</c:v>
                </c:pt>
                <c:pt idx="428">
                  <c:v>44020</c:v>
                </c:pt>
                <c:pt idx="429">
                  <c:v>44019</c:v>
                </c:pt>
                <c:pt idx="430">
                  <c:v>44018</c:v>
                </c:pt>
                <c:pt idx="431">
                  <c:v>44015</c:v>
                </c:pt>
                <c:pt idx="432">
                  <c:v>44014</c:v>
                </c:pt>
                <c:pt idx="433">
                  <c:v>44013</c:v>
                </c:pt>
                <c:pt idx="434">
                  <c:v>44012</c:v>
                </c:pt>
                <c:pt idx="435">
                  <c:v>44011</c:v>
                </c:pt>
                <c:pt idx="436">
                  <c:v>44008</c:v>
                </c:pt>
                <c:pt idx="437">
                  <c:v>44007</c:v>
                </c:pt>
                <c:pt idx="438">
                  <c:v>44006</c:v>
                </c:pt>
                <c:pt idx="439">
                  <c:v>44005</c:v>
                </c:pt>
                <c:pt idx="440">
                  <c:v>44004</c:v>
                </c:pt>
                <c:pt idx="441">
                  <c:v>44001</c:v>
                </c:pt>
                <c:pt idx="442">
                  <c:v>44000</c:v>
                </c:pt>
                <c:pt idx="443">
                  <c:v>43999</c:v>
                </c:pt>
                <c:pt idx="444">
                  <c:v>43998</c:v>
                </c:pt>
                <c:pt idx="445">
                  <c:v>43997</c:v>
                </c:pt>
                <c:pt idx="446">
                  <c:v>43994</c:v>
                </c:pt>
                <c:pt idx="447">
                  <c:v>43993</c:v>
                </c:pt>
                <c:pt idx="448">
                  <c:v>43992</c:v>
                </c:pt>
                <c:pt idx="449">
                  <c:v>43991</c:v>
                </c:pt>
                <c:pt idx="450">
                  <c:v>43987</c:v>
                </c:pt>
                <c:pt idx="451">
                  <c:v>43986</c:v>
                </c:pt>
                <c:pt idx="452">
                  <c:v>43985</c:v>
                </c:pt>
                <c:pt idx="453">
                  <c:v>43984</c:v>
                </c:pt>
                <c:pt idx="454">
                  <c:v>43983</c:v>
                </c:pt>
                <c:pt idx="455">
                  <c:v>43980</c:v>
                </c:pt>
                <c:pt idx="456">
                  <c:v>43979</c:v>
                </c:pt>
                <c:pt idx="457">
                  <c:v>43978</c:v>
                </c:pt>
                <c:pt idx="458">
                  <c:v>43977</c:v>
                </c:pt>
                <c:pt idx="459">
                  <c:v>43976</c:v>
                </c:pt>
                <c:pt idx="460">
                  <c:v>43973</c:v>
                </c:pt>
                <c:pt idx="461">
                  <c:v>43972</c:v>
                </c:pt>
                <c:pt idx="462">
                  <c:v>43971</c:v>
                </c:pt>
                <c:pt idx="463">
                  <c:v>43970</c:v>
                </c:pt>
                <c:pt idx="464">
                  <c:v>43969</c:v>
                </c:pt>
                <c:pt idx="465">
                  <c:v>43966</c:v>
                </c:pt>
                <c:pt idx="466">
                  <c:v>43965</c:v>
                </c:pt>
                <c:pt idx="467">
                  <c:v>43964</c:v>
                </c:pt>
                <c:pt idx="468">
                  <c:v>43963</c:v>
                </c:pt>
                <c:pt idx="469">
                  <c:v>43962</c:v>
                </c:pt>
                <c:pt idx="470">
                  <c:v>43959</c:v>
                </c:pt>
                <c:pt idx="471">
                  <c:v>43958</c:v>
                </c:pt>
                <c:pt idx="472">
                  <c:v>43957</c:v>
                </c:pt>
                <c:pt idx="473">
                  <c:v>43956</c:v>
                </c:pt>
                <c:pt idx="474">
                  <c:v>43955</c:v>
                </c:pt>
                <c:pt idx="475">
                  <c:v>43952</c:v>
                </c:pt>
                <c:pt idx="476">
                  <c:v>43951</c:v>
                </c:pt>
                <c:pt idx="477">
                  <c:v>43950</c:v>
                </c:pt>
                <c:pt idx="478">
                  <c:v>43949</c:v>
                </c:pt>
                <c:pt idx="479">
                  <c:v>43948</c:v>
                </c:pt>
                <c:pt idx="480">
                  <c:v>43945</c:v>
                </c:pt>
                <c:pt idx="481">
                  <c:v>43944</c:v>
                </c:pt>
                <c:pt idx="482">
                  <c:v>43943</c:v>
                </c:pt>
                <c:pt idx="483">
                  <c:v>43942</c:v>
                </c:pt>
                <c:pt idx="484">
                  <c:v>43941</c:v>
                </c:pt>
                <c:pt idx="485">
                  <c:v>43938</c:v>
                </c:pt>
                <c:pt idx="486">
                  <c:v>43937</c:v>
                </c:pt>
                <c:pt idx="487">
                  <c:v>43936</c:v>
                </c:pt>
                <c:pt idx="488">
                  <c:v>43935</c:v>
                </c:pt>
                <c:pt idx="489">
                  <c:v>43930</c:v>
                </c:pt>
                <c:pt idx="490">
                  <c:v>43929</c:v>
                </c:pt>
                <c:pt idx="491">
                  <c:v>43928</c:v>
                </c:pt>
                <c:pt idx="492">
                  <c:v>43927</c:v>
                </c:pt>
                <c:pt idx="493">
                  <c:v>43924</c:v>
                </c:pt>
                <c:pt idx="494">
                  <c:v>43923</c:v>
                </c:pt>
                <c:pt idx="495">
                  <c:v>43922</c:v>
                </c:pt>
                <c:pt idx="496">
                  <c:v>43921</c:v>
                </c:pt>
                <c:pt idx="497">
                  <c:v>43920</c:v>
                </c:pt>
                <c:pt idx="498">
                  <c:v>43917</c:v>
                </c:pt>
                <c:pt idx="499">
                  <c:v>43916</c:v>
                </c:pt>
                <c:pt idx="500">
                  <c:v>43915</c:v>
                </c:pt>
                <c:pt idx="501">
                  <c:v>43914</c:v>
                </c:pt>
                <c:pt idx="502">
                  <c:v>43913</c:v>
                </c:pt>
                <c:pt idx="503">
                  <c:v>43910</c:v>
                </c:pt>
                <c:pt idx="504">
                  <c:v>43909</c:v>
                </c:pt>
                <c:pt idx="505">
                  <c:v>43908</c:v>
                </c:pt>
                <c:pt idx="506">
                  <c:v>43907</c:v>
                </c:pt>
                <c:pt idx="507">
                  <c:v>43906</c:v>
                </c:pt>
                <c:pt idx="508">
                  <c:v>43903</c:v>
                </c:pt>
                <c:pt idx="509">
                  <c:v>43902</c:v>
                </c:pt>
                <c:pt idx="510">
                  <c:v>43901</c:v>
                </c:pt>
                <c:pt idx="511">
                  <c:v>43900</c:v>
                </c:pt>
                <c:pt idx="512">
                  <c:v>43899</c:v>
                </c:pt>
                <c:pt idx="513">
                  <c:v>43896</c:v>
                </c:pt>
                <c:pt idx="514">
                  <c:v>43895</c:v>
                </c:pt>
                <c:pt idx="515">
                  <c:v>43894</c:v>
                </c:pt>
                <c:pt idx="516">
                  <c:v>43893</c:v>
                </c:pt>
                <c:pt idx="517">
                  <c:v>43892</c:v>
                </c:pt>
                <c:pt idx="518">
                  <c:v>43889</c:v>
                </c:pt>
                <c:pt idx="519">
                  <c:v>43888</c:v>
                </c:pt>
                <c:pt idx="520">
                  <c:v>43887</c:v>
                </c:pt>
                <c:pt idx="521">
                  <c:v>43886</c:v>
                </c:pt>
                <c:pt idx="522">
                  <c:v>43885</c:v>
                </c:pt>
                <c:pt idx="523">
                  <c:v>43882</c:v>
                </c:pt>
                <c:pt idx="524">
                  <c:v>43881</c:v>
                </c:pt>
                <c:pt idx="525">
                  <c:v>43880</c:v>
                </c:pt>
                <c:pt idx="526">
                  <c:v>43879</c:v>
                </c:pt>
                <c:pt idx="527">
                  <c:v>43878</c:v>
                </c:pt>
                <c:pt idx="528">
                  <c:v>43875</c:v>
                </c:pt>
                <c:pt idx="529">
                  <c:v>43874</c:v>
                </c:pt>
                <c:pt idx="530">
                  <c:v>43873</c:v>
                </c:pt>
                <c:pt idx="531">
                  <c:v>43872</c:v>
                </c:pt>
                <c:pt idx="532">
                  <c:v>43871</c:v>
                </c:pt>
                <c:pt idx="533">
                  <c:v>43868</c:v>
                </c:pt>
                <c:pt idx="534">
                  <c:v>43867</c:v>
                </c:pt>
                <c:pt idx="535">
                  <c:v>43866</c:v>
                </c:pt>
                <c:pt idx="536">
                  <c:v>43865</c:v>
                </c:pt>
                <c:pt idx="537">
                  <c:v>43864</c:v>
                </c:pt>
                <c:pt idx="538">
                  <c:v>43861</c:v>
                </c:pt>
                <c:pt idx="539">
                  <c:v>43860</c:v>
                </c:pt>
                <c:pt idx="540">
                  <c:v>43859</c:v>
                </c:pt>
                <c:pt idx="541">
                  <c:v>43858</c:v>
                </c:pt>
                <c:pt idx="542">
                  <c:v>43854</c:v>
                </c:pt>
                <c:pt idx="543">
                  <c:v>43853</c:v>
                </c:pt>
                <c:pt idx="544">
                  <c:v>43852</c:v>
                </c:pt>
                <c:pt idx="545">
                  <c:v>43851</c:v>
                </c:pt>
                <c:pt idx="546">
                  <c:v>43850</c:v>
                </c:pt>
                <c:pt idx="547">
                  <c:v>43847</c:v>
                </c:pt>
                <c:pt idx="548">
                  <c:v>43846</c:v>
                </c:pt>
                <c:pt idx="549">
                  <c:v>43845</c:v>
                </c:pt>
                <c:pt idx="550">
                  <c:v>43844</c:v>
                </c:pt>
                <c:pt idx="551">
                  <c:v>43843</c:v>
                </c:pt>
                <c:pt idx="552">
                  <c:v>43840</c:v>
                </c:pt>
                <c:pt idx="553">
                  <c:v>43839</c:v>
                </c:pt>
                <c:pt idx="554">
                  <c:v>43838</c:v>
                </c:pt>
                <c:pt idx="555">
                  <c:v>43837</c:v>
                </c:pt>
                <c:pt idx="556">
                  <c:v>43836</c:v>
                </c:pt>
                <c:pt idx="557">
                  <c:v>43833</c:v>
                </c:pt>
                <c:pt idx="558">
                  <c:v>43832</c:v>
                </c:pt>
                <c:pt idx="559">
                  <c:v>43830</c:v>
                </c:pt>
                <c:pt idx="560">
                  <c:v>43829</c:v>
                </c:pt>
                <c:pt idx="561">
                  <c:v>43826</c:v>
                </c:pt>
                <c:pt idx="562">
                  <c:v>43823</c:v>
                </c:pt>
                <c:pt idx="563">
                  <c:v>43822</c:v>
                </c:pt>
                <c:pt idx="564">
                  <c:v>43819</c:v>
                </c:pt>
                <c:pt idx="565">
                  <c:v>43818</c:v>
                </c:pt>
                <c:pt idx="566">
                  <c:v>43817</c:v>
                </c:pt>
                <c:pt idx="567">
                  <c:v>43816</c:v>
                </c:pt>
                <c:pt idx="568">
                  <c:v>43815</c:v>
                </c:pt>
                <c:pt idx="569">
                  <c:v>43812</c:v>
                </c:pt>
                <c:pt idx="570">
                  <c:v>43811</c:v>
                </c:pt>
                <c:pt idx="571">
                  <c:v>43810</c:v>
                </c:pt>
                <c:pt idx="572">
                  <c:v>43809</c:v>
                </c:pt>
                <c:pt idx="573">
                  <c:v>43808</c:v>
                </c:pt>
                <c:pt idx="574">
                  <c:v>43805</c:v>
                </c:pt>
                <c:pt idx="575">
                  <c:v>43804</c:v>
                </c:pt>
                <c:pt idx="576">
                  <c:v>43803</c:v>
                </c:pt>
                <c:pt idx="577">
                  <c:v>43802</c:v>
                </c:pt>
                <c:pt idx="578">
                  <c:v>43801</c:v>
                </c:pt>
                <c:pt idx="579">
                  <c:v>43798</c:v>
                </c:pt>
                <c:pt idx="580">
                  <c:v>43797</c:v>
                </c:pt>
                <c:pt idx="581">
                  <c:v>43796</c:v>
                </c:pt>
                <c:pt idx="582">
                  <c:v>43795</c:v>
                </c:pt>
                <c:pt idx="583">
                  <c:v>43794</c:v>
                </c:pt>
                <c:pt idx="584">
                  <c:v>43791</c:v>
                </c:pt>
                <c:pt idx="585">
                  <c:v>43790</c:v>
                </c:pt>
                <c:pt idx="586">
                  <c:v>43789</c:v>
                </c:pt>
                <c:pt idx="587">
                  <c:v>43788</c:v>
                </c:pt>
                <c:pt idx="588">
                  <c:v>43787</c:v>
                </c:pt>
                <c:pt idx="589">
                  <c:v>43784</c:v>
                </c:pt>
                <c:pt idx="590">
                  <c:v>43783</c:v>
                </c:pt>
                <c:pt idx="591">
                  <c:v>43782</c:v>
                </c:pt>
                <c:pt idx="592">
                  <c:v>43781</c:v>
                </c:pt>
                <c:pt idx="593">
                  <c:v>43780</c:v>
                </c:pt>
                <c:pt idx="594">
                  <c:v>43777</c:v>
                </c:pt>
                <c:pt idx="595">
                  <c:v>43776</c:v>
                </c:pt>
                <c:pt idx="596">
                  <c:v>43775</c:v>
                </c:pt>
                <c:pt idx="597">
                  <c:v>43774</c:v>
                </c:pt>
                <c:pt idx="598">
                  <c:v>43773</c:v>
                </c:pt>
                <c:pt idx="599">
                  <c:v>43770</c:v>
                </c:pt>
                <c:pt idx="600">
                  <c:v>43769</c:v>
                </c:pt>
                <c:pt idx="601">
                  <c:v>43768</c:v>
                </c:pt>
                <c:pt idx="602">
                  <c:v>43767</c:v>
                </c:pt>
                <c:pt idx="603">
                  <c:v>43766</c:v>
                </c:pt>
                <c:pt idx="604">
                  <c:v>43763</c:v>
                </c:pt>
                <c:pt idx="605">
                  <c:v>43762</c:v>
                </c:pt>
                <c:pt idx="606">
                  <c:v>43761</c:v>
                </c:pt>
                <c:pt idx="607">
                  <c:v>43760</c:v>
                </c:pt>
                <c:pt idx="608">
                  <c:v>43759</c:v>
                </c:pt>
                <c:pt idx="609">
                  <c:v>43756</c:v>
                </c:pt>
                <c:pt idx="610">
                  <c:v>43755</c:v>
                </c:pt>
                <c:pt idx="611">
                  <c:v>43754</c:v>
                </c:pt>
                <c:pt idx="612">
                  <c:v>43753</c:v>
                </c:pt>
                <c:pt idx="613">
                  <c:v>43752</c:v>
                </c:pt>
                <c:pt idx="614">
                  <c:v>43749</c:v>
                </c:pt>
                <c:pt idx="615">
                  <c:v>43748</c:v>
                </c:pt>
                <c:pt idx="616">
                  <c:v>43747</c:v>
                </c:pt>
                <c:pt idx="617">
                  <c:v>43746</c:v>
                </c:pt>
                <c:pt idx="618">
                  <c:v>43745</c:v>
                </c:pt>
                <c:pt idx="619">
                  <c:v>43742</c:v>
                </c:pt>
                <c:pt idx="620">
                  <c:v>43741</c:v>
                </c:pt>
                <c:pt idx="621">
                  <c:v>43740</c:v>
                </c:pt>
                <c:pt idx="622">
                  <c:v>43739</c:v>
                </c:pt>
                <c:pt idx="623">
                  <c:v>43738</c:v>
                </c:pt>
                <c:pt idx="624">
                  <c:v>43735</c:v>
                </c:pt>
                <c:pt idx="625">
                  <c:v>43734</c:v>
                </c:pt>
                <c:pt idx="626">
                  <c:v>43733</c:v>
                </c:pt>
                <c:pt idx="627">
                  <c:v>43732</c:v>
                </c:pt>
                <c:pt idx="628">
                  <c:v>43731</c:v>
                </c:pt>
                <c:pt idx="629">
                  <c:v>43728</c:v>
                </c:pt>
                <c:pt idx="630">
                  <c:v>43727</c:v>
                </c:pt>
                <c:pt idx="631">
                  <c:v>43726</c:v>
                </c:pt>
                <c:pt idx="632">
                  <c:v>43725</c:v>
                </c:pt>
                <c:pt idx="633">
                  <c:v>43724</c:v>
                </c:pt>
                <c:pt idx="634">
                  <c:v>43721</c:v>
                </c:pt>
                <c:pt idx="635">
                  <c:v>43720</c:v>
                </c:pt>
                <c:pt idx="636">
                  <c:v>43719</c:v>
                </c:pt>
                <c:pt idx="637">
                  <c:v>43718</c:v>
                </c:pt>
                <c:pt idx="638">
                  <c:v>43717</c:v>
                </c:pt>
                <c:pt idx="639">
                  <c:v>43714</c:v>
                </c:pt>
                <c:pt idx="640">
                  <c:v>43713</c:v>
                </c:pt>
                <c:pt idx="641">
                  <c:v>43712</c:v>
                </c:pt>
                <c:pt idx="642">
                  <c:v>43711</c:v>
                </c:pt>
                <c:pt idx="643">
                  <c:v>43710</c:v>
                </c:pt>
                <c:pt idx="644">
                  <c:v>43707</c:v>
                </c:pt>
                <c:pt idx="645">
                  <c:v>43706</c:v>
                </c:pt>
                <c:pt idx="646">
                  <c:v>43705</c:v>
                </c:pt>
                <c:pt idx="647">
                  <c:v>43704</c:v>
                </c:pt>
                <c:pt idx="648">
                  <c:v>43703</c:v>
                </c:pt>
                <c:pt idx="649">
                  <c:v>43700</c:v>
                </c:pt>
                <c:pt idx="650">
                  <c:v>43699</c:v>
                </c:pt>
                <c:pt idx="651">
                  <c:v>43698</c:v>
                </c:pt>
                <c:pt idx="652">
                  <c:v>43697</c:v>
                </c:pt>
                <c:pt idx="653">
                  <c:v>43696</c:v>
                </c:pt>
                <c:pt idx="654">
                  <c:v>43693</c:v>
                </c:pt>
                <c:pt idx="655">
                  <c:v>43692</c:v>
                </c:pt>
                <c:pt idx="656">
                  <c:v>43691</c:v>
                </c:pt>
                <c:pt idx="657">
                  <c:v>43690</c:v>
                </c:pt>
                <c:pt idx="658">
                  <c:v>43689</c:v>
                </c:pt>
                <c:pt idx="659">
                  <c:v>43686</c:v>
                </c:pt>
                <c:pt idx="660">
                  <c:v>43685</c:v>
                </c:pt>
                <c:pt idx="661">
                  <c:v>43684</c:v>
                </c:pt>
                <c:pt idx="662">
                  <c:v>43683</c:v>
                </c:pt>
                <c:pt idx="663">
                  <c:v>43682</c:v>
                </c:pt>
                <c:pt idx="664">
                  <c:v>43679</c:v>
                </c:pt>
                <c:pt idx="665">
                  <c:v>43678</c:v>
                </c:pt>
                <c:pt idx="666">
                  <c:v>43677</c:v>
                </c:pt>
                <c:pt idx="667">
                  <c:v>43676</c:v>
                </c:pt>
                <c:pt idx="668">
                  <c:v>43675</c:v>
                </c:pt>
                <c:pt idx="669">
                  <c:v>43672</c:v>
                </c:pt>
                <c:pt idx="670">
                  <c:v>43671</c:v>
                </c:pt>
                <c:pt idx="671">
                  <c:v>43670</c:v>
                </c:pt>
                <c:pt idx="672">
                  <c:v>43669</c:v>
                </c:pt>
                <c:pt idx="673">
                  <c:v>43668</c:v>
                </c:pt>
                <c:pt idx="674">
                  <c:v>43665</c:v>
                </c:pt>
                <c:pt idx="675">
                  <c:v>43664</c:v>
                </c:pt>
                <c:pt idx="676">
                  <c:v>43663</c:v>
                </c:pt>
                <c:pt idx="677">
                  <c:v>43662</c:v>
                </c:pt>
                <c:pt idx="678">
                  <c:v>43661</c:v>
                </c:pt>
                <c:pt idx="679">
                  <c:v>43658</c:v>
                </c:pt>
                <c:pt idx="680">
                  <c:v>43657</c:v>
                </c:pt>
                <c:pt idx="681">
                  <c:v>43656</c:v>
                </c:pt>
                <c:pt idx="682">
                  <c:v>43655</c:v>
                </c:pt>
                <c:pt idx="683">
                  <c:v>43654</c:v>
                </c:pt>
                <c:pt idx="684">
                  <c:v>43651</c:v>
                </c:pt>
                <c:pt idx="685">
                  <c:v>43650</c:v>
                </c:pt>
                <c:pt idx="686">
                  <c:v>43649</c:v>
                </c:pt>
                <c:pt idx="687">
                  <c:v>43648</c:v>
                </c:pt>
                <c:pt idx="688">
                  <c:v>43647</c:v>
                </c:pt>
                <c:pt idx="689">
                  <c:v>43644</c:v>
                </c:pt>
                <c:pt idx="690">
                  <c:v>43643</c:v>
                </c:pt>
                <c:pt idx="691">
                  <c:v>43642</c:v>
                </c:pt>
                <c:pt idx="692">
                  <c:v>43641</c:v>
                </c:pt>
                <c:pt idx="693">
                  <c:v>43640</c:v>
                </c:pt>
                <c:pt idx="694">
                  <c:v>43637</c:v>
                </c:pt>
                <c:pt idx="695">
                  <c:v>43636</c:v>
                </c:pt>
                <c:pt idx="696">
                  <c:v>43635</c:v>
                </c:pt>
                <c:pt idx="697">
                  <c:v>43634</c:v>
                </c:pt>
                <c:pt idx="698">
                  <c:v>43633</c:v>
                </c:pt>
                <c:pt idx="699">
                  <c:v>43630</c:v>
                </c:pt>
                <c:pt idx="700">
                  <c:v>43629</c:v>
                </c:pt>
                <c:pt idx="701">
                  <c:v>43628</c:v>
                </c:pt>
                <c:pt idx="702">
                  <c:v>43627</c:v>
                </c:pt>
                <c:pt idx="703">
                  <c:v>43623</c:v>
                </c:pt>
                <c:pt idx="704">
                  <c:v>43622</c:v>
                </c:pt>
                <c:pt idx="705">
                  <c:v>43621</c:v>
                </c:pt>
                <c:pt idx="706">
                  <c:v>43620</c:v>
                </c:pt>
                <c:pt idx="707">
                  <c:v>43619</c:v>
                </c:pt>
                <c:pt idx="708">
                  <c:v>43616</c:v>
                </c:pt>
                <c:pt idx="709">
                  <c:v>43615</c:v>
                </c:pt>
                <c:pt idx="710">
                  <c:v>43614</c:v>
                </c:pt>
                <c:pt idx="711">
                  <c:v>43613</c:v>
                </c:pt>
                <c:pt idx="712">
                  <c:v>43612</c:v>
                </c:pt>
                <c:pt idx="713">
                  <c:v>43609</c:v>
                </c:pt>
                <c:pt idx="714">
                  <c:v>43608</c:v>
                </c:pt>
                <c:pt idx="715">
                  <c:v>43607</c:v>
                </c:pt>
                <c:pt idx="716">
                  <c:v>43606</c:v>
                </c:pt>
                <c:pt idx="717">
                  <c:v>43605</c:v>
                </c:pt>
                <c:pt idx="718">
                  <c:v>43602</c:v>
                </c:pt>
                <c:pt idx="719">
                  <c:v>43601</c:v>
                </c:pt>
                <c:pt idx="720">
                  <c:v>43600</c:v>
                </c:pt>
                <c:pt idx="721">
                  <c:v>43599</c:v>
                </c:pt>
                <c:pt idx="722">
                  <c:v>43598</c:v>
                </c:pt>
                <c:pt idx="723">
                  <c:v>43595</c:v>
                </c:pt>
                <c:pt idx="724">
                  <c:v>43594</c:v>
                </c:pt>
                <c:pt idx="725">
                  <c:v>43593</c:v>
                </c:pt>
                <c:pt idx="726">
                  <c:v>43592</c:v>
                </c:pt>
                <c:pt idx="727">
                  <c:v>43591</c:v>
                </c:pt>
                <c:pt idx="728">
                  <c:v>43588</c:v>
                </c:pt>
                <c:pt idx="729">
                  <c:v>43587</c:v>
                </c:pt>
                <c:pt idx="730">
                  <c:v>43586</c:v>
                </c:pt>
              </c:numCache>
            </c:numRef>
          </c:cat>
          <c:val>
            <c:numRef>
              <c:f>'Main deck chart'!#REF!</c:f>
              <c:numCache>
                <c:formatCode>General</c:formatCode>
                <c:ptCount val="1"/>
                <c:pt idx="0">
                  <c:v>1</c:v>
                </c:pt>
              </c:numCache>
            </c:numRef>
          </c:val>
          <c:smooth val="0"/>
          <c:extLst>
            <c:ext xmlns:c16="http://schemas.microsoft.com/office/drawing/2014/chart" uri="{C3380CC4-5D6E-409C-BE32-E72D297353CC}">
              <c16:uniqueId val="{00000001-F210-EC41-8AD7-9F19C758BB82}"/>
            </c:ext>
          </c:extLst>
        </c:ser>
        <c:ser>
          <c:idx val="0"/>
          <c:order val="2"/>
          <c:tx>
            <c:strRef>
              <c:f>'Main deck chart'!$D$3</c:f>
              <c:strCache>
                <c:ptCount val="1"/>
                <c:pt idx="0">
                  <c:v>Share Price</c:v>
                </c:pt>
              </c:strCache>
            </c:strRef>
          </c:tx>
          <c:spPr>
            <a:ln w="28575" cap="rnd">
              <a:solidFill>
                <a:srgbClr val="FF0000"/>
              </a:solidFill>
              <a:round/>
            </a:ln>
            <a:effectLst/>
          </c:spPr>
          <c:marker>
            <c:symbol val="none"/>
          </c:marker>
          <c:cat>
            <c:numRef>
              <c:f>'Main deck chart'!$C$4:$C$950</c:f>
              <c:numCache>
                <c:formatCode>d\-mmm\-yy</c:formatCode>
                <c:ptCount val="947"/>
                <c:pt idx="0">
                  <c:v>44634</c:v>
                </c:pt>
                <c:pt idx="1">
                  <c:v>44631</c:v>
                </c:pt>
                <c:pt idx="2">
                  <c:v>44630</c:v>
                </c:pt>
                <c:pt idx="3">
                  <c:v>44629</c:v>
                </c:pt>
                <c:pt idx="4">
                  <c:v>44628</c:v>
                </c:pt>
                <c:pt idx="5">
                  <c:v>44627</c:v>
                </c:pt>
                <c:pt idx="6">
                  <c:v>44624</c:v>
                </c:pt>
                <c:pt idx="7">
                  <c:v>44623</c:v>
                </c:pt>
                <c:pt idx="8">
                  <c:v>44622</c:v>
                </c:pt>
                <c:pt idx="9">
                  <c:v>44621</c:v>
                </c:pt>
                <c:pt idx="10">
                  <c:v>44620</c:v>
                </c:pt>
                <c:pt idx="11">
                  <c:v>44617</c:v>
                </c:pt>
                <c:pt idx="12">
                  <c:v>44616</c:v>
                </c:pt>
                <c:pt idx="13">
                  <c:v>44615</c:v>
                </c:pt>
                <c:pt idx="14">
                  <c:v>44614</c:v>
                </c:pt>
                <c:pt idx="15">
                  <c:v>44613</c:v>
                </c:pt>
                <c:pt idx="16">
                  <c:v>44610</c:v>
                </c:pt>
                <c:pt idx="17">
                  <c:v>44609</c:v>
                </c:pt>
                <c:pt idx="18">
                  <c:v>44608</c:v>
                </c:pt>
                <c:pt idx="19">
                  <c:v>44607</c:v>
                </c:pt>
                <c:pt idx="20">
                  <c:v>44606</c:v>
                </c:pt>
                <c:pt idx="21">
                  <c:v>44603</c:v>
                </c:pt>
                <c:pt idx="22">
                  <c:v>44602</c:v>
                </c:pt>
                <c:pt idx="23">
                  <c:v>44601</c:v>
                </c:pt>
                <c:pt idx="24">
                  <c:v>44600</c:v>
                </c:pt>
                <c:pt idx="25">
                  <c:v>44599</c:v>
                </c:pt>
                <c:pt idx="26">
                  <c:v>44596</c:v>
                </c:pt>
                <c:pt idx="27">
                  <c:v>44595</c:v>
                </c:pt>
                <c:pt idx="28">
                  <c:v>44594</c:v>
                </c:pt>
                <c:pt idx="29">
                  <c:v>44593</c:v>
                </c:pt>
                <c:pt idx="30">
                  <c:v>44592</c:v>
                </c:pt>
                <c:pt idx="31">
                  <c:v>44589</c:v>
                </c:pt>
                <c:pt idx="32">
                  <c:v>44588</c:v>
                </c:pt>
                <c:pt idx="33">
                  <c:v>44586</c:v>
                </c:pt>
                <c:pt idx="34">
                  <c:v>44585</c:v>
                </c:pt>
                <c:pt idx="35">
                  <c:v>44582</c:v>
                </c:pt>
                <c:pt idx="36">
                  <c:v>44581</c:v>
                </c:pt>
                <c:pt idx="37">
                  <c:v>44580</c:v>
                </c:pt>
                <c:pt idx="38">
                  <c:v>44579</c:v>
                </c:pt>
                <c:pt idx="39">
                  <c:v>44578</c:v>
                </c:pt>
                <c:pt idx="40">
                  <c:v>44575</c:v>
                </c:pt>
                <c:pt idx="41">
                  <c:v>44574</c:v>
                </c:pt>
                <c:pt idx="42">
                  <c:v>44573</c:v>
                </c:pt>
                <c:pt idx="43">
                  <c:v>44572</c:v>
                </c:pt>
                <c:pt idx="44">
                  <c:v>44571</c:v>
                </c:pt>
                <c:pt idx="45">
                  <c:v>44568</c:v>
                </c:pt>
                <c:pt idx="46">
                  <c:v>44567</c:v>
                </c:pt>
                <c:pt idx="47">
                  <c:v>44566</c:v>
                </c:pt>
                <c:pt idx="48">
                  <c:v>44565</c:v>
                </c:pt>
                <c:pt idx="49">
                  <c:v>44561</c:v>
                </c:pt>
                <c:pt idx="50">
                  <c:v>44560</c:v>
                </c:pt>
                <c:pt idx="51">
                  <c:v>44559</c:v>
                </c:pt>
                <c:pt idx="52">
                  <c:v>44554</c:v>
                </c:pt>
                <c:pt idx="53">
                  <c:v>44553</c:v>
                </c:pt>
                <c:pt idx="54">
                  <c:v>44552</c:v>
                </c:pt>
                <c:pt idx="55">
                  <c:v>44551</c:v>
                </c:pt>
                <c:pt idx="56">
                  <c:v>44550</c:v>
                </c:pt>
                <c:pt idx="57">
                  <c:v>44547</c:v>
                </c:pt>
                <c:pt idx="58">
                  <c:v>44546</c:v>
                </c:pt>
                <c:pt idx="59">
                  <c:v>44545</c:v>
                </c:pt>
                <c:pt idx="60">
                  <c:v>44544</c:v>
                </c:pt>
                <c:pt idx="61">
                  <c:v>44543</c:v>
                </c:pt>
                <c:pt idx="62">
                  <c:v>44540</c:v>
                </c:pt>
                <c:pt idx="63">
                  <c:v>44539</c:v>
                </c:pt>
                <c:pt idx="64">
                  <c:v>44538</c:v>
                </c:pt>
                <c:pt idx="65">
                  <c:v>44537</c:v>
                </c:pt>
                <c:pt idx="66">
                  <c:v>44536</c:v>
                </c:pt>
                <c:pt idx="67">
                  <c:v>44533</c:v>
                </c:pt>
                <c:pt idx="68">
                  <c:v>44532</c:v>
                </c:pt>
                <c:pt idx="69">
                  <c:v>44531</c:v>
                </c:pt>
                <c:pt idx="70">
                  <c:v>44530</c:v>
                </c:pt>
                <c:pt idx="71">
                  <c:v>44529</c:v>
                </c:pt>
                <c:pt idx="72">
                  <c:v>44526</c:v>
                </c:pt>
                <c:pt idx="73">
                  <c:v>44525</c:v>
                </c:pt>
                <c:pt idx="74">
                  <c:v>44524</c:v>
                </c:pt>
                <c:pt idx="75">
                  <c:v>44523</c:v>
                </c:pt>
                <c:pt idx="76">
                  <c:v>44522</c:v>
                </c:pt>
                <c:pt idx="77">
                  <c:v>44519</c:v>
                </c:pt>
                <c:pt idx="78">
                  <c:v>44518</c:v>
                </c:pt>
                <c:pt idx="79">
                  <c:v>44517</c:v>
                </c:pt>
                <c:pt idx="80">
                  <c:v>44516</c:v>
                </c:pt>
                <c:pt idx="81">
                  <c:v>44515</c:v>
                </c:pt>
                <c:pt idx="82">
                  <c:v>44512</c:v>
                </c:pt>
                <c:pt idx="83">
                  <c:v>44511</c:v>
                </c:pt>
                <c:pt idx="84">
                  <c:v>44510</c:v>
                </c:pt>
                <c:pt idx="85">
                  <c:v>44509</c:v>
                </c:pt>
                <c:pt idx="86">
                  <c:v>44508</c:v>
                </c:pt>
                <c:pt idx="87">
                  <c:v>44505</c:v>
                </c:pt>
                <c:pt idx="88">
                  <c:v>44504</c:v>
                </c:pt>
                <c:pt idx="89">
                  <c:v>44503</c:v>
                </c:pt>
                <c:pt idx="90">
                  <c:v>44502</c:v>
                </c:pt>
                <c:pt idx="91">
                  <c:v>44501</c:v>
                </c:pt>
                <c:pt idx="92">
                  <c:v>44498</c:v>
                </c:pt>
                <c:pt idx="93">
                  <c:v>44497</c:v>
                </c:pt>
                <c:pt idx="94">
                  <c:v>44496</c:v>
                </c:pt>
                <c:pt idx="95">
                  <c:v>44495</c:v>
                </c:pt>
                <c:pt idx="96">
                  <c:v>44494</c:v>
                </c:pt>
                <c:pt idx="97">
                  <c:v>44491</c:v>
                </c:pt>
                <c:pt idx="98">
                  <c:v>44490</c:v>
                </c:pt>
                <c:pt idx="99">
                  <c:v>44489</c:v>
                </c:pt>
                <c:pt idx="100">
                  <c:v>44488</c:v>
                </c:pt>
                <c:pt idx="101">
                  <c:v>44487</c:v>
                </c:pt>
                <c:pt idx="102">
                  <c:v>44484</c:v>
                </c:pt>
                <c:pt idx="103">
                  <c:v>44483</c:v>
                </c:pt>
                <c:pt idx="104">
                  <c:v>44482</c:v>
                </c:pt>
                <c:pt idx="105">
                  <c:v>44481</c:v>
                </c:pt>
                <c:pt idx="106">
                  <c:v>44480</c:v>
                </c:pt>
                <c:pt idx="107">
                  <c:v>44477</c:v>
                </c:pt>
                <c:pt idx="108">
                  <c:v>44476</c:v>
                </c:pt>
                <c:pt idx="109">
                  <c:v>44475</c:v>
                </c:pt>
                <c:pt idx="110">
                  <c:v>44474</c:v>
                </c:pt>
                <c:pt idx="111">
                  <c:v>44473</c:v>
                </c:pt>
                <c:pt idx="112">
                  <c:v>44470</c:v>
                </c:pt>
                <c:pt idx="113">
                  <c:v>44469</c:v>
                </c:pt>
                <c:pt idx="114">
                  <c:v>44468</c:v>
                </c:pt>
                <c:pt idx="115">
                  <c:v>44467</c:v>
                </c:pt>
                <c:pt idx="116">
                  <c:v>44466</c:v>
                </c:pt>
                <c:pt idx="117">
                  <c:v>44463</c:v>
                </c:pt>
                <c:pt idx="118">
                  <c:v>44462</c:v>
                </c:pt>
                <c:pt idx="119">
                  <c:v>44461</c:v>
                </c:pt>
                <c:pt idx="120">
                  <c:v>44460</c:v>
                </c:pt>
                <c:pt idx="121">
                  <c:v>44459</c:v>
                </c:pt>
                <c:pt idx="122">
                  <c:v>44456</c:v>
                </c:pt>
                <c:pt idx="123">
                  <c:v>44455</c:v>
                </c:pt>
                <c:pt idx="124">
                  <c:v>44454</c:v>
                </c:pt>
                <c:pt idx="125">
                  <c:v>44453</c:v>
                </c:pt>
                <c:pt idx="126">
                  <c:v>44452</c:v>
                </c:pt>
                <c:pt idx="127">
                  <c:v>44449</c:v>
                </c:pt>
                <c:pt idx="128">
                  <c:v>44448</c:v>
                </c:pt>
                <c:pt idx="129">
                  <c:v>44447</c:v>
                </c:pt>
                <c:pt idx="130">
                  <c:v>44446</c:v>
                </c:pt>
                <c:pt idx="131">
                  <c:v>44445</c:v>
                </c:pt>
                <c:pt idx="132">
                  <c:v>44442</c:v>
                </c:pt>
                <c:pt idx="133">
                  <c:v>44441</c:v>
                </c:pt>
                <c:pt idx="134">
                  <c:v>44440</c:v>
                </c:pt>
                <c:pt idx="135">
                  <c:v>44439</c:v>
                </c:pt>
                <c:pt idx="136">
                  <c:v>44438</c:v>
                </c:pt>
                <c:pt idx="137">
                  <c:v>44435</c:v>
                </c:pt>
                <c:pt idx="138">
                  <c:v>44434</c:v>
                </c:pt>
                <c:pt idx="139">
                  <c:v>44433</c:v>
                </c:pt>
                <c:pt idx="140">
                  <c:v>44432</c:v>
                </c:pt>
                <c:pt idx="141">
                  <c:v>44431</c:v>
                </c:pt>
                <c:pt idx="142">
                  <c:v>44428</c:v>
                </c:pt>
                <c:pt idx="143">
                  <c:v>44427</c:v>
                </c:pt>
                <c:pt idx="144">
                  <c:v>44426</c:v>
                </c:pt>
                <c:pt idx="145">
                  <c:v>44425</c:v>
                </c:pt>
                <c:pt idx="146">
                  <c:v>44424</c:v>
                </c:pt>
                <c:pt idx="147">
                  <c:v>44421</c:v>
                </c:pt>
                <c:pt idx="148">
                  <c:v>44420</c:v>
                </c:pt>
                <c:pt idx="149">
                  <c:v>44419</c:v>
                </c:pt>
                <c:pt idx="150">
                  <c:v>44418</c:v>
                </c:pt>
                <c:pt idx="151">
                  <c:v>44417</c:v>
                </c:pt>
                <c:pt idx="152">
                  <c:v>44414</c:v>
                </c:pt>
                <c:pt idx="153">
                  <c:v>44413</c:v>
                </c:pt>
                <c:pt idx="154">
                  <c:v>44412</c:v>
                </c:pt>
                <c:pt idx="155">
                  <c:v>44411</c:v>
                </c:pt>
                <c:pt idx="156">
                  <c:v>44410</c:v>
                </c:pt>
                <c:pt idx="157">
                  <c:v>44407</c:v>
                </c:pt>
                <c:pt idx="158">
                  <c:v>44406</c:v>
                </c:pt>
                <c:pt idx="159">
                  <c:v>44405</c:v>
                </c:pt>
                <c:pt idx="160">
                  <c:v>44404</c:v>
                </c:pt>
                <c:pt idx="161">
                  <c:v>44403</c:v>
                </c:pt>
                <c:pt idx="162">
                  <c:v>44400</c:v>
                </c:pt>
                <c:pt idx="163">
                  <c:v>44399</c:v>
                </c:pt>
                <c:pt idx="164">
                  <c:v>44398</c:v>
                </c:pt>
                <c:pt idx="165">
                  <c:v>44397</c:v>
                </c:pt>
                <c:pt idx="166">
                  <c:v>44396</c:v>
                </c:pt>
                <c:pt idx="167">
                  <c:v>44393</c:v>
                </c:pt>
                <c:pt idx="168">
                  <c:v>44392</c:v>
                </c:pt>
                <c:pt idx="169">
                  <c:v>44391</c:v>
                </c:pt>
                <c:pt idx="170">
                  <c:v>44390</c:v>
                </c:pt>
                <c:pt idx="171">
                  <c:v>44389</c:v>
                </c:pt>
                <c:pt idx="172">
                  <c:v>44386</c:v>
                </c:pt>
                <c:pt idx="173">
                  <c:v>44385</c:v>
                </c:pt>
                <c:pt idx="174">
                  <c:v>44384</c:v>
                </c:pt>
                <c:pt idx="175">
                  <c:v>44383</c:v>
                </c:pt>
                <c:pt idx="176">
                  <c:v>44382</c:v>
                </c:pt>
                <c:pt idx="177">
                  <c:v>44379</c:v>
                </c:pt>
                <c:pt idx="178">
                  <c:v>44378</c:v>
                </c:pt>
                <c:pt idx="179">
                  <c:v>44377</c:v>
                </c:pt>
                <c:pt idx="180">
                  <c:v>44376</c:v>
                </c:pt>
                <c:pt idx="181">
                  <c:v>44375</c:v>
                </c:pt>
                <c:pt idx="182">
                  <c:v>44372</c:v>
                </c:pt>
                <c:pt idx="183">
                  <c:v>44371</c:v>
                </c:pt>
                <c:pt idx="184">
                  <c:v>44370</c:v>
                </c:pt>
                <c:pt idx="185">
                  <c:v>44369</c:v>
                </c:pt>
                <c:pt idx="186">
                  <c:v>44368</c:v>
                </c:pt>
                <c:pt idx="187">
                  <c:v>44365</c:v>
                </c:pt>
                <c:pt idx="188">
                  <c:v>44364</c:v>
                </c:pt>
                <c:pt idx="189">
                  <c:v>44363</c:v>
                </c:pt>
                <c:pt idx="190">
                  <c:v>44362</c:v>
                </c:pt>
                <c:pt idx="191">
                  <c:v>44361</c:v>
                </c:pt>
                <c:pt idx="192">
                  <c:v>44358</c:v>
                </c:pt>
                <c:pt idx="193">
                  <c:v>44357</c:v>
                </c:pt>
                <c:pt idx="194">
                  <c:v>44356</c:v>
                </c:pt>
                <c:pt idx="195">
                  <c:v>44355</c:v>
                </c:pt>
                <c:pt idx="196">
                  <c:v>44354</c:v>
                </c:pt>
                <c:pt idx="197">
                  <c:v>44351</c:v>
                </c:pt>
                <c:pt idx="198">
                  <c:v>44350</c:v>
                </c:pt>
                <c:pt idx="199">
                  <c:v>44349</c:v>
                </c:pt>
                <c:pt idx="200">
                  <c:v>44348</c:v>
                </c:pt>
                <c:pt idx="201">
                  <c:v>44347</c:v>
                </c:pt>
                <c:pt idx="202">
                  <c:v>44344</c:v>
                </c:pt>
                <c:pt idx="203">
                  <c:v>44343</c:v>
                </c:pt>
                <c:pt idx="204">
                  <c:v>44342</c:v>
                </c:pt>
                <c:pt idx="205">
                  <c:v>44341</c:v>
                </c:pt>
                <c:pt idx="206">
                  <c:v>44340</c:v>
                </c:pt>
                <c:pt idx="207">
                  <c:v>44337</c:v>
                </c:pt>
                <c:pt idx="208">
                  <c:v>44336</c:v>
                </c:pt>
                <c:pt idx="209">
                  <c:v>44335</c:v>
                </c:pt>
                <c:pt idx="210">
                  <c:v>44334</c:v>
                </c:pt>
                <c:pt idx="211">
                  <c:v>44333</c:v>
                </c:pt>
                <c:pt idx="212">
                  <c:v>44330</c:v>
                </c:pt>
                <c:pt idx="213">
                  <c:v>44329</c:v>
                </c:pt>
                <c:pt idx="214">
                  <c:v>44328</c:v>
                </c:pt>
                <c:pt idx="215">
                  <c:v>44327</c:v>
                </c:pt>
                <c:pt idx="216">
                  <c:v>44326</c:v>
                </c:pt>
                <c:pt idx="217">
                  <c:v>44323</c:v>
                </c:pt>
                <c:pt idx="218">
                  <c:v>44322</c:v>
                </c:pt>
                <c:pt idx="219">
                  <c:v>44321</c:v>
                </c:pt>
                <c:pt idx="220">
                  <c:v>44320</c:v>
                </c:pt>
                <c:pt idx="221">
                  <c:v>44319</c:v>
                </c:pt>
                <c:pt idx="222">
                  <c:v>44316</c:v>
                </c:pt>
                <c:pt idx="223">
                  <c:v>44315</c:v>
                </c:pt>
                <c:pt idx="224">
                  <c:v>44314</c:v>
                </c:pt>
                <c:pt idx="225">
                  <c:v>44313</c:v>
                </c:pt>
                <c:pt idx="226">
                  <c:v>44312</c:v>
                </c:pt>
                <c:pt idx="227">
                  <c:v>44309</c:v>
                </c:pt>
                <c:pt idx="228">
                  <c:v>44308</c:v>
                </c:pt>
                <c:pt idx="229">
                  <c:v>44307</c:v>
                </c:pt>
                <c:pt idx="230">
                  <c:v>44306</c:v>
                </c:pt>
                <c:pt idx="231">
                  <c:v>44305</c:v>
                </c:pt>
                <c:pt idx="232">
                  <c:v>44302</c:v>
                </c:pt>
                <c:pt idx="233">
                  <c:v>44301</c:v>
                </c:pt>
                <c:pt idx="234">
                  <c:v>44300</c:v>
                </c:pt>
                <c:pt idx="235">
                  <c:v>44299</c:v>
                </c:pt>
                <c:pt idx="236">
                  <c:v>44298</c:v>
                </c:pt>
                <c:pt idx="237">
                  <c:v>44295</c:v>
                </c:pt>
                <c:pt idx="238">
                  <c:v>44294</c:v>
                </c:pt>
                <c:pt idx="239">
                  <c:v>44293</c:v>
                </c:pt>
                <c:pt idx="240">
                  <c:v>44292</c:v>
                </c:pt>
                <c:pt idx="241">
                  <c:v>44287</c:v>
                </c:pt>
                <c:pt idx="242">
                  <c:v>44286</c:v>
                </c:pt>
                <c:pt idx="243">
                  <c:v>44285</c:v>
                </c:pt>
                <c:pt idx="244">
                  <c:v>44284</c:v>
                </c:pt>
                <c:pt idx="245">
                  <c:v>44281</c:v>
                </c:pt>
                <c:pt idx="246">
                  <c:v>44280</c:v>
                </c:pt>
                <c:pt idx="247">
                  <c:v>44279</c:v>
                </c:pt>
                <c:pt idx="248">
                  <c:v>44278</c:v>
                </c:pt>
                <c:pt idx="249">
                  <c:v>44277</c:v>
                </c:pt>
                <c:pt idx="250">
                  <c:v>44274</c:v>
                </c:pt>
                <c:pt idx="251">
                  <c:v>44273</c:v>
                </c:pt>
                <c:pt idx="252">
                  <c:v>44272</c:v>
                </c:pt>
                <c:pt idx="253">
                  <c:v>44271</c:v>
                </c:pt>
                <c:pt idx="254">
                  <c:v>44270</c:v>
                </c:pt>
                <c:pt idx="255">
                  <c:v>44267</c:v>
                </c:pt>
                <c:pt idx="256">
                  <c:v>44266</c:v>
                </c:pt>
                <c:pt idx="257">
                  <c:v>44265</c:v>
                </c:pt>
                <c:pt idx="258">
                  <c:v>44264</c:v>
                </c:pt>
                <c:pt idx="259">
                  <c:v>44263</c:v>
                </c:pt>
                <c:pt idx="260">
                  <c:v>44260</c:v>
                </c:pt>
                <c:pt idx="261">
                  <c:v>44259</c:v>
                </c:pt>
                <c:pt idx="262">
                  <c:v>44258</c:v>
                </c:pt>
                <c:pt idx="263">
                  <c:v>44257</c:v>
                </c:pt>
                <c:pt idx="264">
                  <c:v>44256</c:v>
                </c:pt>
                <c:pt idx="265">
                  <c:v>44253</c:v>
                </c:pt>
                <c:pt idx="266">
                  <c:v>44252</c:v>
                </c:pt>
                <c:pt idx="267">
                  <c:v>44251</c:v>
                </c:pt>
                <c:pt idx="268">
                  <c:v>44250</c:v>
                </c:pt>
                <c:pt idx="269">
                  <c:v>44249</c:v>
                </c:pt>
                <c:pt idx="270">
                  <c:v>44246</c:v>
                </c:pt>
                <c:pt idx="271">
                  <c:v>44245</c:v>
                </c:pt>
                <c:pt idx="272">
                  <c:v>44244</c:v>
                </c:pt>
                <c:pt idx="273">
                  <c:v>44243</c:v>
                </c:pt>
                <c:pt idx="274">
                  <c:v>44242</c:v>
                </c:pt>
                <c:pt idx="275">
                  <c:v>44239</c:v>
                </c:pt>
                <c:pt idx="276">
                  <c:v>44238</c:v>
                </c:pt>
                <c:pt idx="277">
                  <c:v>44237</c:v>
                </c:pt>
                <c:pt idx="278">
                  <c:v>44236</c:v>
                </c:pt>
                <c:pt idx="279">
                  <c:v>44235</c:v>
                </c:pt>
                <c:pt idx="280">
                  <c:v>44232</c:v>
                </c:pt>
                <c:pt idx="281">
                  <c:v>44231</c:v>
                </c:pt>
                <c:pt idx="282">
                  <c:v>44230</c:v>
                </c:pt>
                <c:pt idx="283">
                  <c:v>44229</c:v>
                </c:pt>
                <c:pt idx="284">
                  <c:v>44228</c:v>
                </c:pt>
                <c:pt idx="285">
                  <c:v>44225</c:v>
                </c:pt>
                <c:pt idx="286">
                  <c:v>44224</c:v>
                </c:pt>
                <c:pt idx="287">
                  <c:v>44223</c:v>
                </c:pt>
                <c:pt idx="288">
                  <c:v>44221</c:v>
                </c:pt>
                <c:pt idx="289">
                  <c:v>44218</c:v>
                </c:pt>
                <c:pt idx="290">
                  <c:v>44217</c:v>
                </c:pt>
                <c:pt idx="291">
                  <c:v>44216</c:v>
                </c:pt>
                <c:pt idx="292">
                  <c:v>44215</c:v>
                </c:pt>
                <c:pt idx="293">
                  <c:v>44214</c:v>
                </c:pt>
                <c:pt idx="294">
                  <c:v>44211</c:v>
                </c:pt>
                <c:pt idx="295">
                  <c:v>44210</c:v>
                </c:pt>
                <c:pt idx="296">
                  <c:v>44209</c:v>
                </c:pt>
                <c:pt idx="297">
                  <c:v>44208</c:v>
                </c:pt>
                <c:pt idx="298">
                  <c:v>44207</c:v>
                </c:pt>
                <c:pt idx="299">
                  <c:v>44204</c:v>
                </c:pt>
                <c:pt idx="300">
                  <c:v>44203</c:v>
                </c:pt>
                <c:pt idx="301">
                  <c:v>44202</c:v>
                </c:pt>
                <c:pt idx="302">
                  <c:v>44201</c:v>
                </c:pt>
                <c:pt idx="303">
                  <c:v>44200</c:v>
                </c:pt>
                <c:pt idx="304">
                  <c:v>44196</c:v>
                </c:pt>
                <c:pt idx="305">
                  <c:v>44195</c:v>
                </c:pt>
                <c:pt idx="306">
                  <c:v>44194</c:v>
                </c:pt>
                <c:pt idx="307">
                  <c:v>44189</c:v>
                </c:pt>
                <c:pt idx="308">
                  <c:v>44188</c:v>
                </c:pt>
                <c:pt idx="309">
                  <c:v>44187</c:v>
                </c:pt>
                <c:pt idx="310">
                  <c:v>44186</c:v>
                </c:pt>
                <c:pt idx="311">
                  <c:v>44183</c:v>
                </c:pt>
                <c:pt idx="312">
                  <c:v>44182</c:v>
                </c:pt>
                <c:pt idx="313">
                  <c:v>44181</c:v>
                </c:pt>
                <c:pt idx="314">
                  <c:v>44180</c:v>
                </c:pt>
                <c:pt idx="315">
                  <c:v>44179</c:v>
                </c:pt>
                <c:pt idx="316">
                  <c:v>44176</c:v>
                </c:pt>
                <c:pt idx="317">
                  <c:v>44175</c:v>
                </c:pt>
                <c:pt idx="318">
                  <c:v>44174</c:v>
                </c:pt>
                <c:pt idx="319">
                  <c:v>44173</c:v>
                </c:pt>
                <c:pt idx="320">
                  <c:v>44172</c:v>
                </c:pt>
                <c:pt idx="321">
                  <c:v>44169</c:v>
                </c:pt>
                <c:pt idx="322">
                  <c:v>44168</c:v>
                </c:pt>
                <c:pt idx="323">
                  <c:v>44167</c:v>
                </c:pt>
                <c:pt idx="324">
                  <c:v>44166</c:v>
                </c:pt>
                <c:pt idx="325">
                  <c:v>44165</c:v>
                </c:pt>
                <c:pt idx="326">
                  <c:v>44162</c:v>
                </c:pt>
                <c:pt idx="327">
                  <c:v>44161</c:v>
                </c:pt>
                <c:pt idx="328">
                  <c:v>44160</c:v>
                </c:pt>
                <c:pt idx="329">
                  <c:v>44159</c:v>
                </c:pt>
                <c:pt idx="330">
                  <c:v>44158</c:v>
                </c:pt>
                <c:pt idx="331">
                  <c:v>44155</c:v>
                </c:pt>
                <c:pt idx="332">
                  <c:v>44154</c:v>
                </c:pt>
                <c:pt idx="333">
                  <c:v>44153</c:v>
                </c:pt>
                <c:pt idx="334">
                  <c:v>44152</c:v>
                </c:pt>
                <c:pt idx="335">
                  <c:v>44151</c:v>
                </c:pt>
                <c:pt idx="336">
                  <c:v>44148</c:v>
                </c:pt>
                <c:pt idx="337">
                  <c:v>44147</c:v>
                </c:pt>
                <c:pt idx="338">
                  <c:v>44146</c:v>
                </c:pt>
                <c:pt idx="339">
                  <c:v>44145</c:v>
                </c:pt>
                <c:pt idx="340">
                  <c:v>44144</c:v>
                </c:pt>
                <c:pt idx="341">
                  <c:v>44141</c:v>
                </c:pt>
                <c:pt idx="342">
                  <c:v>44140</c:v>
                </c:pt>
                <c:pt idx="343">
                  <c:v>44139</c:v>
                </c:pt>
                <c:pt idx="344">
                  <c:v>44138</c:v>
                </c:pt>
                <c:pt idx="345">
                  <c:v>44137</c:v>
                </c:pt>
                <c:pt idx="346">
                  <c:v>44134</c:v>
                </c:pt>
                <c:pt idx="347">
                  <c:v>44133</c:v>
                </c:pt>
                <c:pt idx="348">
                  <c:v>44132</c:v>
                </c:pt>
                <c:pt idx="349">
                  <c:v>44131</c:v>
                </c:pt>
                <c:pt idx="350">
                  <c:v>44130</c:v>
                </c:pt>
                <c:pt idx="351">
                  <c:v>44127</c:v>
                </c:pt>
                <c:pt idx="352">
                  <c:v>44126</c:v>
                </c:pt>
                <c:pt idx="353">
                  <c:v>44125</c:v>
                </c:pt>
                <c:pt idx="354">
                  <c:v>44124</c:v>
                </c:pt>
                <c:pt idx="355">
                  <c:v>44123</c:v>
                </c:pt>
                <c:pt idx="356">
                  <c:v>44120</c:v>
                </c:pt>
                <c:pt idx="357">
                  <c:v>44119</c:v>
                </c:pt>
                <c:pt idx="358">
                  <c:v>44118</c:v>
                </c:pt>
                <c:pt idx="359">
                  <c:v>44117</c:v>
                </c:pt>
                <c:pt idx="360">
                  <c:v>44116</c:v>
                </c:pt>
                <c:pt idx="361">
                  <c:v>44113</c:v>
                </c:pt>
                <c:pt idx="362">
                  <c:v>44112</c:v>
                </c:pt>
                <c:pt idx="363">
                  <c:v>44111</c:v>
                </c:pt>
                <c:pt idx="364">
                  <c:v>44110</c:v>
                </c:pt>
                <c:pt idx="365">
                  <c:v>44109</c:v>
                </c:pt>
                <c:pt idx="366">
                  <c:v>44106</c:v>
                </c:pt>
                <c:pt idx="367">
                  <c:v>44105</c:v>
                </c:pt>
                <c:pt idx="368">
                  <c:v>44104</c:v>
                </c:pt>
                <c:pt idx="369">
                  <c:v>44103</c:v>
                </c:pt>
                <c:pt idx="370">
                  <c:v>44102</c:v>
                </c:pt>
                <c:pt idx="371">
                  <c:v>44099</c:v>
                </c:pt>
                <c:pt idx="372">
                  <c:v>44098</c:v>
                </c:pt>
                <c:pt idx="373">
                  <c:v>44097</c:v>
                </c:pt>
                <c:pt idx="374">
                  <c:v>44096</c:v>
                </c:pt>
                <c:pt idx="375">
                  <c:v>44095</c:v>
                </c:pt>
                <c:pt idx="376">
                  <c:v>44092</c:v>
                </c:pt>
                <c:pt idx="377">
                  <c:v>44091</c:v>
                </c:pt>
                <c:pt idx="378">
                  <c:v>44090</c:v>
                </c:pt>
                <c:pt idx="379">
                  <c:v>44089</c:v>
                </c:pt>
                <c:pt idx="380">
                  <c:v>44088</c:v>
                </c:pt>
                <c:pt idx="381">
                  <c:v>44085</c:v>
                </c:pt>
                <c:pt idx="382">
                  <c:v>44084</c:v>
                </c:pt>
                <c:pt idx="383">
                  <c:v>44083</c:v>
                </c:pt>
                <c:pt idx="384">
                  <c:v>44082</c:v>
                </c:pt>
                <c:pt idx="385">
                  <c:v>44081</c:v>
                </c:pt>
                <c:pt idx="386">
                  <c:v>44078</c:v>
                </c:pt>
                <c:pt idx="387">
                  <c:v>44077</c:v>
                </c:pt>
                <c:pt idx="388">
                  <c:v>44076</c:v>
                </c:pt>
                <c:pt idx="389">
                  <c:v>44075</c:v>
                </c:pt>
                <c:pt idx="390">
                  <c:v>44074</c:v>
                </c:pt>
                <c:pt idx="391">
                  <c:v>44071</c:v>
                </c:pt>
                <c:pt idx="392">
                  <c:v>44070</c:v>
                </c:pt>
                <c:pt idx="393">
                  <c:v>44069</c:v>
                </c:pt>
                <c:pt idx="394">
                  <c:v>44068</c:v>
                </c:pt>
                <c:pt idx="395">
                  <c:v>44067</c:v>
                </c:pt>
                <c:pt idx="396">
                  <c:v>44064</c:v>
                </c:pt>
                <c:pt idx="397">
                  <c:v>44063</c:v>
                </c:pt>
                <c:pt idx="398">
                  <c:v>44062</c:v>
                </c:pt>
                <c:pt idx="399">
                  <c:v>44061</c:v>
                </c:pt>
                <c:pt idx="400">
                  <c:v>44060</c:v>
                </c:pt>
                <c:pt idx="401">
                  <c:v>44057</c:v>
                </c:pt>
                <c:pt idx="402">
                  <c:v>44056</c:v>
                </c:pt>
                <c:pt idx="403">
                  <c:v>44055</c:v>
                </c:pt>
                <c:pt idx="404">
                  <c:v>44054</c:v>
                </c:pt>
                <c:pt idx="405">
                  <c:v>44053</c:v>
                </c:pt>
                <c:pt idx="406">
                  <c:v>44050</c:v>
                </c:pt>
                <c:pt idx="407">
                  <c:v>44049</c:v>
                </c:pt>
                <c:pt idx="408">
                  <c:v>44048</c:v>
                </c:pt>
                <c:pt idx="409">
                  <c:v>44047</c:v>
                </c:pt>
                <c:pt idx="410">
                  <c:v>44046</c:v>
                </c:pt>
                <c:pt idx="411">
                  <c:v>44043</c:v>
                </c:pt>
                <c:pt idx="412">
                  <c:v>44042</c:v>
                </c:pt>
                <c:pt idx="413">
                  <c:v>44041</c:v>
                </c:pt>
                <c:pt idx="414">
                  <c:v>44040</c:v>
                </c:pt>
                <c:pt idx="415">
                  <c:v>44039</c:v>
                </c:pt>
                <c:pt idx="416">
                  <c:v>44036</c:v>
                </c:pt>
                <c:pt idx="417">
                  <c:v>44035</c:v>
                </c:pt>
                <c:pt idx="418">
                  <c:v>44034</c:v>
                </c:pt>
                <c:pt idx="419">
                  <c:v>44033</c:v>
                </c:pt>
                <c:pt idx="420">
                  <c:v>44032</c:v>
                </c:pt>
                <c:pt idx="421">
                  <c:v>44029</c:v>
                </c:pt>
                <c:pt idx="422">
                  <c:v>44028</c:v>
                </c:pt>
                <c:pt idx="423">
                  <c:v>44027</c:v>
                </c:pt>
                <c:pt idx="424">
                  <c:v>44026</c:v>
                </c:pt>
                <c:pt idx="425">
                  <c:v>44025</c:v>
                </c:pt>
                <c:pt idx="426">
                  <c:v>44022</c:v>
                </c:pt>
                <c:pt idx="427">
                  <c:v>44021</c:v>
                </c:pt>
                <c:pt idx="428">
                  <c:v>44020</c:v>
                </c:pt>
                <c:pt idx="429">
                  <c:v>44019</c:v>
                </c:pt>
                <c:pt idx="430">
                  <c:v>44018</c:v>
                </c:pt>
                <c:pt idx="431">
                  <c:v>44015</c:v>
                </c:pt>
                <c:pt idx="432">
                  <c:v>44014</c:v>
                </c:pt>
                <c:pt idx="433">
                  <c:v>44013</c:v>
                </c:pt>
                <c:pt idx="434">
                  <c:v>44012</c:v>
                </c:pt>
                <c:pt idx="435">
                  <c:v>44011</c:v>
                </c:pt>
                <c:pt idx="436">
                  <c:v>44008</c:v>
                </c:pt>
                <c:pt idx="437">
                  <c:v>44007</c:v>
                </c:pt>
                <c:pt idx="438">
                  <c:v>44006</c:v>
                </c:pt>
                <c:pt idx="439">
                  <c:v>44005</c:v>
                </c:pt>
                <c:pt idx="440">
                  <c:v>44004</c:v>
                </c:pt>
                <c:pt idx="441">
                  <c:v>44001</c:v>
                </c:pt>
                <c:pt idx="442">
                  <c:v>44000</c:v>
                </c:pt>
                <c:pt idx="443">
                  <c:v>43999</c:v>
                </c:pt>
                <c:pt idx="444">
                  <c:v>43998</c:v>
                </c:pt>
                <c:pt idx="445">
                  <c:v>43997</c:v>
                </c:pt>
                <c:pt idx="446">
                  <c:v>43994</c:v>
                </c:pt>
                <c:pt idx="447">
                  <c:v>43993</c:v>
                </c:pt>
                <c:pt idx="448">
                  <c:v>43992</c:v>
                </c:pt>
                <c:pt idx="449">
                  <c:v>43991</c:v>
                </c:pt>
                <c:pt idx="450">
                  <c:v>43987</c:v>
                </c:pt>
                <c:pt idx="451">
                  <c:v>43986</c:v>
                </c:pt>
                <c:pt idx="452">
                  <c:v>43985</c:v>
                </c:pt>
                <c:pt idx="453">
                  <c:v>43984</c:v>
                </c:pt>
                <c:pt idx="454">
                  <c:v>43983</c:v>
                </c:pt>
                <c:pt idx="455">
                  <c:v>43980</c:v>
                </c:pt>
                <c:pt idx="456">
                  <c:v>43979</c:v>
                </c:pt>
                <c:pt idx="457">
                  <c:v>43978</c:v>
                </c:pt>
                <c:pt idx="458">
                  <c:v>43977</c:v>
                </c:pt>
                <c:pt idx="459">
                  <c:v>43976</c:v>
                </c:pt>
                <c:pt idx="460">
                  <c:v>43973</c:v>
                </c:pt>
                <c:pt idx="461">
                  <c:v>43972</c:v>
                </c:pt>
                <c:pt idx="462">
                  <c:v>43971</c:v>
                </c:pt>
                <c:pt idx="463">
                  <c:v>43970</c:v>
                </c:pt>
                <c:pt idx="464">
                  <c:v>43969</c:v>
                </c:pt>
                <c:pt idx="465">
                  <c:v>43966</c:v>
                </c:pt>
                <c:pt idx="466">
                  <c:v>43965</c:v>
                </c:pt>
                <c:pt idx="467">
                  <c:v>43964</c:v>
                </c:pt>
                <c:pt idx="468">
                  <c:v>43963</c:v>
                </c:pt>
                <c:pt idx="469">
                  <c:v>43962</c:v>
                </c:pt>
                <c:pt idx="470">
                  <c:v>43959</c:v>
                </c:pt>
                <c:pt idx="471">
                  <c:v>43958</c:v>
                </c:pt>
                <c:pt idx="472">
                  <c:v>43957</c:v>
                </c:pt>
                <c:pt idx="473">
                  <c:v>43956</c:v>
                </c:pt>
                <c:pt idx="474">
                  <c:v>43955</c:v>
                </c:pt>
                <c:pt idx="475">
                  <c:v>43952</c:v>
                </c:pt>
                <c:pt idx="476">
                  <c:v>43951</c:v>
                </c:pt>
                <c:pt idx="477">
                  <c:v>43950</c:v>
                </c:pt>
                <c:pt idx="478">
                  <c:v>43949</c:v>
                </c:pt>
                <c:pt idx="479">
                  <c:v>43948</c:v>
                </c:pt>
                <c:pt idx="480">
                  <c:v>43945</c:v>
                </c:pt>
                <c:pt idx="481">
                  <c:v>43944</c:v>
                </c:pt>
                <c:pt idx="482">
                  <c:v>43943</c:v>
                </c:pt>
                <c:pt idx="483">
                  <c:v>43942</c:v>
                </c:pt>
                <c:pt idx="484">
                  <c:v>43941</c:v>
                </c:pt>
                <c:pt idx="485">
                  <c:v>43938</c:v>
                </c:pt>
                <c:pt idx="486">
                  <c:v>43937</c:v>
                </c:pt>
                <c:pt idx="487">
                  <c:v>43936</c:v>
                </c:pt>
                <c:pt idx="488">
                  <c:v>43935</c:v>
                </c:pt>
                <c:pt idx="489">
                  <c:v>43930</c:v>
                </c:pt>
                <c:pt idx="490">
                  <c:v>43929</c:v>
                </c:pt>
                <c:pt idx="491">
                  <c:v>43928</c:v>
                </c:pt>
                <c:pt idx="492">
                  <c:v>43927</c:v>
                </c:pt>
                <c:pt idx="493">
                  <c:v>43924</c:v>
                </c:pt>
                <c:pt idx="494">
                  <c:v>43923</c:v>
                </c:pt>
                <c:pt idx="495">
                  <c:v>43922</c:v>
                </c:pt>
                <c:pt idx="496">
                  <c:v>43921</c:v>
                </c:pt>
                <c:pt idx="497">
                  <c:v>43920</c:v>
                </c:pt>
                <c:pt idx="498">
                  <c:v>43917</c:v>
                </c:pt>
                <c:pt idx="499">
                  <c:v>43916</c:v>
                </c:pt>
                <c:pt idx="500">
                  <c:v>43915</c:v>
                </c:pt>
                <c:pt idx="501">
                  <c:v>43914</c:v>
                </c:pt>
                <c:pt idx="502">
                  <c:v>43913</c:v>
                </c:pt>
                <c:pt idx="503">
                  <c:v>43910</c:v>
                </c:pt>
                <c:pt idx="504">
                  <c:v>43909</c:v>
                </c:pt>
                <c:pt idx="505">
                  <c:v>43908</c:v>
                </c:pt>
                <c:pt idx="506">
                  <c:v>43907</c:v>
                </c:pt>
                <c:pt idx="507">
                  <c:v>43906</c:v>
                </c:pt>
                <c:pt idx="508">
                  <c:v>43903</c:v>
                </c:pt>
                <c:pt idx="509">
                  <c:v>43902</c:v>
                </c:pt>
                <c:pt idx="510">
                  <c:v>43901</c:v>
                </c:pt>
                <c:pt idx="511">
                  <c:v>43900</c:v>
                </c:pt>
                <c:pt idx="512">
                  <c:v>43899</c:v>
                </c:pt>
                <c:pt idx="513">
                  <c:v>43896</c:v>
                </c:pt>
                <c:pt idx="514">
                  <c:v>43895</c:v>
                </c:pt>
                <c:pt idx="515">
                  <c:v>43894</c:v>
                </c:pt>
                <c:pt idx="516">
                  <c:v>43893</c:v>
                </c:pt>
                <c:pt idx="517">
                  <c:v>43892</c:v>
                </c:pt>
                <c:pt idx="518">
                  <c:v>43889</c:v>
                </c:pt>
                <c:pt idx="519">
                  <c:v>43888</c:v>
                </c:pt>
                <c:pt idx="520">
                  <c:v>43887</c:v>
                </c:pt>
                <c:pt idx="521">
                  <c:v>43886</c:v>
                </c:pt>
                <c:pt idx="522">
                  <c:v>43885</c:v>
                </c:pt>
                <c:pt idx="523">
                  <c:v>43882</c:v>
                </c:pt>
                <c:pt idx="524">
                  <c:v>43881</c:v>
                </c:pt>
                <c:pt idx="525">
                  <c:v>43880</c:v>
                </c:pt>
                <c:pt idx="526">
                  <c:v>43879</c:v>
                </c:pt>
                <c:pt idx="527">
                  <c:v>43878</c:v>
                </c:pt>
                <c:pt idx="528">
                  <c:v>43875</c:v>
                </c:pt>
                <c:pt idx="529">
                  <c:v>43874</c:v>
                </c:pt>
                <c:pt idx="530">
                  <c:v>43873</c:v>
                </c:pt>
                <c:pt idx="531">
                  <c:v>43872</c:v>
                </c:pt>
                <c:pt idx="532">
                  <c:v>43871</c:v>
                </c:pt>
                <c:pt idx="533">
                  <c:v>43868</c:v>
                </c:pt>
                <c:pt idx="534">
                  <c:v>43867</c:v>
                </c:pt>
                <c:pt idx="535">
                  <c:v>43866</c:v>
                </c:pt>
                <c:pt idx="536">
                  <c:v>43865</c:v>
                </c:pt>
                <c:pt idx="537">
                  <c:v>43864</c:v>
                </c:pt>
                <c:pt idx="538">
                  <c:v>43861</c:v>
                </c:pt>
                <c:pt idx="539">
                  <c:v>43860</c:v>
                </c:pt>
                <c:pt idx="540">
                  <c:v>43859</c:v>
                </c:pt>
                <c:pt idx="541">
                  <c:v>43858</c:v>
                </c:pt>
                <c:pt idx="542">
                  <c:v>43854</c:v>
                </c:pt>
                <c:pt idx="543">
                  <c:v>43853</c:v>
                </c:pt>
                <c:pt idx="544">
                  <c:v>43852</c:v>
                </c:pt>
                <c:pt idx="545">
                  <c:v>43851</c:v>
                </c:pt>
                <c:pt idx="546">
                  <c:v>43850</c:v>
                </c:pt>
                <c:pt idx="547">
                  <c:v>43847</c:v>
                </c:pt>
                <c:pt idx="548">
                  <c:v>43846</c:v>
                </c:pt>
                <c:pt idx="549">
                  <c:v>43845</c:v>
                </c:pt>
                <c:pt idx="550">
                  <c:v>43844</c:v>
                </c:pt>
                <c:pt idx="551">
                  <c:v>43843</c:v>
                </c:pt>
                <c:pt idx="552">
                  <c:v>43840</c:v>
                </c:pt>
                <c:pt idx="553">
                  <c:v>43839</c:v>
                </c:pt>
                <c:pt idx="554">
                  <c:v>43838</c:v>
                </c:pt>
                <c:pt idx="555">
                  <c:v>43837</c:v>
                </c:pt>
                <c:pt idx="556">
                  <c:v>43836</c:v>
                </c:pt>
                <c:pt idx="557">
                  <c:v>43833</c:v>
                </c:pt>
                <c:pt idx="558">
                  <c:v>43832</c:v>
                </c:pt>
                <c:pt idx="559">
                  <c:v>43830</c:v>
                </c:pt>
                <c:pt idx="560">
                  <c:v>43829</c:v>
                </c:pt>
                <c:pt idx="561">
                  <c:v>43826</c:v>
                </c:pt>
                <c:pt idx="562">
                  <c:v>43823</c:v>
                </c:pt>
                <c:pt idx="563">
                  <c:v>43822</c:v>
                </c:pt>
                <c:pt idx="564">
                  <c:v>43819</c:v>
                </c:pt>
                <c:pt idx="565">
                  <c:v>43818</c:v>
                </c:pt>
                <c:pt idx="566">
                  <c:v>43817</c:v>
                </c:pt>
                <c:pt idx="567">
                  <c:v>43816</c:v>
                </c:pt>
                <c:pt idx="568">
                  <c:v>43815</c:v>
                </c:pt>
                <c:pt idx="569">
                  <c:v>43812</c:v>
                </c:pt>
                <c:pt idx="570">
                  <c:v>43811</c:v>
                </c:pt>
                <c:pt idx="571">
                  <c:v>43810</c:v>
                </c:pt>
                <c:pt idx="572">
                  <c:v>43809</c:v>
                </c:pt>
                <c:pt idx="573">
                  <c:v>43808</c:v>
                </c:pt>
                <c:pt idx="574">
                  <c:v>43805</c:v>
                </c:pt>
                <c:pt idx="575">
                  <c:v>43804</c:v>
                </c:pt>
                <c:pt idx="576">
                  <c:v>43803</c:v>
                </c:pt>
                <c:pt idx="577">
                  <c:v>43802</c:v>
                </c:pt>
                <c:pt idx="578">
                  <c:v>43801</c:v>
                </c:pt>
                <c:pt idx="579">
                  <c:v>43798</c:v>
                </c:pt>
                <c:pt idx="580">
                  <c:v>43797</c:v>
                </c:pt>
                <c:pt idx="581">
                  <c:v>43796</c:v>
                </c:pt>
                <c:pt idx="582">
                  <c:v>43795</c:v>
                </c:pt>
                <c:pt idx="583">
                  <c:v>43794</c:v>
                </c:pt>
                <c:pt idx="584">
                  <c:v>43791</c:v>
                </c:pt>
                <c:pt idx="585">
                  <c:v>43790</c:v>
                </c:pt>
                <c:pt idx="586">
                  <c:v>43789</c:v>
                </c:pt>
                <c:pt idx="587">
                  <c:v>43788</c:v>
                </c:pt>
                <c:pt idx="588">
                  <c:v>43787</c:v>
                </c:pt>
                <c:pt idx="589">
                  <c:v>43784</c:v>
                </c:pt>
                <c:pt idx="590">
                  <c:v>43783</c:v>
                </c:pt>
                <c:pt idx="591">
                  <c:v>43782</c:v>
                </c:pt>
                <c:pt idx="592">
                  <c:v>43781</c:v>
                </c:pt>
                <c:pt idx="593">
                  <c:v>43780</c:v>
                </c:pt>
                <c:pt idx="594">
                  <c:v>43777</c:v>
                </c:pt>
                <c:pt idx="595">
                  <c:v>43776</c:v>
                </c:pt>
                <c:pt idx="596">
                  <c:v>43775</c:v>
                </c:pt>
                <c:pt idx="597">
                  <c:v>43774</c:v>
                </c:pt>
                <c:pt idx="598">
                  <c:v>43773</c:v>
                </c:pt>
                <c:pt idx="599">
                  <c:v>43770</c:v>
                </c:pt>
                <c:pt idx="600">
                  <c:v>43769</c:v>
                </c:pt>
                <c:pt idx="601">
                  <c:v>43768</c:v>
                </c:pt>
                <c:pt idx="602">
                  <c:v>43767</c:v>
                </c:pt>
                <c:pt idx="603">
                  <c:v>43766</c:v>
                </c:pt>
                <c:pt idx="604">
                  <c:v>43763</c:v>
                </c:pt>
                <c:pt idx="605">
                  <c:v>43762</c:v>
                </c:pt>
                <c:pt idx="606">
                  <c:v>43761</c:v>
                </c:pt>
                <c:pt idx="607">
                  <c:v>43760</c:v>
                </c:pt>
                <c:pt idx="608">
                  <c:v>43759</c:v>
                </c:pt>
                <c:pt idx="609">
                  <c:v>43756</c:v>
                </c:pt>
                <c:pt idx="610">
                  <c:v>43755</c:v>
                </c:pt>
                <c:pt idx="611">
                  <c:v>43754</c:v>
                </c:pt>
                <c:pt idx="612">
                  <c:v>43753</c:v>
                </c:pt>
                <c:pt idx="613">
                  <c:v>43752</c:v>
                </c:pt>
                <c:pt idx="614">
                  <c:v>43749</c:v>
                </c:pt>
                <c:pt idx="615">
                  <c:v>43748</c:v>
                </c:pt>
                <c:pt idx="616">
                  <c:v>43747</c:v>
                </c:pt>
                <c:pt idx="617">
                  <c:v>43746</c:v>
                </c:pt>
                <c:pt idx="618">
                  <c:v>43745</c:v>
                </c:pt>
                <c:pt idx="619">
                  <c:v>43742</c:v>
                </c:pt>
                <c:pt idx="620">
                  <c:v>43741</c:v>
                </c:pt>
                <c:pt idx="621">
                  <c:v>43740</c:v>
                </c:pt>
                <c:pt idx="622">
                  <c:v>43739</c:v>
                </c:pt>
                <c:pt idx="623">
                  <c:v>43738</c:v>
                </c:pt>
                <c:pt idx="624">
                  <c:v>43735</c:v>
                </c:pt>
                <c:pt idx="625">
                  <c:v>43734</c:v>
                </c:pt>
                <c:pt idx="626">
                  <c:v>43733</c:v>
                </c:pt>
                <c:pt idx="627">
                  <c:v>43732</c:v>
                </c:pt>
                <c:pt idx="628">
                  <c:v>43731</c:v>
                </c:pt>
                <c:pt idx="629">
                  <c:v>43728</c:v>
                </c:pt>
                <c:pt idx="630">
                  <c:v>43727</c:v>
                </c:pt>
                <c:pt idx="631">
                  <c:v>43726</c:v>
                </c:pt>
                <c:pt idx="632">
                  <c:v>43725</c:v>
                </c:pt>
                <c:pt idx="633">
                  <c:v>43724</c:v>
                </c:pt>
                <c:pt idx="634">
                  <c:v>43721</c:v>
                </c:pt>
                <c:pt idx="635">
                  <c:v>43720</c:v>
                </c:pt>
                <c:pt idx="636">
                  <c:v>43719</c:v>
                </c:pt>
                <c:pt idx="637">
                  <c:v>43718</c:v>
                </c:pt>
                <c:pt idx="638">
                  <c:v>43717</c:v>
                </c:pt>
                <c:pt idx="639">
                  <c:v>43714</c:v>
                </c:pt>
                <c:pt idx="640">
                  <c:v>43713</c:v>
                </c:pt>
                <c:pt idx="641">
                  <c:v>43712</c:v>
                </c:pt>
                <c:pt idx="642">
                  <c:v>43711</c:v>
                </c:pt>
                <c:pt idx="643">
                  <c:v>43710</c:v>
                </c:pt>
                <c:pt idx="644">
                  <c:v>43707</c:v>
                </c:pt>
                <c:pt idx="645">
                  <c:v>43706</c:v>
                </c:pt>
                <c:pt idx="646">
                  <c:v>43705</c:v>
                </c:pt>
                <c:pt idx="647">
                  <c:v>43704</c:v>
                </c:pt>
                <c:pt idx="648">
                  <c:v>43703</c:v>
                </c:pt>
                <c:pt idx="649">
                  <c:v>43700</c:v>
                </c:pt>
                <c:pt idx="650">
                  <c:v>43699</c:v>
                </c:pt>
                <c:pt idx="651">
                  <c:v>43698</c:v>
                </c:pt>
                <c:pt idx="652">
                  <c:v>43697</c:v>
                </c:pt>
                <c:pt idx="653">
                  <c:v>43696</c:v>
                </c:pt>
                <c:pt idx="654">
                  <c:v>43693</c:v>
                </c:pt>
                <c:pt idx="655">
                  <c:v>43692</c:v>
                </c:pt>
                <c:pt idx="656">
                  <c:v>43691</c:v>
                </c:pt>
                <c:pt idx="657">
                  <c:v>43690</c:v>
                </c:pt>
                <c:pt idx="658">
                  <c:v>43689</c:v>
                </c:pt>
                <c:pt idx="659">
                  <c:v>43686</c:v>
                </c:pt>
                <c:pt idx="660">
                  <c:v>43685</c:v>
                </c:pt>
                <c:pt idx="661">
                  <c:v>43684</c:v>
                </c:pt>
                <c:pt idx="662">
                  <c:v>43683</c:v>
                </c:pt>
                <c:pt idx="663">
                  <c:v>43682</c:v>
                </c:pt>
                <c:pt idx="664">
                  <c:v>43679</c:v>
                </c:pt>
                <c:pt idx="665">
                  <c:v>43678</c:v>
                </c:pt>
                <c:pt idx="666">
                  <c:v>43677</c:v>
                </c:pt>
                <c:pt idx="667">
                  <c:v>43676</c:v>
                </c:pt>
                <c:pt idx="668">
                  <c:v>43675</c:v>
                </c:pt>
                <c:pt idx="669">
                  <c:v>43672</c:v>
                </c:pt>
                <c:pt idx="670">
                  <c:v>43671</c:v>
                </c:pt>
                <c:pt idx="671">
                  <c:v>43670</c:v>
                </c:pt>
                <c:pt idx="672">
                  <c:v>43669</c:v>
                </c:pt>
                <c:pt idx="673">
                  <c:v>43668</c:v>
                </c:pt>
                <c:pt idx="674">
                  <c:v>43665</c:v>
                </c:pt>
                <c:pt idx="675">
                  <c:v>43664</c:v>
                </c:pt>
                <c:pt idx="676">
                  <c:v>43663</c:v>
                </c:pt>
                <c:pt idx="677">
                  <c:v>43662</c:v>
                </c:pt>
                <c:pt idx="678">
                  <c:v>43661</c:v>
                </c:pt>
                <c:pt idx="679">
                  <c:v>43658</c:v>
                </c:pt>
                <c:pt idx="680">
                  <c:v>43657</c:v>
                </c:pt>
                <c:pt idx="681">
                  <c:v>43656</c:v>
                </c:pt>
                <c:pt idx="682">
                  <c:v>43655</c:v>
                </c:pt>
                <c:pt idx="683">
                  <c:v>43654</c:v>
                </c:pt>
                <c:pt idx="684">
                  <c:v>43651</c:v>
                </c:pt>
                <c:pt idx="685">
                  <c:v>43650</c:v>
                </c:pt>
                <c:pt idx="686">
                  <c:v>43649</c:v>
                </c:pt>
                <c:pt idx="687">
                  <c:v>43648</c:v>
                </c:pt>
                <c:pt idx="688">
                  <c:v>43647</c:v>
                </c:pt>
                <c:pt idx="689">
                  <c:v>43644</c:v>
                </c:pt>
                <c:pt idx="690">
                  <c:v>43643</c:v>
                </c:pt>
                <c:pt idx="691">
                  <c:v>43642</c:v>
                </c:pt>
                <c:pt idx="692">
                  <c:v>43641</c:v>
                </c:pt>
                <c:pt idx="693">
                  <c:v>43640</c:v>
                </c:pt>
                <c:pt idx="694">
                  <c:v>43637</c:v>
                </c:pt>
                <c:pt idx="695">
                  <c:v>43636</c:v>
                </c:pt>
                <c:pt idx="696">
                  <c:v>43635</c:v>
                </c:pt>
                <c:pt idx="697">
                  <c:v>43634</c:v>
                </c:pt>
                <c:pt idx="698">
                  <c:v>43633</c:v>
                </c:pt>
                <c:pt idx="699">
                  <c:v>43630</c:v>
                </c:pt>
                <c:pt idx="700">
                  <c:v>43629</c:v>
                </c:pt>
                <c:pt idx="701">
                  <c:v>43628</c:v>
                </c:pt>
                <c:pt idx="702">
                  <c:v>43627</c:v>
                </c:pt>
                <c:pt idx="703">
                  <c:v>43623</c:v>
                </c:pt>
                <c:pt idx="704">
                  <c:v>43622</c:v>
                </c:pt>
                <c:pt idx="705">
                  <c:v>43621</c:v>
                </c:pt>
                <c:pt idx="706">
                  <c:v>43620</c:v>
                </c:pt>
                <c:pt idx="707">
                  <c:v>43619</c:v>
                </c:pt>
                <c:pt idx="708">
                  <c:v>43616</c:v>
                </c:pt>
                <c:pt idx="709">
                  <c:v>43615</c:v>
                </c:pt>
                <c:pt idx="710">
                  <c:v>43614</c:v>
                </c:pt>
                <c:pt idx="711">
                  <c:v>43613</c:v>
                </c:pt>
                <c:pt idx="712">
                  <c:v>43612</c:v>
                </c:pt>
                <c:pt idx="713">
                  <c:v>43609</c:v>
                </c:pt>
                <c:pt idx="714">
                  <c:v>43608</c:v>
                </c:pt>
                <c:pt idx="715">
                  <c:v>43607</c:v>
                </c:pt>
                <c:pt idx="716">
                  <c:v>43606</c:v>
                </c:pt>
                <c:pt idx="717">
                  <c:v>43605</c:v>
                </c:pt>
                <c:pt idx="718">
                  <c:v>43602</c:v>
                </c:pt>
                <c:pt idx="719">
                  <c:v>43601</c:v>
                </c:pt>
                <c:pt idx="720">
                  <c:v>43600</c:v>
                </c:pt>
                <c:pt idx="721">
                  <c:v>43599</c:v>
                </c:pt>
                <c:pt idx="722">
                  <c:v>43598</c:v>
                </c:pt>
                <c:pt idx="723">
                  <c:v>43595</c:v>
                </c:pt>
                <c:pt idx="724">
                  <c:v>43594</c:v>
                </c:pt>
                <c:pt idx="725">
                  <c:v>43593</c:v>
                </c:pt>
                <c:pt idx="726">
                  <c:v>43592</c:v>
                </c:pt>
                <c:pt idx="727">
                  <c:v>43591</c:v>
                </c:pt>
                <c:pt idx="728">
                  <c:v>43588</c:v>
                </c:pt>
                <c:pt idx="729">
                  <c:v>43587</c:v>
                </c:pt>
                <c:pt idx="730">
                  <c:v>43586</c:v>
                </c:pt>
              </c:numCache>
            </c:numRef>
          </c:cat>
          <c:val>
            <c:numRef>
              <c:f>'Main deck chart'!$D$4:$D$950</c:f>
              <c:numCache>
                <c:formatCode>"$"#,##0.00_);[Red]\("$"#,##0.00\)</c:formatCode>
                <c:ptCount val="947"/>
                <c:pt idx="0">
                  <c:v>8.2799999999999994</c:v>
                </c:pt>
                <c:pt idx="1">
                  <c:v>7.7</c:v>
                </c:pt>
                <c:pt idx="2">
                  <c:v>7.7</c:v>
                </c:pt>
                <c:pt idx="3">
                  <c:v>7.7</c:v>
                </c:pt>
                <c:pt idx="4">
                  <c:v>7.69</c:v>
                </c:pt>
                <c:pt idx="5">
                  <c:v>7.7</c:v>
                </c:pt>
                <c:pt idx="6">
                  <c:v>7.8</c:v>
                </c:pt>
                <c:pt idx="7">
                  <c:v>7.71</c:v>
                </c:pt>
                <c:pt idx="8">
                  <c:v>7.71</c:v>
                </c:pt>
                <c:pt idx="9">
                  <c:v>7.8</c:v>
                </c:pt>
                <c:pt idx="10">
                  <c:v>7.45</c:v>
                </c:pt>
                <c:pt idx="11">
                  <c:v>7.25</c:v>
                </c:pt>
                <c:pt idx="12">
                  <c:v>7.21</c:v>
                </c:pt>
                <c:pt idx="13">
                  <c:v>7.3</c:v>
                </c:pt>
                <c:pt idx="14">
                  <c:v>7.3</c:v>
                </c:pt>
                <c:pt idx="15">
                  <c:v>7.38</c:v>
                </c:pt>
                <c:pt idx="16">
                  <c:v>7.3</c:v>
                </c:pt>
                <c:pt idx="17">
                  <c:v>7.3</c:v>
                </c:pt>
                <c:pt idx="18">
                  <c:v>7.3</c:v>
                </c:pt>
                <c:pt idx="19">
                  <c:v>7.3</c:v>
                </c:pt>
                <c:pt idx="20">
                  <c:v>7.32</c:v>
                </c:pt>
                <c:pt idx="21">
                  <c:v>7.25</c:v>
                </c:pt>
                <c:pt idx="22">
                  <c:v>7.34</c:v>
                </c:pt>
                <c:pt idx="23">
                  <c:v>7.3</c:v>
                </c:pt>
                <c:pt idx="24">
                  <c:v>7.38</c:v>
                </c:pt>
                <c:pt idx="25">
                  <c:v>7.32</c:v>
                </c:pt>
                <c:pt idx="26">
                  <c:v>7.36</c:v>
                </c:pt>
                <c:pt idx="27">
                  <c:v>7.22</c:v>
                </c:pt>
                <c:pt idx="28">
                  <c:v>7.3</c:v>
                </c:pt>
                <c:pt idx="29">
                  <c:v>7.3</c:v>
                </c:pt>
                <c:pt idx="30">
                  <c:v>7.23</c:v>
                </c:pt>
                <c:pt idx="31">
                  <c:v>7.2</c:v>
                </c:pt>
                <c:pt idx="32">
                  <c:v>7.2</c:v>
                </c:pt>
                <c:pt idx="33">
                  <c:v>7.24</c:v>
                </c:pt>
                <c:pt idx="34">
                  <c:v>7.23</c:v>
                </c:pt>
                <c:pt idx="35">
                  <c:v>7.21</c:v>
                </c:pt>
                <c:pt idx="36">
                  <c:v>7.2</c:v>
                </c:pt>
                <c:pt idx="37">
                  <c:v>6.69</c:v>
                </c:pt>
                <c:pt idx="38">
                  <c:v>6.69</c:v>
                </c:pt>
                <c:pt idx="39">
                  <c:v>6.7</c:v>
                </c:pt>
                <c:pt idx="40">
                  <c:v>6.65</c:v>
                </c:pt>
                <c:pt idx="41">
                  <c:v>6.66</c:v>
                </c:pt>
                <c:pt idx="42">
                  <c:v>6.8</c:v>
                </c:pt>
                <c:pt idx="43">
                  <c:v>6.69</c:v>
                </c:pt>
                <c:pt idx="44">
                  <c:v>6.72</c:v>
                </c:pt>
                <c:pt idx="45">
                  <c:v>6.62</c:v>
                </c:pt>
                <c:pt idx="46">
                  <c:v>6.59</c:v>
                </c:pt>
                <c:pt idx="47">
                  <c:v>6.76</c:v>
                </c:pt>
                <c:pt idx="48">
                  <c:v>6.75</c:v>
                </c:pt>
                <c:pt idx="49">
                  <c:v>6.85</c:v>
                </c:pt>
                <c:pt idx="50">
                  <c:v>6.75</c:v>
                </c:pt>
                <c:pt idx="51">
                  <c:v>6.87</c:v>
                </c:pt>
                <c:pt idx="52">
                  <c:v>6.84</c:v>
                </c:pt>
                <c:pt idx="53">
                  <c:v>6.72</c:v>
                </c:pt>
                <c:pt idx="54">
                  <c:v>6.75</c:v>
                </c:pt>
                <c:pt idx="55">
                  <c:v>6.75</c:v>
                </c:pt>
                <c:pt idx="56">
                  <c:v>6.75</c:v>
                </c:pt>
                <c:pt idx="57">
                  <c:v>6.8</c:v>
                </c:pt>
                <c:pt idx="58">
                  <c:v>6.7</c:v>
                </c:pt>
                <c:pt idx="59">
                  <c:v>6.84</c:v>
                </c:pt>
                <c:pt idx="60">
                  <c:v>7.01</c:v>
                </c:pt>
                <c:pt idx="61">
                  <c:v>5.21</c:v>
                </c:pt>
                <c:pt idx="62">
                  <c:v>5.35</c:v>
                </c:pt>
                <c:pt idx="63">
                  <c:v>5.24</c:v>
                </c:pt>
                <c:pt idx="64">
                  <c:v>5.22</c:v>
                </c:pt>
                <c:pt idx="65">
                  <c:v>5.0599999999999996</c:v>
                </c:pt>
                <c:pt idx="66">
                  <c:v>5</c:v>
                </c:pt>
                <c:pt idx="67">
                  <c:v>5.05</c:v>
                </c:pt>
                <c:pt idx="68">
                  <c:v>5.17</c:v>
                </c:pt>
                <c:pt idx="69">
                  <c:v>5.27</c:v>
                </c:pt>
                <c:pt idx="70">
                  <c:v>5.32</c:v>
                </c:pt>
                <c:pt idx="71">
                  <c:v>5.32</c:v>
                </c:pt>
                <c:pt idx="72">
                  <c:v>5.38</c:v>
                </c:pt>
                <c:pt idx="73">
                  <c:v>5.36</c:v>
                </c:pt>
                <c:pt idx="74">
                  <c:v>5.39</c:v>
                </c:pt>
                <c:pt idx="75">
                  <c:v>5.44</c:v>
                </c:pt>
                <c:pt idx="76">
                  <c:v>5.7</c:v>
                </c:pt>
                <c:pt idx="77">
                  <c:v>5.81</c:v>
                </c:pt>
                <c:pt idx="78">
                  <c:v>5.54</c:v>
                </c:pt>
                <c:pt idx="79">
                  <c:v>5.57</c:v>
                </c:pt>
                <c:pt idx="80">
                  <c:v>5.42</c:v>
                </c:pt>
                <c:pt idx="81">
                  <c:v>5.51</c:v>
                </c:pt>
                <c:pt idx="82">
                  <c:v>5.51</c:v>
                </c:pt>
                <c:pt idx="83">
                  <c:v>5.52</c:v>
                </c:pt>
                <c:pt idx="84">
                  <c:v>5.54</c:v>
                </c:pt>
                <c:pt idx="85">
                  <c:v>5.63</c:v>
                </c:pt>
                <c:pt idx="86">
                  <c:v>5.54</c:v>
                </c:pt>
                <c:pt idx="87">
                  <c:v>5.51</c:v>
                </c:pt>
                <c:pt idx="88">
                  <c:v>5.4</c:v>
                </c:pt>
                <c:pt idx="89">
                  <c:v>5.48</c:v>
                </c:pt>
                <c:pt idx="90">
                  <c:v>5.39</c:v>
                </c:pt>
                <c:pt idx="91">
                  <c:v>5.3</c:v>
                </c:pt>
                <c:pt idx="92">
                  <c:v>5.55</c:v>
                </c:pt>
                <c:pt idx="93">
                  <c:v>5.14</c:v>
                </c:pt>
                <c:pt idx="94">
                  <c:v>5.08</c:v>
                </c:pt>
                <c:pt idx="95">
                  <c:v>5.12</c:v>
                </c:pt>
                <c:pt idx="96">
                  <c:v>5.27</c:v>
                </c:pt>
                <c:pt idx="97">
                  <c:v>5.31</c:v>
                </c:pt>
                <c:pt idx="98">
                  <c:v>5.2</c:v>
                </c:pt>
                <c:pt idx="99">
                  <c:v>5.26</c:v>
                </c:pt>
                <c:pt idx="100">
                  <c:v>5.32</c:v>
                </c:pt>
                <c:pt idx="101">
                  <c:v>5.28</c:v>
                </c:pt>
                <c:pt idx="102">
                  <c:v>5.35</c:v>
                </c:pt>
                <c:pt idx="103">
                  <c:v>5.52</c:v>
                </c:pt>
                <c:pt idx="104">
                  <c:v>5.49</c:v>
                </c:pt>
                <c:pt idx="105">
                  <c:v>5.45</c:v>
                </c:pt>
                <c:pt idx="106">
                  <c:v>5.5</c:v>
                </c:pt>
                <c:pt idx="107">
                  <c:v>5.66</c:v>
                </c:pt>
                <c:pt idx="108">
                  <c:v>5.77</c:v>
                </c:pt>
                <c:pt idx="109">
                  <c:v>5.64</c:v>
                </c:pt>
                <c:pt idx="110">
                  <c:v>5.65</c:v>
                </c:pt>
                <c:pt idx="111">
                  <c:v>5.76</c:v>
                </c:pt>
                <c:pt idx="112">
                  <c:v>5.8</c:v>
                </c:pt>
                <c:pt idx="113">
                  <c:v>5.91</c:v>
                </c:pt>
                <c:pt idx="114">
                  <c:v>5.81</c:v>
                </c:pt>
                <c:pt idx="115">
                  <c:v>5.87</c:v>
                </c:pt>
                <c:pt idx="116">
                  <c:v>5.88</c:v>
                </c:pt>
                <c:pt idx="117">
                  <c:v>5.7</c:v>
                </c:pt>
                <c:pt idx="118">
                  <c:v>5.87</c:v>
                </c:pt>
                <c:pt idx="119">
                  <c:v>5.78</c:v>
                </c:pt>
                <c:pt idx="120">
                  <c:v>5.8</c:v>
                </c:pt>
                <c:pt idx="121">
                  <c:v>5.88</c:v>
                </c:pt>
                <c:pt idx="122">
                  <c:v>5.92</c:v>
                </c:pt>
                <c:pt idx="123">
                  <c:v>5.99</c:v>
                </c:pt>
                <c:pt idx="124">
                  <c:v>5.95</c:v>
                </c:pt>
                <c:pt idx="125">
                  <c:v>5.95</c:v>
                </c:pt>
                <c:pt idx="126">
                  <c:v>6.01</c:v>
                </c:pt>
                <c:pt idx="127">
                  <c:v>6.02</c:v>
                </c:pt>
                <c:pt idx="128">
                  <c:v>6</c:v>
                </c:pt>
                <c:pt idx="129">
                  <c:v>6.14</c:v>
                </c:pt>
                <c:pt idx="130">
                  <c:v>6.14</c:v>
                </c:pt>
                <c:pt idx="131">
                  <c:v>6.18</c:v>
                </c:pt>
                <c:pt idx="132">
                  <c:v>6.3</c:v>
                </c:pt>
                <c:pt idx="133">
                  <c:v>6.42</c:v>
                </c:pt>
                <c:pt idx="134">
                  <c:v>6.64</c:v>
                </c:pt>
                <c:pt idx="135">
                  <c:v>6.83</c:v>
                </c:pt>
                <c:pt idx="136">
                  <c:v>6.88</c:v>
                </c:pt>
                <c:pt idx="137">
                  <c:v>6.84</c:v>
                </c:pt>
                <c:pt idx="138">
                  <c:v>6.91</c:v>
                </c:pt>
                <c:pt idx="139">
                  <c:v>6.9</c:v>
                </c:pt>
                <c:pt idx="140">
                  <c:v>6.87</c:v>
                </c:pt>
                <c:pt idx="141">
                  <c:v>7.19</c:v>
                </c:pt>
                <c:pt idx="142">
                  <c:v>7.19</c:v>
                </c:pt>
                <c:pt idx="143">
                  <c:v>7.3</c:v>
                </c:pt>
                <c:pt idx="144">
                  <c:v>7.29</c:v>
                </c:pt>
                <c:pt idx="145">
                  <c:v>7.4</c:v>
                </c:pt>
                <c:pt idx="146">
                  <c:v>7.3</c:v>
                </c:pt>
                <c:pt idx="147">
                  <c:v>7.36</c:v>
                </c:pt>
                <c:pt idx="148">
                  <c:v>7.41</c:v>
                </c:pt>
                <c:pt idx="149">
                  <c:v>7.36</c:v>
                </c:pt>
                <c:pt idx="150">
                  <c:v>7.34</c:v>
                </c:pt>
                <c:pt idx="151">
                  <c:v>7.35</c:v>
                </c:pt>
                <c:pt idx="152">
                  <c:v>7.3</c:v>
                </c:pt>
                <c:pt idx="153">
                  <c:v>7.16</c:v>
                </c:pt>
                <c:pt idx="154">
                  <c:v>7.12</c:v>
                </c:pt>
                <c:pt idx="155">
                  <c:v>7.04</c:v>
                </c:pt>
                <c:pt idx="156">
                  <c:v>6.99</c:v>
                </c:pt>
                <c:pt idx="157">
                  <c:v>6.97</c:v>
                </c:pt>
                <c:pt idx="158">
                  <c:v>7.07</c:v>
                </c:pt>
                <c:pt idx="159">
                  <c:v>6.91</c:v>
                </c:pt>
                <c:pt idx="160">
                  <c:v>6.84</c:v>
                </c:pt>
                <c:pt idx="161">
                  <c:v>6.88</c:v>
                </c:pt>
                <c:pt idx="162">
                  <c:v>6.8</c:v>
                </c:pt>
                <c:pt idx="163">
                  <c:v>6.67</c:v>
                </c:pt>
                <c:pt idx="164">
                  <c:v>6.86</c:v>
                </c:pt>
                <c:pt idx="165">
                  <c:v>6.78</c:v>
                </c:pt>
                <c:pt idx="166">
                  <c:v>6.58</c:v>
                </c:pt>
                <c:pt idx="167">
                  <c:v>6.5</c:v>
                </c:pt>
                <c:pt idx="168">
                  <c:v>6.56</c:v>
                </c:pt>
                <c:pt idx="169">
                  <c:v>6.42</c:v>
                </c:pt>
                <c:pt idx="170">
                  <c:v>6.3</c:v>
                </c:pt>
                <c:pt idx="171">
                  <c:v>6.28</c:v>
                </c:pt>
                <c:pt idx="172">
                  <c:v>6.4</c:v>
                </c:pt>
                <c:pt idx="173">
                  <c:v>6.6</c:v>
                </c:pt>
                <c:pt idx="174">
                  <c:v>6.34</c:v>
                </c:pt>
                <c:pt idx="175">
                  <c:v>6.26</c:v>
                </c:pt>
                <c:pt idx="176">
                  <c:v>6.61</c:v>
                </c:pt>
                <c:pt idx="177">
                  <c:v>6.48</c:v>
                </c:pt>
                <c:pt idx="178">
                  <c:v>6.51</c:v>
                </c:pt>
                <c:pt idx="179">
                  <c:v>6.6</c:v>
                </c:pt>
                <c:pt idx="180">
                  <c:v>6.5</c:v>
                </c:pt>
                <c:pt idx="181">
                  <c:v>6.45</c:v>
                </c:pt>
                <c:pt idx="182">
                  <c:v>6.35</c:v>
                </c:pt>
                <c:pt idx="183">
                  <c:v>6.2</c:v>
                </c:pt>
                <c:pt idx="184">
                  <c:v>6.21</c:v>
                </c:pt>
                <c:pt idx="185">
                  <c:v>6.29</c:v>
                </c:pt>
                <c:pt idx="186">
                  <c:v>6.06</c:v>
                </c:pt>
                <c:pt idx="187">
                  <c:v>6.1</c:v>
                </c:pt>
                <c:pt idx="188">
                  <c:v>6</c:v>
                </c:pt>
                <c:pt idx="189">
                  <c:v>6.18</c:v>
                </c:pt>
                <c:pt idx="190">
                  <c:v>6.25</c:v>
                </c:pt>
                <c:pt idx="191">
                  <c:v>6.42</c:v>
                </c:pt>
                <c:pt idx="192">
                  <c:v>6.42</c:v>
                </c:pt>
                <c:pt idx="193">
                  <c:v>6.5</c:v>
                </c:pt>
                <c:pt idx="194">
                  <c:v>6.4</c:v>
                </c:pt>
                <c:pt idx="195">
                  <c:v>6.34</c:v>
                </c:pt>
                <c:pt idx="196">
                  <c:v>6.57</c:v>
                </c:pt>
                <c:pt idx="197">
                  <c:v>6.27</c:v>
                </c:pt>
                <c:pt idx="198">
                  <c:v>6.27</c:v>
                </c:pt>
                <c:pt idx="199">
                  <c:v>6.27</c:v>
                </c:pt>
                <c:pt idx="200">
                  <c:v>6.29</c:v>
                </c:pt>
                <c:pt idx="201">
                  <c:v>6.29</c:v>
                </c:pt>
                <c:pt idx="202">
                  <c:v>6.2</c:v>
                </c:pt>
                <c:pt idx="203">
                  <c:v>6.13</c:v>
                </c:pt>
                <c:pt idx="204">
                  <c:v>6.28</c:v>
                </c:pt>
                <c:pt idx="205">
                  <c:v>6.11</c:v>
                </c:pt>
                <c:pt idx="206">
                  <c:v>6.23</c:v>
                </c:pt>
                <c:pt idx="207">
                  <c:v>6.16</c:v>
                </c:pt>
                <c:pt idx="208">
                  <c:v>6.03</c:v>
                </c:pt>
                <c:pt idx="209">
                  <c:v>6.09</c:v>
                </c:pt>
                <c:pt idx="210">
                  <c:v>6.11</c:v>
                </c:pt>
                <c:pt idx="211">
                  <c:v>6.19</c:v>
                </c:pt>
                <c:pt idx="212">
                  <c:v>6.25</c:v>
                </c:pt>
                <c:pt idx="213">
                  <c:v>6</c:v>
                </c:pt>
                <c:pt idx="214">
                  <c:v>6.1</c:v>
                </c:pt>
                <c:pt idx="215">
                  <c:v>5.91</c:v>
                </c:pt>
                <c:pt idx="216">
                  <c:v>5.9</c:v>
                </c:pt>
                <c:pt idx="217">
                  <c:v>5.97</c:v>
                </c:pt>
                <c:pt idx="218">
                  <c:v>5.93</c:v>
                </c:pt>
                <c:pt idx="219">
                  <c:v>5.87</c:v>
                </c:pt>
                <c:pt idx="220">
                  <c:v>5.79</c:v>
                </c:pt>
                <c:pt idx="221">
                  <c:v>5.68</c:v>
                </c:pt>
                <c:pt idx="222">
                  <c:v>5.72</c:v>
                </c:pt>
                <c:pt idx="223">
                  <c:v>6.04</c:v>
                </c:pt>
                <c:pt idx="224">
                  <c:v>6.13</c:v>
                </c:pt>
                <c:pt idx="225">
                  <c:v>6.34</c:v>
                </c:pt>
                <c:pt idx="226">
                  <c:v>6.15</c:v>
                </c:pt>
                <c:pt idx="227">
                  <c:v>6.33</c:v>
                </c:pt>
                <c:pt idx="228">
                  <c:v>6.25</c:v>
                </c:pt>
                <c:pt idx="229">
                  <c:v>6.09</c:v>
                </c:pt>
                <c:pt idx="230">
                  <c:v>6.14</c:v>
                </c:pt>
                <c:pt idx="231">
                  <c:v>6.09</c:v>
                </c:pt>
                <c:pt idx="232">
                  <c:v>6.05</c:v>
                </c:pt>
                <c:pt idx="233">
                  <c:v>6.05</c:v>
                </c:pt>
                <c:pt idx="234">
                  <c:v>6.1</c:v>
                </c:pt>
                <c:pt idx="235">
                  <c:v>6.26</c:v>
                </c:pt>
                <c:pt idx="236">
                  <c:v>6.12</c:v>
                </c:pt>
                <c:pt idx="237">
                  <c:v>6.34</c:v>
                </c:pt>
                <c:pt idx="238">
                  <c:v>6.44</c:v>
                </c:pt>
                <c:pt idx="239">
                  <c:v>6.4</c:v>
                </c:pt>
                <c:pt idx="240">
                  <c:v>6.42</c:v>
                </c:pt>
                <c:pt idx="241">
                  <c:v>6.32</c:v>
                </c:pt>
                <c:pt idx="242">
                  <c:v>6.06</c:v>
                </c:pt>
                <c:pt idx="243">
                  <c:v>5.98</c:v>
                </c:pt>
                <c:pt idx="244">
                  <c:v>5.95</c:v>
                </c:pt>
                <c:pt idx="245">
                  <c:v>5.84</c:v>
                </c:pt>
                <c:pt idx="246">
                  <c:v>5.75</c:v>
                </c:pt>
                <c:pt idx="247">
                  <c:v>5.67</c:v>
                </c:pt>
                <c:pt idx="248">
                  <c:v>5.9</c:v>
                </c:pt>
                <c:pt idx="249">
                  <c:v>5.88</c:v>
                </c:pt>
                <c:pt idx="250">
                  <c:v>5.98</c:v>
                </c:pt>
                <c:pt idx="251">
                  <c:v>6.09</c:v>
                </c:pt>
                <c:pt idx="252">
                  <c:v>6.08</c:v>
                </c:pt>
                <c:pt idx="253">
                  <c:v>6.15</c:v>
                </c:pt>
                <c:pt idx="254">
                  <c:v>6.19</c:v>
                </c:pt>
                <c:pt idx="255">
                  <c:v>6.04</c:v>
                </c:pt>
                <c:pt idx="256">
                  <c:v>6.09</c:v>
                </c:pt>
                <c:pt idx="257">
                  <c:v>6.15</c:v>
                </c:pt>
                <c:pt idx="258">
                  <c:v>5.97</c:v>
                </c:pt>
                <c:pt idx="259">
                  <c:v>5.88</c:v>
                </c:pt>
                <c:pt idx="260">
                  <c:v>5.8</c:v>
                </c:pt>
                <c:pt idx="261">
                  <c:v>5.93</c:v>
                </c:pt>
                <c:pt idx="262">
                  <c:v>6.04</c:v>
                </c:pt>
                <c:pt idx="263">
                  <c:v>6.05</c:v>
                </c:pt>
                <c:pt idx="264">
                  <c:v>6.14</c:v>
                </c:pt>
                <c:pt idx="265">
                  <c:v>6.12</c:v>
                </c:pt>
                <c:pt idx="266">
                  <c:v>6.23</c:v>
                </c:pt>
                <c:pt idx="267">
                  <c:v>6.21</c:v>
                </c:pt>
                <c:pt idx="268">
                  <c:v>6.12</c:v>
                </c:pt>
                <c:pt idx="269">
                  <c:v>6.28</c:v>
                </c:pt>
                <c:pt idx="270">
                  <c:v>6.17</c:v>
                </c:pt>
                <c:pt idx="271">
                  <c:v>6.22</c:v>
                </c:pt>
                <c:pt idx="272">
                  <c:v>6.26</c:v>
                </c:pt>
                <c:pt idx="273">
                  <c:v>6.32</c:v>
                </c:pt>
                <c:pt idx="274">
                  <c:v>6.18</c:v>
                </c:pt>
                <c:pt idx="275">
                  <c:v>6.02</c:v>
                </c:pt>
                <c:pt idx="276">
                  <c:v>6.07</c:v>
                </c:pt>
                <c:pt idx="277">
                  <c:v>5.95</c:v>
                </c:pt>
                <c:pt idx="278">
                  <c:v>6.06</c:v>
                </c:pt>
                <c:pt idx="279">
                  <c:v>5.94</c:v>
                </c:pt>
                <c:pt idx="280">
                  <c:v>5.89</c:v>
                </c:pt>
                <c:pt idx="281">
                  <c:v>5.93</c:v>
                </c:pt>
                <c:pt idx="282">
                  <c:v>5.94</c:v>
                </c:pt>
                <c:pt idx="283">
                  <c:v>5.79</c:v>
                </c:pt>
                <c:pt idx="284">
                  <c:v>5.74</c:v>
                </c:pt>
                <c:pt idx="285">
                  <c:v>5.74</c:v>
                </c:pt>
                <c:pt idx="286">
                  <c:v>5.56</c:v>
                </c:pt>
                <c:pt idx="287">
                  <c:v>5.62</c:v>
                </c:pt>
                <c:pt idx="288">
                  <c:v>5.41</c:v>
                </c:pt>
                <c:pt idx="289">
                  <c:v>5.4</c:v>
                </c:pt>
                <c:pt idx="290">
                  <c:v>5.45</c:v>
                </c:pt>
                <c:pt idx="291">
                  <c:v>5.41</c:v>
                </c:pt>
                <c:pt idx="292">
                  <c:v>5.33</c:v>
                </c:pt>
                <c:pt idx="293">
                  <c:v>5.31</c:v>
                </c:pt>
                <c:pt idx="294">
                  <c:v>5.3</c:v>
                </c:pt>
                <c:pt idx="295">
                  <c:v>5.41</c:v>
                </c:pt>
                <c:pt idx="296">
                  <c:v>5.16</c:v>
                </c:pt>
                <c:pt idx="297">
                  <c:v>5.31</c:v>
                </c:pt>
                <c:pt idx="298">
                  <c:v>5.27</c:v>
                </c:pt>
                <c:pt idx="299">
                  <c:v>5.42</c:v>
                </c:pt>
                <c:pt idx="300">
                  <c:v>5.5</c:v>
                </c:pt>
                <c:pt idx="301">
                  <c:v>5.51</c:v>
                </c:pt>
                <c:pt idx="302">
                  <c:v>5.52</c:v>
                </c:pt>
                <c:pt idx="303">
                  <c:v>5.48</c:v>
                </c:pt>
                <c:pt idx="304">
                  <c:v>5.32</c:v>
                </c:pt>
                <c:pt idx="305">
                  <c:v>5.6</c:v>
                </c:pt>
                <c:pt idx="306">
                  <c:v>5.62</c:v>
                </c:pt>
                <c:pt idx="307">
                  <c:v>5.55</c:v>
                </c:pt>
                <c:pt idx="308">
                  <c:v>5.61</c:v>
                </c:pt>
                <c:pt idx="309">
                  <c:v>5.64</c:v>
                </c:pt>
                <c:pt idx="310">
                  <c:v>5.5</c:v>
                </c:pt>
                <c:pt idx="311">
                  <c:v>5.78</c:v>
                </c:pt>
                <c:pt idx="312">
                  <c:v>5.86</c:v>
                </c:pt>
                <c:pt idx="313">
                  <c:v>5.72</c:v>
                </c:pt>
                <c:pt idx="314">
                  <c:v>5.54</c:v>
                </c:pt>
                <c:pt idx="315">
                  <c:v>5.43</c:v>
                </c:pt>
                <c:pt idx="316">
                  <c:v>5.6</c:v>
                </c:pt>
                <c:pt idx="317">
                  <c:v>5.69</c:v>
                </c:pt>
                <c:pt idx="318">
                  <c:v>5.62</c:v>
                </c:pt>
                <c:pt idx="319">
                  <c:v>5.55</c:v>
                </c:pt>
                <c:pt idx="320">
                  <c:v>5.57</c:v>
                </c:pt>
                <c:pt idx="321">
                  <c:v>5.43</c:v>
                </c:pt>
                <c:pt idx="322">
                  <c:v>5.29</c:v>
                </c:pt>
                <c:pt idx="323">
                  <c:v>5.27</c:v>
                </c:pt>
                <c:pt idx="324">
                  <c:v>5.37</c:v>
                </c:pt>
                <c:pt idx="325">
                  <c:v>5.35</c:v>
                </c:pt>
                <c:pt idx="326">
                  <c:v>5.61</c:v>
                </c:pt>
                <c:pt idx="327">
                  <c:v>5.64</c:v>
                </c:pt>
                <c:pt idx="328">
                  <c:v>5.56</c:v>
                </c:pt>
                <c:pt idx="329">
                  <c:v>5.5</c:v>
                </c:pt>
                <c:pt idx="330">
                  <c:v>5.44</c:v>
                </c:pt>
                <c:pt idx="331">
                  <c:v>5.51</c:v>
                </c:pt>
                <c:pt idx="332">
                  <c:v>5.26</c:v>
                </c:pt>
                <c:pt idx="333">
                  <c:v>5.01</c:v>
                </c:pt>
                <c:pt idx="334">
                  <c:v>5</c:v>
                </c:pt>
                <c:pt idx="335">
                  <c:v>5.01</c:v>
                </c:pt>
                <c:pt idx="336">
                  <c:v>5.0599999999999996</c:v>
                </c:pt>
                <c:pt idx="337">
                  <c:v>5.15</c:v>
                </c:pt>
                <c:pt idx="338">
                  <c:v>5.08</c:v>
                </c:pt>
                <c:pt idx="339">
                  <c:v>5.13</c:v>
                </c:pt>
                <c:pt idx="340">
                  <c:v>4.84</c:v>
                </c:pt>
                <c:pt idx="341">
                  <c:v>4.78</c:v>
                </c:pt>
                <c:pt idx="342">
                  <c:v>4.76</c:v>
                </c:pt>
                <c:pt idx="343">
                  <c:v>4.7</c:v>
                </c:pt>
                <c:pt idx="344">
                  <c:v>4.49</c:v>
                </c:pt>
                <c:pt idx="345">
                  <c:v>4.3</c:v>
                </c:pt>
                <c:pt idx="346">
                  <c:v>4.49</c:v>
                </c:pt>
                <c:pt idx="347">
                  <c:v>4.5</c:v>
                </c:pt>
                <c:pt idx="348">
                  <c:v>4.59</c:v>
                </c:pt>
                <c:pt idx="349">
                  <c:v>4.59</c:v>
                </c:pt>
                <c:pt idx="350">
                  <c:v>4.6500000000000004</c:v>
                </c:pt>
                <c:pt idx="351">
                  <c:v>4.5999999999999996</c:v>
                </c:pt>
                <c:pt idx="352">
                  <c:v>4.68</c:v>
                </c:pt>
                <c:pt idx="353">
                  <c:v>4.5199999999999996</c:v>
                </c:pt>
                <c:pt idx="354">
                  <c:v>4.5599999999999996</c:v>
                </c:pt>
                <c:pt idx="355">
                  <c:v>4.47</c:v>
                </c:pt>
                <c:pt idx="356">
                  <c:v>4.42</c:v>
                </c:pt>
                <c:pt idx="357">
                  <c:v>4.4000000000000004</c:v>
                </c:pt>
                <c:pt idx="358">
                  <c:v>4.43</c:v>
                </c:pt>
                <c:pt idx="359">
                  <c:v>4.46</c:v>
                </c:pt>
                <c:pt idx="360">
                  <c:v>4.46</c:v>
                </c:pt>
                <c:pt idx="361">
                  <c:v>4.38</c:v>
                </c:pt>
                <c:pt idx="362">
                  <c:v>4.34</c:v>
                </c:pt>
                <c:pt idx="363">
                  <c:v>4.3600000000000003</c:v>
                </c:pt>
                <c:pt idx="364">
                  <c:v>4.22</c:v>
                </c:pt>
                <c:pt idx="365">
                  <c:v>4.1100000000000003</c:v>
                </c:pt>
                <c:pt idx="366">
                  <c:v>4</c:v>
                </c:pt>
                <c:pt idx="367">
                  <c:v>4.01</c:v>
                </c:pt>
                <c:pt idx="368">
                  <c:v>3.86</c:v>
                </c:pt>
                <c:pt idx="369">
                  <c:v>3.85</c:v>
                </c:pt>
                <c:pt idx="370">
                  <c:v>3.71</c:v>
                </c:pt>
                <c:pt idx="371">
                  <c:v>3.75</c:v>
                </c:pt>
                <c:pt idx="372">
                  <c:v>3.67</c:v>
                </c:pt>
                <c:pt idx="373">
                  <c:v>3.63</c:v>
                </c:pt>
                <c:pt idx="374">
                  <c:v>3.52</c:v>
                </c:pt>
                <c:pt idx="375">
                  <c:v>3.74</c:v>
                </c:pt>
                <c:pt idx="376">
                  <c:v>3.69</c:v>
                </c:pt>
                <c:pt idx="377">
                  <c:v>3.7</c:v>
                </c:pt>
                <c:pt idx="378">
                  <c:v>3.66</c:v>
                </c:pt>
                <c:pt idx="379">
                  <c:v>3.58</c:v>
                </c:pt>
                <c:pt idx="380">
                  <c:v>3.59</c:v>
                </c:pt>
                <c:pt idx="381">
                  <c:v>3.56</c:v>
                </c:pt>
                <c:pt idx="382">
                  <c:v>3.59</c:v>
                </c:pt>
                <c:pt idx="383">
                  <c:v>3.57</c:v>
                </c:pt>
                <c:pt idx="384">
                  <c:v>3.53</c:v>
                </c:pt>
                <c:pt idx="385">
                  <c:v>3.56</c:v>
                </c:pt>
                <c:pt idx="386">
                  <c:v>3.49</c:v>
                </c:pt>
                <c:pt idx="387">
                  <c:v>3.49</c:v>
                </c:pt>
                <c:pt idx="388">
                  <c:v>3.4</c:v>
                </c:pt>
                <c:pt idx="389">
                  <c:v>3.5</c:v>
                </c:pt>
                <c:pt idx="390">
                  <c:v>3.5</c:v>
                </c:pt>
                <c:pt idx="391">
                  <c:v>3.4</c:v>
                </c:pt>
                <c:pt idx="392">
                  <c:v>3.39</c:v>
                </c:pt>
                <c:pt idx="393">
                  <c:v>3.38</c:v>
                </c:pt>
                <c:pt idx="394">
                  <c:v>3.39</c:v>
                </c:pt>
                <c:pt idx="395">
                  <c:v>3.34</c:v>
                </c:pt>
                <c:pt idx="396">
                  <c:v>3.4</c:v>
                </c:pt>
                <c:pt idx="397">
                  <c:v>3.35</c:v>
                </c:pt>
                <c:pt idx="398">
                  <c:v>3.41</c:v>
                </c:pt>
                <c:pt idx="399">
                  <c:v>3.14</c:v>
                </c:pt>
                <c:pt idx="400">
                  <c:v>3.2</c:v>
                </c:pt>
                <c:pt idx="401">
                  <c:v>3.12</c:v>
                </c:pt>
                <c:pt idx="402">
                  <c:v>3</c:v>
                </c:pt>
                <c:pt idx="403">
                  <c:v>3.1</c:v>
                </c:pt>
                <c:pt idx="404">
                  <c:v>2.91</c:v>
                </c:pt>
                <c:pt idx="405">
                  <c:v>2.93</c:v>
                </c:pt>
                <c:pt idx="406">
                  <c:v>2.89</c:v>
                </c:pt>
                <c:pt idx="407">
                  <c:v>2.87</c:v>
                </c:pt>
                <c:pt idx="408">
                  <c:v>2.84</c:v>
                </c:pt>
                <c:pt idx="409">
                  <c:v>2.86</c:v>
                </c:pt>
                <c:pt idx="410">
                  <c:v>2.65</c:v>
                </c:pt>
                <c:pt idx="411">
                  <c:v>2.92</c:v>
                </c:pt>
                <c:pt idx="412">
                  <c:v>2.91</c:v>
                </c:pt>
                <c:pt idx="413">
                  <c:v>2.78</c:v>
                </c:pt>
                <c:pt idx="414">
                  <c:v>2.74</c:v>
                </c:pt>
                <c:pt idx="415">
                  <c:v>2.84</c:v>
                </c:pt>
                <c:pt idx="416">
                  <c:v>2.77</c:v>
                </c:pt>
                <c:pt idx="417">
                  <c:v>2.78</c:v>
                </c:pt>
                <c:pt idx="418">
                  <c:v>2.69</c:v>
                </c:pt>
                <c:pt idx="419">
                  <c:v>2.72</c:v>
                </c:pt>
                <c:pt idx="420">
                  <c:v>2.62</c:v>
                </c:pt>
                <c:pt idx="421">
                  <c:v>2.66</c:v>
                </c:pt>
                <c:pt idx="422">
                  <c:v>2.7</c:v>
                </c:pt>
                <c:pt idx="423">
                  <c:v>2.68</c:v>
                </c:pt>
                <c:pt idx="424">
                  <c:v>2.68</c:v>
                </c:pt>
                <c:pt idx="425">
                  <c:v>2.67</c:v>
                </c:pt>
                <c:pt idx="426">
                  <c:v>2.69</c:v>
                </c:pt>
                <c:pt idx="427">
                  <c:v>2.81</c:v>
                </c:pt>
                <c:pt idx="428">
                  <c:v>2.73</c:v>
                </c:pt>
                <c:pt idx="429">
                  <c:v>2.76</c:v>
                </c:pt>
                <c:pt idx="430">
                  <c:v>2.91</c:v>
                </c:pt>
                <c:pt idx="431">
                  <c:v>2.9</c:v>
                </c:pt>
                <c:pt idx="432">
                  <c:v>2.96</c:v>
                </c:pt>
                <c:pt idx="433">
                  <c:v>3</c:v>
                </c:pt>
                <c:pt idx="434">
                  <c:v>2.83</c:v>
                </c:pt>
                <c:pt idx="435">
                  <c:v>2.86</c:v>
                </c:pt>
                <c:pt idx="436">
                  <c:v>2.97</c:v>
                </c:pt>
                <c:pt idx="437">
                  <c:v>2.96</c:v>
                </c:pt>
                <c:pt idx="438">
                  <c:v>3.12</c:v>
                </c:pt>
                <c:pt idx="439">
                  <c:v>3.08</c:v>
                </c:pt>
                <c:pt idx="440">
                  <c:v>3.14</c:v>
                </c:pt>
                <c:pt idx="441">
                  <c:v>3.18</c:v>
                </c:pt>
                <c:pt idx="442">
                  <c:v>3.07</c:v>
                </c:pt>
                <c:pt idx="443">
                  <c:v>3.19</c:v>
                </c:pt>
                <c:pt idx="444">
                  <c:v>3.18</c:v>
                </c:pt>
                <c:pt idx="445">
                  <c:v>2.9</c:v>
                </c:pt>
                <c:pt idx="446">
                  <c:v>2.98</c:v>
                </c:pt>
                <c:pt idx="447">
                  <c:v>3.1</c:v>
                </c:pt>
                <c:pt idx="448">
                  <c:v>3.31</c:v>
                </c:pt>
                <c:pt idx="449">
                  <c:v>3.38</c:v>
                </c:pt>
                <c:pt idx="450">
                  <c:v>3.53</c:v>
                </c:pt>
                <c:pt idx="451">
                  <c:v>3.28</c:v>
                </c:pt>
                <c:pt idx="452">
                  <c:v>3.43</c:v>
                </c:pt>
                <c:pt idx="453">
                  <c:v>3.28</c:v>
                </c:pt>
                <c:pt idx="454">
                  <c:v>3.33</c:v>
                </c:pt>
                <c:pt idx="455">
                  <c:v>3.16</c:v>
                </c:pt>
                <c:pt idx="456">
                  <c:v>3.29</c:v>
                </c:pt>
                <c:pt idx="457">
                  <c:v>3.45</c:v>
                </c:pt>
                <c:pt idx="458">
                  <c:v>3.73</c:v>
                </c:pt>
                <c:pt idx="459">
                  <c:v>3.33</c:v>
                </c:pt>
                <c:pt idx="460">
                  <c:v>2.94</c:v>
                </c:pt>
                <c:pt idx="461">
                  <c:v>2.99</c:v>
                </c:pt>
                <c:pt idx="462">
                  <c:v>3.07</c:v>
                </c:pt>
                <c:pt idx="463">
                  <c:v>3.11</c:v>
                </c:pt>
                <c:pt idx="464">
                  <c:v>3.02</c:v>
                </c:pt>
                <c:pt idx="465">
                  <c:v>3.08</c:v>
                </c:pt>
                <c:pt idx="466">
                  <c:v>3.16</c:v>
                </c:pt>
                <c:pt idx="467">
                  <c:v>3.2</c:v>
                </c:pt>
                <c:pt idx="468">
                  <c:v>3.3</c:v>
                </c:pt>
                <c:pt idx="469">
                  <c:v>3.36</c:v>
                </c:pt>
                <c:pt idx="470">
                  <c:v>3.23</c:v>
                </c:pt>
                <c:pt idx="471">
                  <c:v>2.82</c:v>
                </c:pt>
                <c:pt idx="472">
                  <c:v>2.88</c:v>
                </c:pt>
                <c:pt idx="473">
                  <c:v>2.94</c:v>
                </c:pt>
                <c:pt idx="474">
                  <c:v>2.9</c:v>
                </c:pt>
                <c:pt idx="475">
                  <c:v>2.9</c:v>
                </c:pt>
                <c:pt idx="476">
                  <c:v>3.07</c:v>
                </c:pt>
                <c:pt idx="477">
                  <c:v>2.77</c:v>
                </c:pt>
                <c:pt idx="478">
                  <c:v>2.65</c:v>
                </c:pt>
                <c:pt idx="479">
                  <c:v>2.95</c:v>
                </c:pt>
                <c:pt idx="480">
                  <c:v>2.9</c:v>
                </c:pt>
                <c:pt idx="481">
                  <c:v>2.6</c:v>
                </c:pt>
                <c:pt idx="482">
                  <c:v>2.67</c:v>
                </c:pt>
                <c:pt idx="483">
                  <c:v>2.79</c:v>
                </c:pt>
                <c:pt idx="484">
                  <c:v>2.63</c:v>
                </c:pt>
                <c:pt idx="485">
                  <c:v>2.67</c:v>
                </c:pt>
                <c:pt idx="486">
                  <c:v>2.65</c:v>
                </c:pt>
                <c:pt idx="487">
                  <c:v>2.64</c:v>
                </c:pt>
                <c:pt idx="488">
                  <c:v>2.68</c:v>
                </c:pt>
                <c:pt idx="489">
                  <c:v>2.0299999999999998</c:v>
                </c:pt>
                <c:pt idx="490">
                  <c:v>1.95</c:v>
                </c:pt>
                <c:pt idx="491">
                  <c:v>2.06</c:v>
                </c:pt>
                <c:pt idx="492">
                  <c:v>1.93</c:v>
                </c:pt>
                <c:pt idx="493">
                  <c:v>1.77</c:v>
                </c:pt>
                <c:pt idx="494">
                  <c:v>1.89</c:v>
                </c:pt>
                <c:pt idx="495">
                  <c:v>1.85</c:v>
                </c:pt>
                <c:pt idx="496">
                  <c:v>1.87</c:v>
                </c:pt>
                <c:pt idx="497">
                  <c:v>1.56</c:v>
                </c:pt>
                <c:pt idx="498">
                  <c:v>1.57</c:v>
                </c:pt>
                <c:pt idx="499">
                  <c:v>1.79</c:v>
                </c:pt>
                <c:pt idx="500">
                  <c:v>1.92</c:v>
                </c:pt>
                <c:pt idx="501">
                  <c:v>2.15</c:v>
                </c:pt>
                <c:pt idx="502">
                  <c:v>2.16</c:v>
                </c:pt>
                <c:pt idx="503">
                  <c:v>2.3199999999999998</c:v>
                </c:pt>
                <c:pt idx="504">
                  <c:v>2.57</c:v>
                </c:pt>
                <c:pt idx="505">
                  <c:v>2.77</c:v>
                </c:pt>
                <c:pt idx="506">
                  <c:v>3.08</c:v>
                </c:pt>
                <c:pt idx="507">
                  <c:v>3.2</c:v>
                </c:pt>
                <c:pt idx="508">
                  <c:v>3.09</c:v>
                </c:pt>
                <c:pt idx="509">
                  <c:v>3.31</c:v>
                </c:pt>
                <c:pt idx="510">
                  <c:v>3.4</c:v>
                </c:pt>
                <c:pt idx="511">
                  <c:v>3.54</c:v>
                </c:pt>
                <c:pt idx="512">
                  <c:v>3.51</c:v>
                </c:pt>
                <c:pt idx="513">
                  <c:v>4.07</c:v>
                </c:pt>
                <c:pt idx="514">
                  <c:v>4.0599999999999996</c:v>
                </c:pt>
                <c:pt idx="515">
                  <c:v>4.05</c:v>
                </c:pt>
                <c:pt idx="516">
                  <c:v>4.21</c:v>
                </c:pt>
                <c:pt idx="517">
                  <c:v>4.17</c:v>
                </c:pt>
                <c:pt idx="518">
                  <c:v>4.1500000000000004</c:v>
                </c:pt>
                <c:pt idx="519">
                  <c:v>4.16</c:v>
                </c:pt>
                <c:pt idx="520">
                  <c:v>4.2699999999999996</c:v>
                </c:pt>
                <c:pt idx="521">
                  <c:v>4.42</c:v>
                </c:pt>
                <c:pt idx="522">
                  <c:v>4.5999999999999996</c:v>
                </c:pt>
                <c:pt idx="523">
                  <c:v>4.7699999999999996</c:v>
                </c:pt>
                <c:pt idx="524">
                  <c:v>4.63</c:v>
                </c:pt>
                <c:pt idx="525">
                  <c:v>4.6399999999999997</c:v>
                </c:pt>
                <c:pt idx="526">
                  <c:v>4.53</c:v>
                </c:pt>
                <c:pt idx="527">
                  <c:v>4.3099999999999996</c:v>
                </c:pt>
                <c:pt idx="528">
                  <c:v>4.33</c:v>
                </c:pt>
                <c:pt idx="529">
                  <c:v>4.3099999999999996</c:v>
                </c:pt>
                <c:pt idx="530">
                  <c:v>4.3600000000000003</c:v>
                </c:pt>
                <c:pt idx="531">
                  <c:v>4.25</c:v>
                </c:pt>
                <c:pt idx="532">
                  <c:v>4.2300000000000004</c:v>
                </c:pt>
                <c:pt idx="533">
                  <c:v>4.34</c:v>
                </c:pt>
                <c:pt idx="534">
                  <c:v>4.2699999999999996</c:v>
                </c:pt>
                <c:pt idx="535">
                  <c:v>4.29</c:v>
                </c:pt>
                <c:pt idx="536">
                  <c:v>4.24</c:v>
                </c:pt>
                <c:pt idx="537">
                  <c:v>4.26</c:v>
                </c:pt>
                <c:pt idx="538">
                  <c:v>4.32</c:v>
                </c:pt>
                <c:pt idx="539">
                  <c:v>4.3099999999999996</c:v>
                </c:pt>
                <c:pt idx="540">
                  <c:v>4.3499999999999996</c:v>
                </c:pt>
                <c:pt idx="541">
                  <c:v>4.41</c:v>
                </c:pt>
                <c:pt idx="542">
                  <c:v>4.47</c:v>
                </c:pt>
                <c:pt idx="543">
                  <c:v>4.33</c:v>
                </c:pt>
                <c:pt idx="544">
                  <c:v>4.3499999999999996</c:v>
                </c:pt>
                <c:pt idx="545">
                  <c:v>4.38</c:v>
                </c:pt>
                <c:pt idx="546">
                  <c:v>4.37</c:v>
                </c:pt>
                <c:pt idx="547">
                  <c:v>4.54</c:v>
                </c:pt>
                <c:pt idx="548">
                  <c:v>4.54</c:v>
                </c:pt>
                <c:pt idx="549">
                  <c:v>4.59</c:v>
                </c:pt>
                <c:pt idx="550">
                  <c:v>4.5199999999999996</c:v>
                </c:pt>
                <c:pt idx="551">
                  <c:v>4.6100000000000003</c:v>
                </c:pt>
                <c:pt idx="552">
                  <c:v>4.6100000000000003</c:v>
                </c:pt>
                <c:pt idx="553">
                  <c:v>4.79</c:v>
                </c:pt>
                <c:pt idx="554">
                  <c:v>4.5999999999999996</c:v>
                </c:pt>
                <c:pt idx="555">
                  <c:v>4.71</c:v>
                </c:pt>
                <c:pt idx="556">
                  <c:v>4.8</c:v>
                </c:pt>
                <c:pt idx="557">
                  <c:v>4.74</c:v>
                </c:pt>
                <c:pt idx="558">
                  <c:v>4.6900000000000004</c:v>
                </c:pt>
                <c:pt idx="559">
                  <c:v>4.68</c:v>
                </c:pt>
                <c:pt idx="560">
                  <c:v>4.6900000000000004</c:v>
                </c:pt>
                <c:pt idx="561">
                  <c:v>4.7699999999999996</c:v>
                </c:pt>
                <c:pt idx="562">
                  <c:v>4.67</c:v>
                </c:pt>
                <c:pt idx="563">
                  <c:v>4.53</c:v>
                </c:pt>
                <c:pt idx="564">
                  <c:v>4.75</c:v>
                </c:pt>
                <c:pt idx="565">
                  <c:v>4.7699999999999996</c:v>
                </c:pt>
                <c:pt idx="566">
                  <c:v>4.84</c:v>
                </c:pt>
                <c:pt idx="567">
                  <c:v>4.74</c:v>
                </c:pt>
                <c:pt idx="568">
                  <c:v>4.6500000000000004</c:v>
                </c:pt>
                <c:pt idx="569">
                  <c:v>4.6399999999999997</c:v>
                </c:pt>
                <c:pt idx="570">
                  <c:v>4.6900000000000004</c:v>
                </c:pt>
                <c:pt idx="571">
                  <c:v>4.59</c:v>
                </c:pt>
                <c:pt idx="572">
                  <c:v>4.55</c:v>
                </c:pt>
                <c:pt idx="573">
                  <c:v>4.46</c:v>
                </c:pt>
                <c:pt idx="574">
                  <c:v>4.1900000000000004</c:v>
                </c:pt>
                <c:pt idx="575">
                  <c:v>4.16</c:v>
                </c:pt>
                <c:pt idx="576">
                  <c:v>4.09</c:v>
                </c:pt>
                <c:pt idx="577">
                  <c:v>4.1399999999999997</c:v>
                </c:pt>
                <c:pt idx="578">
                  <c:v>4.0999999999999996</c:v>
                </c:pt>
                <c:pt idx="579">
                  <c:v>4.1100000000000003</c:v>
                </c:pt>
                <c:pt idx="580">
                  <c:v>4.0999999999999996</c:v>
                </c:pt>
                <c:pt idx="581">
                  <c:v>4.17</c:v>
                </c:pt>
                <c:pt idx="582">
                  <c:v>4.09</c:v>
                </c:pt>
                <c:pt idx="583">
                  <c:v>4.09</c:v>
                </c:pt>
                <c:pt idx="584">
                  <c:v>4.07</c:v>
                </c:pt>
                <c:pt idx="585">
                  <c:v>4.0999999999999996</c:v>
                </c:pt>
                <c:pt idx="586">
                  <c:v>4.2</c:v>
                </c:pt>
                <c:pt idx="587">
                  <c:v>4.1399999999999997</c:v>
                </c:pt>
                <c:pt idx="588">
                  <c:v>4.0999999999999996</c:v>
                </c:pt>
                <c:pt idx="589">
                  <c:v>4.17</c:v>
                </c:pt>
                <c:pt idx="590">
                  <c:v>4.1399999999999997</c:v>
                </c:pt>
                <c:pt idx="591">
                  <c:v>4.04</c:v>
                </c:pt>
                <c:pt idx="592">
                  <c:v>4.13</c:v>
                </c:pt>
                <c:pt idx="593">
                  <c:v>4.21</c:v>
                </c:pt>
                <c:pt idx="594">
                  <c:v>4.2300000000000004</c:v>
                </c:pt>
                <c:pt idx="595">
                  <c:v>4.24</c:v>
                </c:pt>
                <c:pt idx="596">
                  <c:v>4.16</c:v>
                </c:pt>
                <c:pt idx="597">
                  <c:v>4.1900000000000004</c:v>
                </c:pt>
                <c:pt idx="598">
                  <c:v>4.29</c:v>
                </c:pt>
                <c:pt idx="599">
                  <c:v>4.26</c:v>
                </c:pt>
                <c:pt idx="600">
                  <c:v>4.1100000000000003</c:v>
                </c:pt>
                <c:pt idx="601">
                  <c:v>4.16</c:v>
                </c:pt>
                <c:pt idx="602">
                  <c:v>4.18</c:v>
                </c:pt>
                <c:pt idx="603">
                  <c:v>4.3499999999999996</c:v>
                </c:pt>
                <c:pt idx="604">
                  <c:v>4.34</c:v>
                </c:pt>
                <c:pt idx="605">
                  <c:v>4.34</c:v>
                </c:pt>
                <c:pt idx="606">
                  <c:v>4.38</c:v>
                </c:pt>
                <c:pt idx="607">
                  <c:v>4.47</c:v>
                </c:pt>
                <c:pt idx="608">
                  <c:v>4.45</c:v>
                </c:pt>
                <c:pt idx="609">
                  <c:v>4.41</c:v>
                </c:pt>
                <c:pt idx="610">
                  <c:v>4.18</c:v>
                </c:pt>
                <c:pt idx="611">
                  <c:v>4.21</c:v>
                </c:pt>
                <c:pt idx="612">
                  <c:v>4.08</c:v>
                </c:pt>
                <c:pt idx="613">
                  <c:v>4.1500000000000004</c:v>
                </c:pt>
                <c:pt idx="614">
                  <c:v>4.1100000000000003</c:v>
                </c:pt>
                <c:pt idx="615">
                  <c:v>4.1900000000000004</c:v>
                </c:pt>
                <c:pt idx="616">
                  <c:v>4.1900000000000004</c:v>
                </c:pt>
                <c:pt idx="617">
                  <c:v>4.24</c:v>
                </c:pt>
                <c:pt idx="618">
                  <c:v>4.1399999999999997</c:v>
                </c:pt>
                <c:pt idx="619">
                  <c:v>4.17</c:v>
                </c:pt>
                <c:pt idx="620">
                  <c:v>4.24</c:v>
                </c:pt>
                <c:pt idx="621">
                  <c:v>4.33</c:v>
                </c:pt>
                <c:pt idx="622">
                  <c:v>4.3499999999999996</c:v>
                </c:pt>
                <c:pt idx="623">
                  <c:v>4.45</c:v>
                </c:pt>
                <c:pt idx="624">
                  <c:v>4.3499999999999996</c:v>
                </c:pt>
                <c:pt idx="625">
                  <c:v>4.3099999999999996</c:v>
                </c:pt>
                <c:pt idx="626">
                  <c:v>4.29</c:v>
                </c:pt>
                <c:pt idx="627">
                  <c:v>4.37</c:v>
                </c:pt>
                <c:pt idx="628">
                  <c:v>4.4000000000000004</c:v>
                </c:pt>
                <c:pt idx="629">
                  <c:v>4.2699999999999996</c:v>
                </c:pt>
                <c:pt idx="630">
                  <c:v>4.2300000000000004</c:v>
                </c:pt>
                <c:pt idx="631">
                  <c:v>4.21</c:v>
                </c:pt>
                <c:pt idx="632">
                  <c:v>4.22</c:v>
                </c:pt>
                <c:pt idx="633">
                  <c:v>4.22</c:v>
                </c:pt>
                <c:pt idx="634">
                  <c:v>4.22</c:v>
                </c:pt>
                <c:pt idx="635">
                  <c:v>4.1900000000000004</c:v>
                </c:pt>
                <c:pt idx="636">
                  <c:v>4.2300000000000004</c:v>
                </c:pt>
                <c:pt idx="637">
                  <c:v>4.17</c:v>
                </c:pt>
                <c:pt idx="638">
                  <c:v>4.0999999999999996</c:v>
                </c:pt>
                <c:pt idx="639">
                  <c:v>4.13</c:v>
                </c:pt>
                <c:pt idx="640">
                  <c:v>4.1100000000000003</c:v>
                </c:pt>
                <c:pt idx="641">
                  <c:v>4.09</c:v>
                </c:pt>
                <c:pt idx="642">
                  <c:v>4.07</c:v>
                </c:pt>
                <c:pt idx="643">
                  <c:v>4.08</c:v>
                </c:pt>
                <c:pt idx="644">
                  <c:v>4.0999999999999996</c:v>
                </c:pt>
                <c:pt idx="645">
                  <c:v>4.09</c:v>
                </c:pt>
                <c:pt idx="646">
                  <c:v>3.96</c:v>
                </c:pt>
                <c:pt idx="647">
                  <c:v>4</c:v>
                </c:pt>
                <c:pt idx="648">
                  <c:v>4.05</c:v>
                </c:pt>
                <c:pt idx="649">
                  <c:v>3.98</c:v>
                </c:pt>
                <c:pt idx="650">
                  <c:v>3.99</c:v>
                </c:pt>
                <c:pt idx="651">
                  <c:v>4.3499999999999996</c:v>
                </c:pt>
                <c:pt idx="652">
                  <c:v>4.5999999999999996</c:v>
                </c:pt>
                <c:pt idx="653">
                  <c:v>4.91</c:v>
                </c:pt>
                <c:pt idx="654">
                  <c:v>5.05</c:v>
                </c:pt>
                <c:pt idx="655">
                  <c:v>5.0999999999999996</c:v>
                </c:pt>
                <c:pt idx="656">
                  <c:v>5.18</c:v>
                </c:pt>
                <c:pt idx="657">
                  <c:v>5.1100000000000003</c:v>
                </c:pt>
                <c:pt idx="658">
                  <c:v>5.08</c:v>
                </c:pt>
                <c:pt idx="659">
                  <c:v>5.15</c:v>
                </c:pt>
                <c:pt idx="660">
                  <c:v>5.25</c:v>
                </c:pt>
                <c:pt idx="661">
                  <c:v>5.13</c:v>
                </c:pt>
                <c:pt idx="662">
                  <c:v>5.03</c:v>
                </c:pt>
                <c:pt idx="663">
                  <c:v>5.04</c:v>
                </c:pt>
                <c:pt idx="664">
                  <c:v>5.18</c:v>
                </c:pt>
                <c:pt idx="665">
                  <c:v>5.17</c:v>
                </c:pt>
                <c:pt idx="666">
                  <c:v>5.12</c:v>
                </c:pt>
                <c:pt idx="667">
                  <c:v>5.16</c:v>
                </c:pt>
                <c:pt idx="668">
                  <c:v>5.15</c:v>
                </c:pt>
                <c:pt idx="669">
                  <c:v>4.91</c:v>
                </c:pt>
                <c:pt idx="670">
                  <c:v>4.97</c:v>
                </c:pt>
                <c:pt idx="671">
                  <c:v>4.8899999999999997</c:v>
                </c:pt>
                <c:pt idx="672">
                  <c:v>4.8499999999999996</c:v>
                </c:pt>
                <c:pt idx="673">
                  <c:v>4.8</c:v>
                </c:pt>
                <c:pt idx="674">
                  <c:v>4.8899999999999997</c:v>
                </c:pt>
                <c:pt idx="675">
                  <c:v>4.9000000000000004</c:v>
                </c:pt>
                <c:pt idx="676">
                  <c:v>4.9000000000000004</c:v>
                </c:pt>
                <c:pt idx="677">
                  <c:v>4.97</c:v>
                </c:pt>
                <c:pt idx="678">
                  <c:v>4.92</c:v>
                </c:pt>
                <c:pt idx="679">
                  <c:v>4.8099999999999996</c:v>
                </c:pt>
                <c:pt idx="680">
                  <c:v>4.75</c:v>
                </c:pt>
                <c:pt idx="681">
                  <c:v>4.79</c:v>
                </c:pt>
                <c:pt idx="682">
                  <c:v>4.6100000000000003</c:v>
                </c:pt>
                <c:pt idx="683">
                  <c:v>4.55</c:v>
                </c:pt>
                <c:pt idx="684">
                  <c:v>4.54</c:v>
                </c:pt>
                <c:pt idx="685">
                  <c:v>4.53</c:v>
                </c:pt>
                <c:pt idx="686">
                  <c:v>4.5</c:v>
                </c:pt>
                <c:pt idx="687">
                  <c:v>4.63</c:v>
                </c:pt>
                <c:pt idx="688">
                  <c:v>4.5</c:v>
                </c:pt>
                <c:pt idx="689">
                  <c:v>4.5</c:v>
                </c:pt>
                <c:pt idx="690">
                  <c:v>4.5</c:v>
                </c:pt>
                <c:pt idx="691">
                  <c:v>4.49</c:v>
                </c:pt>
                <c:pt idx="692">
                  <c:v>4.62</c:v>
                </c:pt>
                <c:pt idx="693">
                  <c:v>4.7</c:v>
                </c:pt>
                <c:pt idx="694">
                  <c:v>4.6100000000000003</c:v>
                </c:pt>
                <c:pt idx="695">
                  <c:v>4.6500000000000004</c:v>
                </c:pt>
                <c:pt idx="696">
                  <c:v>4.5</c:v>
                </c:pt>
                <c:pt idx="697">
                  <c:v>4.53</c:v>
                </c:pt>
                <c:pt idx="698">
                  <c:v>4.4800000000000004</c:v>
                </c:pt>
                <c:pt idx="699">
                  <c:v>4.49</c:v>
                </c:pt>
                <c:pt idx="700">
                  <c:v>4.41</c:v>
                </c:pt>
                <c:pt idx="701">
                  <c:v>4.43</c:v>
                </c:pt>
                <c:pt idx="702">
                  <c:v>4.28</c:v>
                </c:pt>
                <c:pt idx="703">
                  <c:v>4.29</c:v>
                </c:pt>
                <c:pt idx="704">
                  <c:v>4.13</c:v>
                </c:pt>
                <c:pt idx="705">
                  <c:v>4.0599999999999996</c:v>
                </c:pt>
                <c:pt idx="706">
                  <c:v>3.99</c:v>
                </c:pt>
                <c:pt idx="707">
                  <c:v>3.91</c:v>
                </c:pt>
                <c:pt idx="708">
                  <c:v>3.95</c:v>
                </c:pt>
                <c:pt idx="709">
                  <c:v>3.86</c:v>
                </c:pt>
                <c:pt idx="710">
                  <c:v>3.87</c:v>
                </c:pt>
                <c:pt idx="711">
                  <c:v>3.9</c:v>
                </c:pt>
                <c:pt idx="712">
                  <c:v>3.89</c:v>
                </c:pt>
                <c:pt idx="713">
                  <c:v>3.93</c:v>
                </c:pt>
                <c:pt idx="714">
                  <c:v>3.92</c:v>
                </c:pt>
                <c:pt idx="715">
                  <c:v>3.95</c:v>
                </c:pt>
                <c:pt idx="716">
                  <c:v>3.88</c:v>
                </c:pt>
                <c:pt idx="717">
                  <c:v>3.89</c:v>
                </c:pt>
                <c:pt idx="718">
                  <c:v>3.9</c:v>
                </c:pt>
                <c:pt idx="719">
                  <c:v>3.89</c:v>
                </c:pt>
                <c:pt idx="720">
                  <c:v>3.9</c:v>
                </c:pt>
                <c:pt idx="721">
                  <c:v>3.92</c:v>
                </c:pt>
                <c:pt idx="722">
                  <c:v>3.91</c:v>
                </c:pt>
                <c:pt idx="723">
                  <c:v>3.94</c:v>
                </c:pt>
                <c:pt idx="724">
                  <c:v>3.91</c:v>
                </c:pt>
                <c:pt idx="725">
                  <c:v>3.95</c:v>
                </c:pt>
                <c:pt idx="726">
                  <c:v>3.98</c:v>
                </c:pt>
                <c:pt idx="727">
                  <c:v>3.95</c:v>
                </c:pt>
                <c:pt idx="728">
                  <c:v>3.95</c:v>
                </c:pt>
                <c:pt idx="729">
                  <c:v>3.91</c:v>
                </c:pt>
                <c:pt idx="730">
                  <c:v>3.95</c:v>
                </c:pt>
              </c:numCache>
            </c:numRef>
          </c:val>
          <c:smooth val="0"/>
          <c:extLst>
            <c:ext xmlns:c16="http://schemas.microsoft.com/office/drawing/2014/chart" uri="{C3380CC4-5D6E-409C-BE32-E72D297353CC}">
              <c16:uniqueId val="{00000002-F210-EC41-8AD7-9F19C758BB82}"/>
            </c:ext>
          </c:extLst>
        </c:ser>
        <c:ser>
          <c:idx val="1"/>
          <c:order val="3"/>
          <c:tx>
            <c:strRef>
              <c:f>'Main deck chart'!$E$3</c:f>
              <c:strCache>
                <c:ptCount val="1"/>
                <c:pt idx="0">
                  <c:v>Event sp</c:v>
                </c:pt>
              </c:strCache>
            </c:strRef>
          </c:tx>
          <c:spPr>
            <a:ln w="28575" cap="rnd">
              <a:noFill/>
              <a:round/>
            </a:ln>
            <a:effectLst/>
          </c:spPr>
          <c:marker>
            <c:symbol val="diamond"/>
            <c:size val="10"/>
            <c:spPr>
              <a:solidFill>
                <a:schemeClr val="tx1"/>
              </a:solidFill>
              <a:ln w="12700">
                <a:solidFill>
                  <a:schemeClr val="bg1"/>
                </a:solidFill>
              </a:ln>
              <a:effectLst/>
            </c:spPr>
          </c:marker>
          <c:dPt>
            <c:idx val="720"/>
            <c:marker>
              <c:symbol val="diamond"/>
              <c:size val="8"/>
              <c:spPr>
                <a:solidFill>
                  <a:schemeClr val="tx1"/>
                </a:solidFill>
                <a:ln w="12700">
                  <a:solidFill>
                    <a:schemeClr val="bg1"/>
                  </a:solidFill>
                </a:ln>
                <a:effectLst/>
              </c:spPr>
            </c:marker>
            <c:bubble3D val="0"/>
            <c:extLst>
              <c:ext xmlns:c16="http://schemas.microsoft.com/office/drawing/2014/chart" uri="{C3380CC4-5D6E-409C-BE32-E72D297353CC}">
                <c16:uniqueId val="{00000003-F210-EC41-8AD7-9F19C758BB82}"/>
              </c:ext>
            </c:extLst>
          </c:dPt>
          <c:dPt>
            <c:idx val="728"/>
            <c:marker>
              <c:symbol val="circle"/>
              <c:size val="8"/>
              <c:spPr>
                <a:solidFill>
                  <a:schemeClr val="tx1"/>
                </a:solidFill>
                <a:ln w="12700">
                  <a:solidFill>
                    <a:schemeClr val="bg1"/>
                  </a:solidFill>
                </a:ln>
                <a:effectLst/>
              </c:spPr>
            </c:marker>
            <c:bubble3D val="0"/>
            <c:extLst>
              <c:ext xmlns:c16="http://schemas.microsoft.com/office/drawing/2014/chart" uri="{C3380CC4-5D6E-409C-BE32-E72D297353CC}">
                <c16:uniqueId val="{00000004-F210-EC41-8AD7-9F19C758BB82}"/>
              </c:ext>
            </c:extLst>
          </c:dPt>
          <c:dPt>
            <c:idx val="730"/>
            <c:marker>
              <c:symbol val="diamond"/>
              <c:size val="9"/>
              <c:spPr>
                <a:solidFill>
                  <a:schemeClr val="tx1"/>
                </a:solidFill>
                <a:ln w="12700">
                  <a:solidFill>
                    <a:schemeClr val="bg1"/>
                  </a:solidFill>
                </a:ln>
                <a:effectLst/>
              </c:spPr>
            </c:marker>
            <c:bubble3D val="0"/>
            <c:extLst>
              <c:ext xmlns:c16="http://schemas.microsoft.com/office/drawing/2014/chart" uri="{C3380CC4-5D6E-409C-BE32-E72D297353CC}">
                <c16:uniqueId val="{00000005-F210-EC41-8AD7-9F19C758BB82}"/>
              </c:ext>
            </c:extLst>
          </c:dPt>
          <c:cat>
            <c:numRef>
              <c:f>'Main deck chart'!$C$4:$C$950</c:f>
              <c:numCache>
                <c:formatCode>d\-mmm\-yy</c:formatCode>
                <c:ptCount val="947"/>
                <c:pt idx="0">
                  <c:v>44634</c:v>
                </c:pt>
                <c:pt idx="1">
                  <c:v>44631</c:v>
                </c:pt>
                <c:pt idx="2">
                  <c:v>44630</c:v>
                </c:pt>
                <c:pt idx="3">
                  <c:v>44629</c:v>
                </c:pt>
                <c:pt idx="4">
                  <c:v>44628</c:v>
                </c:pt>
                <c:pt idx="5">
                  <c:v>44627</c:v>
                </c:pt>
                <c:pt idx="6">
                  <c:v>44624</c:v>
                </c:pt>
                <c:pt idx="7">
                  <c:v>44623</c:v>
                </c:pt>
                <c:pt idx="8">
                  <c:v>44622</c:v>
                </c:pt>
                <c:pt idx="9">
                  <c:v>44621</c:v>
                </c:pt>
                <c:pt idx="10">
                  <c:v>44620</c:v>
                </c:pt>
                <c:pt idx="11">
                  <c:v>44617</c:v>
                </c:pt>
                <c:pt idx="12">
                  <c:v>44616</c:v>
                </c:pt>
                <c:pt idx="13">
                  <c:v>44615</c:v>
                </c:pt>
                <c:pt idx="14">
                  <c:v>44614</c:v>
                </c:pt>
                <c:pt idx="15">
                  <c:v>44613</c:v>
                </c:pt>
                <c:pt idx="16">
                  <c:v>44610</c:v>
                </c:pt>
                <c:pt idx="17">
                  <c:v>44609</c:v>
                </c:pt>
                <c:pt idx="18">
                  <c:v>44608</c:v>
                </c:pt>
                <c:pt idx="19">
                  <c:v>44607</c:v>
                </c:pt>
                <c:pt idx="20">
                  <c:v>44606</c:v>
                </c:pt>
                <c:pt idx="21">
                  <c:v>44603</c:v>
                </c:pt>
                <c:pt idx="22">
                  <c:v>44602</c:v>
                </c:pt>
                <c:pt idx="23">
                  <c:v>44601</c:v>
                </c:pt>
                <c:pt idx="24">
                  <c:v>44600</c:v>
                </c:pt>
                <c:pt idx="25">
                  <c:v>44599</c:v>
                </c:pt>
                <c:pt idx="26">
                  <c:v>44596</c:v>
                </c:pt>
                <c:pt idx="27">
                  <c:v>44595</c:v>
                </c:pt>
                <c:pt idx="28">
                  <c:v>44594</c:v>
                </c:pt>
                <c:pt idx="29">
                  <c:v>44593</c:v>
                </c:pt>
                <c:pt idx="30">
                  <c:v>44592</c:v>
                </c:pt>
                <c:pt idx="31">
                  <c:v>44589</c:v>
                </c:pt>
                <c:pt idx="32">
                  <c:v>44588</c:v>
                </c:pt>
                <c:pt idx="33">
                  <c:v>44586</c:v>
                </c:pt>
                <c:pt idx="34">
                  <c:v>44585</c:v>
                </c:pt>
                <c:pt idx="35">
                  <c:v>44582</c:v>
                </c:pt>
                <c:pt idx="36">
                  <c:v>44581</c:v>
                </c:pt>
                <c:pt idx="37">
                  <c:v>44580</c:v>
                </c:pt>
                <c:pt idx="38">
                  <c:v>44579</c:v>
                </c:pt>
                <c:pt idx="39">
                  <c:v>44578</c:v>
                </c:pt>
                <c:pt idx="40">
                  <c:v>44575</c:v>
                </c:pt>
                <c:pt idx="41">
                  <c:v>44574</c:v>
                </c:pt>
                <c:pt idx="42">
                  <c:v>44573</c:v>
                </c:pt>
                <c:pt idx="43">
                  <c:v>44572</c:v>
                </c:pt>
                <c:pt idx="44">
                  <c:v>44571</c:v>
                </c:pt>
                <c:pt idx="45">
                  <c:v>44568</c:v>
                </c:pt>
                <c:pt idx="46">
                  <c:v>44567</c:v>
                </c:pt>
                <c:pt idx="47">
                  <c:v>44566</c:v>
                </c:pt>
                <c:pt idx="48">
                  <c:v>44565</c:v>
                </c:pt>
                <c:pt idx="49">
                  <c:v>44561</c:v>
                </c:pt>
                <c:pt idx="50">
                  <c:v>44560</c:v>
                </c:pt>
                <c:pt idx="51">
                  <c:v>44559</c:v>
                </c:pt>
                <c:pt idx="52">
                  <c:v>44554</c:v>
                </c:pt>
                <c:pt idx="53">
                  <c:v>44553</c:v>
                </c:pt>
                <c:pt idx="54">
                  <c:v>44552</c:v>
                </c:pt>
                <c:pt idx="55">
                  <c:v>44551</c:v>
                </c:pt>
                <c:pt idx="56">
                  <c:v>44550</c:v>
                </c:pt>
                <c:pt idx="57">
                  <c:v>44547</c:v>
                </c:pt>
                <c:pt idx="58">
                  <c:v>44546</c:v>
                </c:pt>
                <c:pt idx="59">
                  <c:v>44545</c:v>
                </c:pt>
                <c:pt idx="60">
                  <c:v>44544</c:v>
                </c:pt>
                <c:pt idx="61">
                  <c:v>44543</c:v>
                </c:pt>
                <c:pt idx="62">
                  <c:v>44540</c:v>
                </c:pt>
                <c:pt idx="63">
                  <c:v>44539</c:v>
                </c:pt>
                <c:pt idx="64">
                  <c:v>44538</c:v>
                </c:pt>
                <c:pt idx="65">
                  <c:v>44537</c:v>
                </c:pt>
                <c:pt idx="66">
                  <c:v>44536</c:v>
                </c:pt>
                <c:pt idx="67">
                  <c:v>44533</c:v>
                </c:pt>
                <c:pt idx="68">
                  <c:v>44532</c:v>
                </c:pt>
                <c:pt idx="69">
                  <c:v>44531</c:v>
                </c:pt>
                <c:pt idx="70">
                  <c:v>44530</c:v>
                </c:pt>
                <c:pt idx="71">
                  <c:v>44529</c:v>
                </c:pt>
                <c:pt idx="72">
                  <c:v>44526</c:v>
                </c:pt>
                <c:pt idx="73">
                  <c:v>44525</c:v>
                </c:pt>
                <c:pt idx="74">
                  <c:v>44524</c:v>
                </c:pt>
                <c:pt idx="75">
                  <c:v>44523</c:v>
                </c:pt>
                <c:pt idx="76">
                  <c:v>44522</c:v>
                </c:pt>
                <c:pt idx="77">
                  <c:v>44519</c:v>
                </c:pt>
                <c:pt idx="78">
                  <c:v>44518</c:v>
                </c:pt>
                <c:pt idx="79">
                  <c:v>44517</c:v>
                </c:pt>
                <c:pt idx="80">
                  <c:v>44516</c:v>
                </c:pt>
                <c:pt idx="81">
                  <c:v>44515</c:v>
                </c:pt>
                <c:pt idx="82">
                  <c:v>44512</c:v>
                </c:pt>
                <c:pt idx="83">
                  <c:v>44511</c:v>
                </c:pt>
                <c:pt idx="84">
                  <c:v>44510</c:v>
                </c:pt>
                <c:pt idx="85">
                  <c:v>44509</c:v>
                </c:pt>
                <c:pt idx="86">
                  <c:v>44508</c:v>
                </c:pt>
                <c:pt idx="87">
                  <c:v>44505</c:v>
                </c:pt>
                <c:pt idx="88">
                  <c:v>44504</c:v>
                </c:pt>
                <c:pt idx="89">
                  <c:v>44503</c:v>
                </c:pt>
                <c:pt idx="90">
                  <c:v>44502</c:v>
                </c:pt>
                <c:pt idx="91">
                  <c:v>44501</c:v>
                </c:pt>
                <c:pt idx="92">
                  <c:v>44498</c:v>
                </c:pt>
                <c:pt idx="93">
                  <c:v>44497</c:v>
                </c:pt>
                <c:pt idx="94">
                  <c:v>44496</c:v>
                </c:pt>
                <c:pt idx="95">
                  <c:v>44495</c:v>
                </c:pt>
                <c:pt idx="96">
                  <c:v>44494</c:v>
                </c:pt>
                <c:pt idx="97">
                  <c:v>44491</c:v>
                </c:pt>
                <c:pt idx="98">
                  <c:v>44490</c:v>
                </c:pt>
                <c:pt idx="99">
                  <c:v>44489</c:v>
                </c:pt>
                <c:pt idx="100">
                  <c:v>44488</c:v>
                </c:pt>
                <c:pt idx="101">
                  <c:v>44487</c:v>
                </c:pt>
                <c:pt idx="102">
                  <c:v>44484</c:v>
                </c:pt>
                <c:pt idx="103">
                  <c:v>44483</c:v>
                </c:pt>
                <c:pt idx="104">
                  <c:v>44482</c:v>
                </c:pt>
                <c:pt idx="105">
                  <c:v>44481</c:v>
                </c:pt>
                <c:pt idx="106">
                  <c:v>44480</c:v>
                </c:pt>
                <c:pt idx="107">
                  <c:v>44477</c:v>
                </c:pt>
                <c:pt idx="108">
                  <c:v>44476</c:v>
                </c:pt>
                <c:pt idx="109">
                  <c:v>44475</c:v>
                </c:pt>
                <c:pt idx="110">
                  <c:v>44474</c:v>
                </c:pt>
                <c:pt idx="111">
                  <c:v>44473</c:v>
                </c:pt>
                <c:pt idx="112">
                  <c:v>44470</c:v>
                </c:pt>
                <c:pt idx="113">
                  <c:v>44469</c:v>
                </c:pt>
                <c:pt idx="114">
                  <c:v>44468</c:v>
                </c:pt>
                <c:pt idx="115">
                  <c:v>44467</c:v>
                </c:pt>
                <c:pt idx="116">
                  <c:v>44466</c:v>
                </c:pt>
                <c:pt idx="117">
                  <c:v>44463</c:v>
                </c:pt>
                <c:pt idx="118">
                  <c:v>44462</c:v>
                </c:pt>
                <c:pt idx="119">
                  <c:v>44461</c:v>
                </c:pt>
                <c:pt idx="120">
                  <c:v>44460</c:v>
                </c:pt>
                <c:pt idx="121">
                  <c:v>44459</c:v>
                </c:pt>
                <c:pt idx="122">
                  <c:v>44456</c:v>
                </c:pt>
                <c:pt idx="123">
                  <c:v>44455</c:v>
                </c:pt>
                <c:pt idx="124">
                  <c:v>44454</c:v>
                </c:pt>
                <c:pt idx="125">
                  <c:v>44453</c:v>
                </c:pt>
                <c:pt idx="126">
                  <c:v>44452</c:v>
                </c:pt>
                <c:pt idx="127">
                  <c:v>44449</c:v>
                </c:pt>
                <c:pt idx="128">
                  <c:v>44448</c:v>
                </c:pt>
                <c:pt idx="129">
                  <c:v>44447</c:v>
                </c:pt>
                <c:pt idx="130">
                  <c:v>44446</c:v>
                </c:pt>
                <c:pt idx="131">
                  <c:v>44445</c:v>
                </c:pt>
                <c:pt idx="132">
                  <c:v>44442</c:v>
                </c:pt>
                <c:pt idx="133">
                  <c:v>44441</c:v>
                </c:pt>
                <c:pt idx="134">
                  <c:v>44440</c:v>
                </c:pt>
                <c:pt idx="135">
                  <c:v>44439</c:v>
                </c:pt>
                <c:pt idx="136">
                  <c:v>44438</c:v>
                </c:pt>
                <c:pt idx="137">
                  <c:v>44435</c:v>
                </c:pt>
                <c:pt idx="138">
                  <c:v>44434</c:v>
                </c:pt>
                <c:pt idx="139">
                  <c:v>44433</c:v>
                </c:pt>
                <c:pt idx="140">
                  <c:v>44432</c:v>
                </c:pt>
                <c:pt idx="141">
                  <c:v>44431</c:v>
                </c:pt>
                <c:pt idx="142">
                  <c:v>44428</c:v>
                </c:pt>
                <c:pt idx="143">
                  <c:v>44427</c:v>
                </c:pt>
                <c:pt idx="144">
                  <c:v>44426</c:v>
                </c:pt>
                <c:pt idx="145">
                  <c:v>44425</c:v>
                </c:pt>
                <c:pt idx="146">
                  <c:v>44424</c:v>
                </c:pt>
                <c:pt idx="147">
                  <c:v>44421</c:v>
                </c:pt>
                <c:pt idx="148">
                  <c:v>44420</c:v>
                </c:pt>
                <c:pt idx="149">
                  <c:v>44419</c:v>
                </c:pt>
                <c:pt idx="150">
                  <c:v>44418</c:v>
                </c:pt>
                <c:pt idx="151">
                  <c:v>44417</c:v>
                </c:pt>
                <c:pt idx="152">
                  <c:v>44414</c:v>
                </c:pt>
                <c:pt idx="153">
                  <c:v>44413</c:v>
                </c:pt>
                <c:pt idx="154">
                  <c:v>44412</c:v>
                </c:pt>
                <c:pt idx="155">
                  <c:v>44411</c:v>
                </c:pt>
                <c:pt idx="156">
                  <c:v>44410</c:v>
                </c:pt>
                <c:pt idx="157">
                  <c:v>44407</c:v>
                </c:pt>
                <c:pt idx="158">
                  <c:v>44406</c:v>
                </c:pt>
                <c:pt idx="159">
                  <c:v>44405</c:v>
                </c:pt>
                <c:pt idx="160">
                  <c:v>44404</c:v>
                </c:pt>
                <c:pt idx="161">
                  <c:v>44403</c:v>
                </c:pt>
                <c:pt idx="162">
                  <c:v>44400</c:v>
                </c:pt>
                <c:pt idx="163">
                  <c:v>44399</c:v>
                </c:pt>
                <c:pt idx="164">
                  <c:v>44398</c:v>
                </c:pt>
                <c:pt idx="165">
                  <c:v>44397</c:v>
                </c:pt>
                <c:pt idx="166">
                  <c:v>44396</c:v>
                </c:pt>
                <c:pt idx="167">
                  <c:v>44393</c:v>
                </c:pt>
                <c:pt idx="168">
                  <c:v>44392</c:v>
                </c:pt>
                <c:pt idx="169">
                  <c:v>44391</c:v>
                </c:pt>
                <c:pt idx="170">
                  <c:v>44390</c:v>
                </c:pt>
                <c:pt idx="171">
                  <c:v>44389</c:v>
                </c:pt>
                <c:pt idx="172">
                  <c:v>44386</c:v>
                </c:pt>
                <c:pt idx="173">
                  <c:v>44385</c:v>
                </c:pt>
                <c:pt idx="174">
                  <c:v>44384</c:v>
                </c:pt>
                <c:pt idx="175">
                  <c:v>44383</c:v>
                </c:pt>
                <c:pt idx="176">
                  <c:v>44382</c:v>
                </c:pt>
                <c:pt idx="177">
                  <c:v>44379</c:v>
                </c:pt>
                <c:pt idx="178">
                  <c:v>44378</c:v>
                </c:pt>
                <c:pt idx="179">
                  <c:v>44377</c:v>
                </c:pt>
                <c:pt idx="180">
                  <c:v>44376</c:v>
                </c:pt>
                <c:pt idx="181">
                  <c:v>44375</c:v>
                </c:pt>
                <c:pt idx="182">
                  <c:v>44372</c:v>
                </c:pt>
                <c:pt idx="183">
                  <c:v>44371</c:v>
                </c:pt>
                <c:pt idx="184">
                  <c:v>44370</c:v>
                </c:pt>
                <c:pt idx="185">
                  <c:v>44369</c:v>
                </c:pt>
                <c:pt idx="186">
                  <c:v>44368</c:v>
                </c:pt>
                <c:pt idx="187">
                  <c:v>44365</c:v>
                </c:pt>
                <c:pt idx="188">
                  <c:v>44364</c:v>
                </c:pt>
                <c:pt idx="189">
                  <c:v>44363</c:v>
                </c:pt>
                <c:pt idx="190">
                  <c:v>44362</c:v>
                </c:pt>
                <c:pt idx="191">
                  <c:v>44361</c:v>
                </c:pt>
                <c:pt idx="192">
                  <c:v>44358</c:v>
                </c:pt>
                <c:pt idx="193">
                  <c:v>44357</c:v>
                </c:pt>
                <c:pt idx="194">
                  <c:v>44356</c:v>
                </c:pt>
                <c:pt idx="195">
                  <c:v>44355</c:v>
                </c:pt>
                <c:pt idx="196">
                  <c:v>44354</c:v>
                </c:pt>
                <c:pt idx="197">
                  <c:v>44351</c:v>
                </c:pt>
                <c:pt idx="198">
                  <c:v>44350</c:v>
                </c:pt>
                <c:pt idx="199">
                  <c:v>44349</c:v>
                </c:pt>
                <c:pt idx="200">
                  <c:v>44348</c:v>
                </c:pt>
                <c:pt idx="201">
                  <c:v>44347</c:v>
                </c:pt>
                <c:pt idx="202">
                  <c:v>44344</c:v>
                </c:pt>
                <c:pt idx="203">
                  <c:v>44343</c:v>
                </c:pt>
                <c:pt idx="204">
                  <c:v>44342</c:v>
                </c:pt>
                <c:pt idx="205">
                  <c:v>44341</c:v>
                </c:pt>
                <c:pt idx="206">
                  <c:v>44340</c:v>
                </c:pt>
                <c:pt idx="207">
                  <c:v>44337</c:v>
                </c:pt>
                <c:pt idx="208">
                  <c:v>44336</c:v>
                </c:pt>
                <c:pt idx="209">
                  <c:v>44335</c:v>
                </c:pt>
                <c:pt idx="210">
                  <c:v>44334</c:v>
                </c:pt>
                <c:pt idx="211">
                  <c:v>44333</c:v>
                </c:pt>
                <c:pt idx="212">
                  <c:v>44330</c:v>
                </c:pt>
                <c:pt idx="213">
                  <c:v>44329</c:v>
                </c:pt>
                <c:pt idx="214">
                  <c:v>44328</c:v>
                </c:pt>
                <c:pt idx="215">
                  <c:v>44327</c:v>
                </c:pt>
                <c:pt idx="216">
                  <c:v>44326</c:v>
                </c:pt>
                <c:pt idx="217">
                  <c:v>44323</c:v>
                </c:pt>
                <c:pt idx="218">
                  <c:v>44322</c:v>
                </c:pt>
                <c:pt idx="219">
                  <c:v>44321</c:v>
                </c:pt>
                <c:pt idx="220">
                  <c:v>44320</c:v>
                </c:pt>
                <c:pt idx="221">
                  <c:v>44319</c:v>
                </c:pt>
                <c:pt idx="222">
                  <c:v>44316</c:v>
                </c:pt>
                <c:pt idx="223">
                  <c:v>44315</c:v>
                </c:pt>
                <c:pt idx="224">
                  <c:v>44314</c:v>
                </c:pt>
                <c:pt idx="225">
                  <c:v>44313</c:v>
                </c:pt>
                <c:pt idx="226">
                  <c:v>44312</c:v>
                </c:pt>
                <c:pt idx="227">
                  <c:v>44309</c:v>
                </c:pt>
                <c:pt idx="228">
                  <c:v>44308</c:v>
                </c:pt>
                <c:pt idx="229">
                  <c:v>44307</c:v>
                </c:pt>
                <c:pt idx="230">
                  <c:v>44306</c:v>
                </c:pt>
                <c:pt idx="231">
                  <c:v>44305</c:v>
                </c:pt>
                <c:pt idx="232">
                  <c:v>44302</c:v>
                </c:pt>
                <c:pt idx="233">
                  <c:v>44301</c:v>
                </c:pt>
                <c:pt idx="234">
                  <c:v>44300</c:v>
                </c:pt>
                <c:pt idx="235">
                  <c:v>44299</c:v>
                </c:pt>
                <c:pt idx="236">
                  <c:v>44298</c:v>
                </c:pt>
                <c:pt idx="237">
                  <c:v>44295</c:v>
                </c:pt>
                <c:pt idx="238">
                  <c:v>44294</c:v>
                </c:pt>
                <c:pt idx="239">
                  <c:v>44293</c:v>
                </c:pt>
                <c:pt idx="240">
                  <c:v>44292</c:v>
                </c:pt>
                <c:pt idx="241">
                  <c:v>44287</c:v>
                </c:pt>
                <c:pt idx="242">
                  <c:v>44286</c:v>
                </c:pt>
                <c:pt idx="243">
                  <c:v>44285</c:v>
                </c:pt>
                <c:pt idx="244">
                  <c:v>44284</c:v>
                </c:pt>
                <c:pt idx="245">
                  <c:v>44281</c:v>
                </c:pt>
                <c:pt idx="246">
                  <c:v>44280</c:v>
                </c:pt>
                <c:pt idx="247">
                  <c:v>44279</c:v>
                </c:pt>
                <c:pt idx="248">
                  <c:v>44278</c:v>
                </c:pt>
                <c:pt idx="249">
                  <c:v>44277</c:v>
                </c:pt>
                <c:pt idx="250">
                  <c:v>44274</c:v>
                </c:pt>
                <c:pt idx="251">
                  <c:v>44273</c:v>
                </c:pt>
                <c:pt idx="252">
                  <c:v>44272</c:v>
                </c:pt>
                <c:pt idx="253">
                  <c:v>44271</c:v>
                </c:pt>
                <c:pt idx="254">
                  <c:v>44270</c:v>
                </c:pt>
                <c:pt idx="255">
                  <c:v>44267</c:v>
                </c:pt>
                <c:pt idx="256">
                  <c:v>44266</c:v>
                </c:pt>
                <c:pt idx="257">
                  <c:v>44265</c:v>
                </c:pt>
                <c:pt idx="258">
                  <c:v>44264</c:v>
                </c:pt>
                <c:pt idx="259">
                  <c:v>44263</c:v>
                </c:pt>
                <c:pt idx="260">
                  <c:v>44260</c:v>
                </c:pt>
                <c:pt idx="261">
                  <c:v>44259</c:v>
                </c:pt>
                <c:pt idx="262">
                  <c:v>44258</c:v>
                </c:pt>
                <c:pt idx="263">
                  <c:v>44257</c:v>
                </c:pt>
                <c:pt idx="264">
                  <c:v>44256</c:v>
                </c:pt>
                <c:pt idx="265">
                  <c:v>44253</c:v>
                </c:pt>
                <c:pt idx="266">
                  <c:v>44252</c:v>
                </c:pt>
                <c:pt idx="267">
                  <c:v>44251</c:v>
                </c:pt>
                <c:pt idx="268">
                  <c:v>44250</c:v>
                </c:pt>
                <c:pt idx="269">
                  <c:v>44249</c:v>
                </c:pt>
                <c:pt idx="270">
                  <c:v>44246</c:v>
                </c:pt>
                <c:pt idx="271">
                  <c:v>44245</c:v>
                </c:pt>
                <c:pt idx="272">
                  <c:v>44244</c:v>
                </c:pt>
                <c:pt idx="273">
                  <c:v>44243</c:v>
                </c:pt>
                <c:pt idx="274">
                  <c:v>44242</c:v>
                </c:pt>
                <c:pt idx="275">
                  <c:v>44239</c:v>
                </c:pt>
                <c:pt idx="276">
                  <c:v>44238</c:v>
                </c:pt>
                <c:pt idx="277">
                  <c:v>44237</c:v>
                </c:pt>
                <c:pt idx="278">
                  <c:v>44236</c:v>
                </c:pt>
                <c:pt idx="279">
                  <c:v>44235</c:v>
                </c:pt>
                <c:pt idx="280">
                  <c:v>44232</c:v>
                </c:pt>
                <c:pt idx="281">
                  <c:v>44231</c:v>
                </c:pt>
                <c:pt idx="282">
                  <c:v>44230</c:v>
                </c:pt>
                <c:pt idx="283">
                  <c:v>44229</c:v>
                </c:pt>
                <c:pt idx="284">
                  <c:v>44228</c:v>
                </c:pt>
                <c:pt idx="285">
                  <c:v>44225</c:v>
                </c:pt>
                <c:pt idx="286">
                  <c:v>44224</c:v>
                </c:pt>
                <c:pt idx="287">
                  <c:v>44223</c:v>
                </c:pt>
                <c:pt idx="288">
                  <c:v>44221</c:v>
                </c:pt>
                <c:pt idx="289">
                  <c:v>44218</c:v>
                </c:pt>
                <c:pt idx="290">
                  <c:v>44217</c:v>
                </c:pt>
                <c:pt idx="291">
                  <c:v>44216</c:v>
                </c:pt>
                <c:pt idx="292">
                  <c:v>44215</c:v>
                </c:pt>
                <c:pt idx="293">
                  <c:v>44214</c:v>
                </c:pt>
                <c:pt idx="294">
                  <c:v>44211</c:v>
                </c:pt>
                <c:pt idx="295">
                  <c:v>44210</c:v>
                </c:pt>
                <c:pt idx="296">
                  <c:v>44209</c:v>
                </c:pt>
                <c:pt idx="297">
                  <c:v>44208</c:v>
                </c:pt>
                <c:pt idx="298">
                  <c:v>44207</c:v>
                </c:pt>
                <c:pt idx="299">
                  <c:v>44204</c:v>
                </c:pt>
                <c:pt idx="300">
                  <c:v>44203</c:v>
                </c:pt>
                <c:pt idx="301">
                  <c:v>44202</c:v>
                </c:pt>
                <c:pt idx="302">
                  <c:v>44201</c:v>
                </c:pt>
                <c:pt idx="303">
                  <c:v>44200</c:v>
                </c:pt>
                <c:pt idx="304">
                  <c:v>44196</c:v>
                </c:pt>
                <c:pt idx="305">
                  <c:v>44195</c:v>
                </c:pt>
                <c:pt idx="306">
                  <c:v>44194</c:v>
                </c:pt>
                <c:pt idx="307">
                  <c:v>44189</c:v>
                </c:pt>
                <c:pt idx="308">
                  <c:v>44188</c:v>
                </c:pt>
                <c:pt idx="309">
                  <c:v>44187</c:v>
                </c:pt>
                <c:pt idx="310">
                  <c:v>44186</c:v>
                </c:pt>
                <c:pt idx="311">
                  <c:v>44183</c:v>
                </c:pt>
                <c:pt idx="312">
                  <c:v>44182</c:v>
                </c:pt>
                <c:pt idx="313">
                  <c:v>44181</c:v>
                </c:pt>
                <c:pt idx="314">
                  <c:v>44180</c:v>
                </c:pt>
                <c:pt idx="315">
                  <c:v>44179</c:v>
                </c:pt>
                <c:pt idx="316">
                  <c:v>44176</c:v>
                </c:pt>
                <c:pt idx="317">
                  <c:v>44175</c:v>
                </c:pt>
                <c:pt idx="318">
                  <c:v>44174</c:v>
                </c:pt>
                <c:pt idx="319">
                  <c:v>44173</c:v>
                </c:pt>
                <c:pt idx="320">
                  <c:v>44172</c:v>
                </c:pt>
                <c:pt idx="321">
                  <c:v>44169</c:v>
                </c:pt>
                <c:pt idx="322">
                  <c:v>44168</c:v>
                </c:pt>
                <c:pt idx="323">
                  <c:v>44167</c:v>
                </c:pt>
                <c:pt idx="324">
                  <c:v>44166</c:v>
                </c:pt>
                <c:pt idx="325">
                  <c:v>44165</c:v>
                </c:pt>
                <c:pt idx="326">
                  <c:v>44162</c:v>
                </c:pt>
                <c:pt idx="327">
                  <c:v>44161</c:v>
                </c:pt>
                <c:pt idx="328">
                  <c:v>44160</c:v>
                </c:pt>
                <c:pt idx="329">
                  <c:v>44159</c:v>
                </c:pt>
                <c:pt idx="330">
                  <c:v>44158</c:v>
                </c:pt>
                <c:pt idx="331">
                  <c:v>44155</c:v>
                </c:pt>
                <c:pt idx="332">
                  <c:v>44154</c:v>
                </c:pt>
                <c:pt idx="333">
                  <c:v>44153</c:v>
                </c:pt>
                <c:pt idx="334">
                  <c:v>44152</c:v>
                </c:pt>
                <c:pt idx="335">
                  <c:v>44151</c:v>
                </c:pt>
                <c:pt idx="336">
                  <c:v>44148</c:v>
                </c:pt>
                <c:pt idx="337">
                  <c:v>44147</c:v>
                </c:pt>
                <c:pt idx="338">
                  <c:v>44146</c:v>
                </c:pt>
                <c:pt idx="339">
                  <c:v>44145</c:v>
                </c:pt>
                <c:pt idx="340">
                  <c:v>44144</c:v>
                </c:pt>
                <c:pt idx="341">
                  <c:v>44141</c:v>
                </c:pt>
                <c:pt idx="342">
                  <c:v>44140</c:v>
                </c:pt>
                <c:pt idx="343">
                  <c:v>44139</c:v>
                </c:pt>
                <c:pt idx="344">
                  <c:v>44138</c:v>
                </c:pt>
                <c:pt idx="345">
                  <c:v>44137</c:v>
                </c:pt>
                <c:pt idx="346">
                  <c:v>44134</c:v>
                </c:pt>
                <c:pt idx="347">
                  <c:v>44133</c:v>
                </c:pt>
                <c:pt idx="348">
                  <c:v>44132</c:v>
                </c:pt>
                <c:pt idx="349">
                  <c:v>44131</c:v>
                </c:pt>
                <c:pt idx="350">
                  <c:v>44130</c:v>
                </c:pt>
                <c:pt idx="351">
                  <c:v>44127</c:v>
                </c:pt>
                <c:pt idx="352">
                  <c:v>44126</c:v>
                </c:pt>
                <c:pt idx="353">
                  <c:v>44125</c:v>
                </c:pt>
                <c:pt idx="354">
                  <c:v>44124</c:v>
                </c:pt>
                <c:pt idx="355">
                  <c:v>44123</c:v>
                </c:pt>
                <c:pt idx="356">
                  <c:v>44120</c:v>
                </c:pt>
                <c:pt idx="357">
                  <c:v>44119</c:v>
                </c:pt>
                <c:pt idx="358">
                  <c:v>44118</c:v>
                </c:pt>
                <c:pt idx="359">
                  <c:v>44117</c:v>
                </c:pt>
                <c:pt idx="360">
                  <c:v>44116</c:v>
                </c:pt>
                <c:pt idx="361">
                  <c:v>44113</c:v>
                </c:pt>
                <c:pt idx="362">
                  <c:v>44112</c:v>
                </c:pt>
                <c:pt idx="363">
                  <c:v>44111</c:v>
                </c:pt>
                <c:pt idx="364">
                  <c:v>44110</c:v>
                </c:pt>
                <c:pt idx="365">
                  <c:v>44109</c:v>
                </c:pt>
                <c:pt idx="366">
                  <c:v>44106</c:v>
                </c:pt>
                <c:pt idx="367">
                  <c:v>44105</c:v>
                </c:pt>
                <c:pt idx="368">
                  <c:v>44104</c:v>
                </c:pt>
                <c:pt idx="369">
                  <c:v>44103</c:v>
                </c:pt>
                <c:pt idx="370">
                  <c:v>44102</c:v>
                </c:pt>
                <c:pt idx="371">
                  <c:v>44099</c:v>
                </c:pt>
                <c:pt idx="372">
                  <c:v>44098</c:v>
                </c:pt>
                <c:pt idx="373">
                  <c:v>44097</c:v>
                </c:pt>
                <c:pt idx="374">
                  <c:v>44096</c:v>
                </c:pt>
                <c:pt idx="375">
                  <c:v>44095</c:v>
                </c:pt>
                <c:pt idx="376">
                  <c:v>44092</c:v>
                </c:pt>
                <c:pt idx="377">
                  <c:v>44091</c:v>
                </c:pt>
                <c:pt idx="378">
                  <c:v>44090</c:v>
                </c:pt>
                <c:pt idx="379">
                  <c:v>44089</c:v>
                </c:pt>
                <c:pt idx="380">
                  <c:v>44088</c:v>
                </c:pt>
                <c:pt idx="381">
                  <c:v>44085</c:v>
                </c:pt>
                <c:pt idx="382">
                  <c:v>44084</c:v>
                </c:pt>
                <c:pt idx="383">
                  <c:v>44083</c:v>
                </c:pt>
                <c:pt idx="384">
                  <c:v>44082</c:v>
                </c:pt>
                <c:pt idx="385">
                  <c:v>44081</c:v>
                </c:pt>
                <c:pt idx="386">
                  <c:v>44078</c:v>
                </c:pt>
                <c:pt idx="387">
                  <c:v>44077</c:v>
                </c:pt>
                <c:pt idx="388">
                  <c:v>44076</c:v>
                </c:pt>
                <c:pt idx="389">
                  <c:v>44075</c:v>
                </c:pt>
                <c:pt idx="390">
                  <c:v>44074</c:v>
                </c:pt>
                <c:pt idx="391">
                  <c:v>44071</c:v>
                </c:pt>
                <c:pt idx="392">
                  <c:v>44070</c:v>
                </c:pt>
                <c:pt idx="393">
                  <c:v>44069</c:v>
                </c:pt>
                <c:pt idx="394">
                  <c:v>44068</c:v>
                </c:pt>
                <c:pt idx="395">
                  <c:v>44067</c:v>
                </c:pt>
                <c:pt idx="396">
                  <c:v>44064</c:v>
                </c:pt>
                <c:pt idx="397">
                  <c:v>44063</c:v>
                </c:pt>
                <c:pt idx="398">
                  <c:v>44062</c:v>
                </c:pt>
                <c:pt idx="399">
                  <c:v>44061</c:v>
                </c:pt>
                <c:pt idx="400">
                  <c:v>44060</c:v>
                </c:pt>
                <c:pt idx="401">
                  <c:v>44057</c:v>
                </c:pt>
                <c:pt idx="402">
                  <c:v>44056</c:v>
                </c:pt>
                <c:pt idx="403">
                  <c:v>44055</c:v>
                </c:pt>
                <c:pt idx="404">
                  <c:v>44054</c:v>
                </c:pt>
                <c:pt idx="405">
                  <c:v>44053</c:v>
                </c:pt>
                <c:pt idx="406">
                  <c:v>44050</c:v>
                </c:pt>
                <c:pt idx="407">
                  <c:v>44049</c:v>
                </c:pt>
                <c:pt idx="408">
                  <c:v>44048</c:v>
                </c:pt>
                <c:pt idx="409">
                  <c:v>44047</c:v>
                </c:pt>
                <c:pt idx="410">
                  <c:v>44046</c:v>
                </c:pt>
                <c:pt idx="411">
                  <c:v>44043</c:v>
                </c:pt>
                <c:pt idx="412">
                  <c:v>44042</c:v>
                </c:pt>
                <c:pt idx="413">
                  <c:v>44041</c:v>
                </c:pt>
                <c:pt idx="414">
                  <c:v>44040</c:v>
                </c:pt>
                <c:pt idx="415">
                  <c:v>44039</c:v>
                </c:pt>
                <c:pt idx="416">
                  <c:v>44036</c:v>
                </c:pt>
                <c:pt idx="417">
                  <c:v>44035</c:v>
                </c:pt>
                <c:pt idx="418">
                  <c:v>44034</c:v>
                </c:pt>
                <c:pt idx="419">
                  <c:v>44033</c:v>
                </c:pt>
                <c:pt idx="420">
                  <c:v>44032</c:v>
                </c:pt>
                <c:pt idx="421">
                  <c:v>44029</c:v>
                </c:pt>
                <c:pt idx="422">
                  <c:v>44028</c:v>
                </c:pt>
                <c:pt idx="423">
                  <c:v>44027</c:v>
                </c:pt>
                <c:pt idx="424">
                  <c:v>44026</c:v>
                </c:pt>
                <c:pt idx="425">
                  <c:v>44025</c:v>
                </c:pt>
                <c:pt idx="426">
                  <c:v>44022</c:v>
                </c:pt>
                <c:pt idx="427">
                  <c:v>44021</c:v>
                </c:pt>
                <c:pt idx="428">
                  <c:v>44020</c:v>
                </c:pt>
                <c:pt idx="429">
                  <c:v>44019</c:v>
                </c:pt>
                <c:pt idx="430">
                  <c:v>44018</c:v>
                </c:pt>
                <c:pt idx="431">
                  <c:v>44015</c:v>
                </c:pt>
                <c:pt idx="432">
                  <c:v>44014</c:v>
                </c:pt>
                <c:pt idx="433">
                  <c:v>44013</c:v>
                </c:pt>
                <c:pt idx="434">
                  <c:v>44012</c:v>
                </c:pt>
                <c:pt idx="435">
                  <c:v>44011</c:v>
                </c:pt>
                <c:pt idx="436">
                  <c:v>44008</c:v>
                </c:pt>
                <c:pt idx="437">
                  <c:v>44007</c:v>
                </c:pt>
                <c:pt idx="438">
                  <c:v>44006</c:v>
                </c:pt>
                <c:pt idx="439">
                  <c:v>44005</c:v>
                </c:pt>
                <c:pt idx="440">
                  <c:v>44004</c:v>
                </c:pt>
                <c:pt idx="441">
                  <c:v>44001</c:v>
                </c:pt>
                <c:pt idx="442">
                  <c:v>44000</c:v>
                </c:pt>
                <c:pt idx="443">
                  <c:v>43999</c:v>
                </c:pt>
                <c:pt idx="444">
                  <c:v>43998</c:v>
                </c:pt>
                <c:pt idx="445">
                  <c:v>43997</c:v>
                </c:pt>
                <c:pt idx="446">
                  <c:v>43994</c:v>
                </c:pt>
                <c:pt idx="447">
                  <c:v>43993</c:v>
                </c:pt>
                <c:pt idx="448">
                  <c:v>43992</c:v>
                </c:pt>
                <c:pt idx="449">
                  <c:v>43991</c:v>
                </c:pt>
                <c:pt idx="450">
                  <c:v>43987</c:v>
                </c:pt>
                <c:pt idx="451">
                  <c:v>43986</c:v>
                </c:pt>
                <c:pt idx="452">
                  <c:v>43985</c:v>
                </c:pt>
                <c:pt idx="453">
                  <c:v>43984</c:v>
                </c:pt>
                <c:pt idx="454">
                  <c:v>43983</c:v>
                </c:pt>
                <c:pt idx="455">
                  <c:v>43980</c:v>
                </c:pt>
                <c:pt idx="456">
                  <c:v>43979</c:v>
                </c:pt>
                <c:pt idx="457">
                  <c:v>43978</c:v>
                </c:pt>
                <c:pt idx="458">
                  <c:v>43977</c:v>
                </c:pt>
                <c:pt idx="459">
                  <c:v>43976</c:v>
                </c:pt>
                <c:pt idx="460">
                  <c:v>43973</c:v>
                </c:pt>
                <c:pt idx="461">
                  <c:v>43972</c:v>
                </c:pt>
                <c:pt idx="462">
                  <c:v>43971</c:v>
                </c:pt>
                <c:pt idx="463">
                  <c:v>43970</c:v>
                </c:pt>
                <c:pt idx="464">
                  <c:v>43969</c:v>
                </c:pt>
                <c:pt idx="465">
                  <c:v>43966</c:v>
                </c:pt>
                <c:pt idx="466">
                  <c:v>43965</c:v>
                </c:pt>
                <c:pt idx="467">
                  <c:v>43964</c:v>
                </c:pt>
                <c:pt idx="468">
                  <c:v>43963</c:v>
                </c:pt>
                <c:pt idx="469">
                  <c:v>43962</c:v>
                </c:pt>
                <c:pt idx="470">
                  <c:v>43959</c:v>
                </c:pt>
                <c:pt idx="471">
                  <c:v>43958</c:v>
                </c:pt>
                <c:pt idx="472">
                  <c:v>43957</c:v>
                </c:pt>
                <c:pt idx="473">
                  <c:v>43956</c:v>
                </c:pt>
                <c:pt idx="474">
                  <c:v>43955</c:v>
                </c:pt>
                <c:pt idx="475">
                  <c:v>43952</c:v>
                </c:pt>
                <c:pt idx="476">
                  <c:v>43951</c:v>
                </c:pt>
                <c:pt idx="477">
                  <c:v>43950</c:v>
                </c:pt>
                <c:pt idx="478">
                  <c:v>43949</c:v>
                </c:pt>
                <c:pt idx="479">
                  <c:v>43948</c:v>
                </c:pt>
                <c:pt idx="480">
                  <c:v>43945</c:v>
                </c:pt>
                <c:pt idx="481">
                  <c:v>43944</c:v>
                </c:pt>
                <c:pt idx="482">
                  <c:v>43943</c:v>
                </c:pt>
                <c:pt idx="483">
                  <c:v>43942</c:v>
                </c:pt>
                <c:pt idx="484">
                  <c:v>43941</c:v>
                </c:pt>
                <c:pt idx="485">
                  <c:v>43938</c:v>
                </c:pt>
                <c:pt idx="486">
                  <c:v>43937</c:v>
                </c:pt>
                <c:pt idx="487">
                  <c:v>43936</c:v>
                </c:pt>
                <c:pt idx="488">
                  <c:v>43935</c:v>
                </c:pt>
                <c:pt idx="489">
                  <c:v>43930</c:v>
                </c:pt>
                <c:pt idx="490">
                  <c:v>43929</c:v>
                </c:pt>
                <c:pt idx="491">
                  <c:v>43928</c:v>
                </c:pt>
                <c:pt idx="492">
                  <c:v>43927</c:v>
                </c:pt>
                <c:pt idx="493">
                  <c:v>43924</c:v>
                </c:pt>
                <c:pt idx="494">
                  <c:v>43923</c:v>
                </c:pt>
                <c:pt idx="495">
                  <c:v>43922</c:v>
                </c:pt>
                <c:pt idx="496">
                  <c:v>43921</c:v>
                </c:pt>
                <c:pt idx="497">
                  <c:v>43920</c:v>
                </c:pt>
                <c:pt idx="498">
                  <c:v>43917</c:v>
                </c:pt>
                <c:pt idx="499">
                  <c:v>43916</c:v>
                </c:pt>
                <c:pt idx="500">
                  <c:v>43915</c:v>
                </c:pt>
                <c:pt idx="501">
                  <c:v>43914</c:v>
                </c:pt>
                <c:pt idx="502">
                  <c:v>43913</c:v>
                </c:pt>
                <c:pt idx="503">
                  <c:v>43910</c:v>
                </c:pt>
                <c:pt idx="504">
                  <c:v>43909</c:v>
                </c:pt>
                <c:pt idx="505">
                  <c:v>43908</c:v>
                </c:pt>
                <c:pt idx="506">
                  <c:v>43907</c:v>
                </c:pt>
                <c:pt idx="507">
                  <c:v>43906</c:v>
                </c:pt>
                <c:pt idx="508">
                  <c:v>43903</c:v>
                </c:pt>
                <c:pt idx="509">
                  <c:v>43902</c:v>
                </c:pt>
                <c:pt idx="510">
                  <c:v>43901</c:v>
                </c:pt>
                <c:pt idx="511">
                  <c:v>43900</c:v>
                </c:pt>
                <c:pt idx="512">
                  <c:v>43899</c:v>
                </c:pt>
                <c:pt idx="513">
                  <c:v>43896</c:v>
                </c:pt>
                <c:pt idx="514">
                  <c:v>43895</c:v>
                </c:pt>
                <c:pt idx="515">
                  <c:v>43894</c:v>
                </c:pt>
                <c:pt idx="516">
                  <c:v>43893</c:v>
                </c:pt>
                <c:pt idx="517">
                  <c:v>43892</c:v>
                </c:pt>
                <c:pt idx="518">
                  <c:v>43889</c:v>
                </c:pt>
                <c:pt idx="519">
                  <c:v>43888</c:v>
                </c:pt>
                <c:pt idx="520">
                  <c:v>43887</c:v>
                </c:pt>
                <c:pt idx="521">
                  <c:v>43886</c:v>
                </c:pt>
                <c:pt idx="522">
                  <c:v>43885</c:v>
                </c:pt>
                <c:pt idx="523">
                  <c:v>43882</c:v>
                </c:pt>
                <c:pt idx="524">
                  <c:v>43881</c:v>
                </c:pt>
                <c:pt idx="525">
                  <c:v>43880</c:v>
                </c:pt>
                <c:pt idx="526">
                  <c:v>43879</c:v>
                </c:pt>
                <c:pt idx="527">
                  <c:v>43878</c:v>
                </c:pt>
                <c:pt idx="528">
                  <c:v>43875</c:v>
                </c:pt>
                <c:pt idx="529">
                  <c:v>43874</c:v>
                </c:pt>
                <c:pt idx="530">
                  <c:v>43873</c:v>
                </c:pt>
                <c:pt idx="531">
                  <c:v>43872</c:v>
                </c:pt>
                <c:pt idx="532">
                  <c:v>43871</c:v>
                </c:pt>
                <c:pt idx="533">
                  <c:v>43868</c:v>
                </c:pt>
                <c:pt idx="534">
                  <c:v>43867</c:v>
                </c:pt>
                <c:pt idx="535">
                  <c:v>43866</c:v>
                </c:pt>
                <c:pt idx="536">
                  <c:v>43865</c:v>
                </c:pt>
                <c:pt idx="537">
                  <c:v>43864</c:v>
                </c:pt>
                <c:pt idx="538">
                  <c:v>43861</c:v>
                </c:pt>
                <c:pt idx="539">
                  <c:v>43860</c:v>
                </c:pt>
                <c:pt idx="540">
                  <c:v>43859</c:v>
                </c:pt>
                <c:pt idx="541">
                  <c:v>43858</c:v>
                </c:pt>
                <c:pt idx="542">
                  <c:v>43854</c:v>
                </c:pt>
                <c:pt idx="543">
                  <c:v>43853</c:v>
                </c:pt>
                <c:pt idx="544">
                  <c:v>43852</c:v>
                </c:pt>
                <c:pt idx="545">
                  <c:v>43851</c:v>
                </c:pt>
                <c:pt idx="546">
                  <c:v>43850</c:v>
                </c:pt>
                <c:pt idx="547">
                  <c:v>43847</c:v>
                </c:pt>
                <c:pt idx="548">
                  <c:v>43846</c:v>
                </c:pt>
                <c:pt idx="549">
                  <c:v>43845</c:v>
                </c:pt>
                <c:pt idx="550">
                  <c:v>43844</c:v>
                </c:pt>
                <c:pt idx="551">
                  <c:v>43843</c:v>
                </c:pt>
                <c:pt idx="552">
                  <c:v>43840</c:v>
                </c:pt>
                <c:pt idx="553">
                  <c:v>43839</c:v>
                </c:pt>
                <c:pt idx="554">
                  <c:v>43838</c:v>
                </c:pt>
                <c:pt idx="555">
                  <c:v>43837</c:v>
                </c:pt>
                <c:pt idx="556">
                  <c:v>43836</c:v>
                </c:pt>
                <c:pt idx="557">
                  <c:v>43833</c:v>
                </c:pt>
                <c:pt idx="558">
                  <c:v>43832</c:v>
                </c:pt>
                <c:pt idx="559">
                  <c:v>43830</c:v>
                </c:pt>
                <c:pt idx="560">
                  <c:v>43829</c:v>
                </c:pt>
                <c:pt idx="561">
                  <c:v>43826</c:v>
                </c:pt>
                <c:pt idx="562">
                  <c:v>43823</c:v>
                </c:pt>
                <c:pt idx="563">
                  <c:v>43822</c:v>
                </c:pt>
                <c:pt idx="564">
                  <c:v>43819</c:v>
                </c:pt>
                <c:pt idx="565">
                  <c:v>43818</c:v>
                </c:pt>
                <c:pt idx="566">
                  <c:v>43817</c:v>
                </c:pt>
                <c:pt idx="567">
                  <c:v>43816</c:v>
                </c:pt>
                <c:pt idx="568">
                  <c:v>43815</c:v>
                </c:pt>
                <c:pt idx="569">
                  <c:v>43812</c:v>
                </c:pt>
                <c:pt idx="570">
                  <c:v>43811</c:v>
                </c:pt>
                <c:pt idx="571">
                  <c:v>43810</c:v>
                </c:pt>
                <c:pt idx="572">
                  <c:v>43809</c:v>
                </c:pt>
                <c:pt idx="573">
                  <c:v>43808</c:v>
                </c:pt>
                <c:pt idx="574">
                  <c:v>43805</c:v>
                </c:pt>
                <c:pt idx="575">
                  <c:v>43804</c:v>
                </c:pt>
                <c:pt idx="576">
                  <c:v>43803</c:v>
                </c:pt>
                <c:pt idx="577">
                  <c:v>43802</c:v>
                </c:pt>
                <c:pt idx="578">
                  <c:v>43801</c:v>
                </c:pt>
                <c:pt idx="579">
                  <c:v>43798</c:v>
                </c:pt>
                <c:pt idx="580">
                  <c:v>43797</c:v>
                </c:pt>
                <c:pt idx="581">
                  <c:v>43796</c:v>
                </c:pt>
                <c:pt idx="582">
                  <c:v>43795</c:v>
                </c:pt>
                <c:pt idx="583">
                  <c:v>43794</c:v>
                </c:pt>
                <c:pt idx="584">
                  <c:v>43791</c:v>
                </c:pt>
                <c:pt idx="585">
                  <c:v>43790</c:v>
                </c:pt>
                <c:pt idx="586">
                  <c:v>43789</c:v>
                </c:pt>
                <c:pt idx="587">
                  <c:v>43788</c:v>
                </c:pt>
                <c:pt idx="588">
                  <c:v>43787</c:v>
                </c:pt>
                <c:pt idx="589">
                  <c:v>43784</c:v>
                </c:pt>
                <c:pt idx="590">
                  <c:v>43783</c:v>
                </c:pt>
                <c:pt idx="591">
                  <c:v>43782</c:v>
                </c:pt>
                <c:pt idx="592">
                  <c:v>43781</c:v>
                </c:pt>
                <c:pt idx="593">
                  <c:v>43780</c:v>
                </c:pt>
                <c:pt idx="594">
                  <c:v>43777</c:v>
                </c:pt>
                <c:pt idx="595">
                  <c:v>43776</c:v>
                </c:pt>
                <c:pt idx="596">
                  <c:v>43775</c:v>
                </c:pt>
                <c:pt idx="597">
                  <c:v>43774</c:v>
                </c:pt>
                <c:pt idx="598">
                  <c:v>43773</c:v>
                </c:pt>
                <c:pt idx="599">
                  <c:v>43770</c:v>
                </c:pt>
                <c:pt idx="600">
                  <c:v>43769</c:v>
                </c:pt>
                <c:pt idx="601">
                  <c:v>43768</c:v>
                </c:pt>
                <c:pt idx="602">
                  <c:v>43767</c:v>
                </c:pt>
                <c:pt idx="603">
                  <c:v>43766</c:v>
                </c:pt>
                <c:pt idx="604">
                  <c:v>43763</c:v>
                </c:pt>
                <c:pt idx="605">
                  <c:v>43762</c:v>
                </c:pt>
                <c:pt idx="606">
                  <c:v>43761</c:v>
                </c:pt>
                <c:pt idx="607">
                  <c:v>43760</c:v>
                </c:pt>
                <c:pt idx="608">
                  <c:v>43759</c:v>
                </c:pt>
                <c:pt idx="609">
                  <c:v>43756</c:v>
                </c:pt>
                <c:pt idx="610">
                  <c:v>43755</c:v>
                </c:pt>
                <c:pt idx="611">
                  <c:v>43754</c:v>
                </c:pt>
                <c:pt idx="612">
                  <c:v>43753</c:v>
                </c:pt>
                <c:pt idx="613">
                  <c:v>43752</c:v>
                </c:pt>
                <c:pt idx="614">
                  <c:v>43749</c:v>
                </c:pt>
                <c:pt idx="615">
                  <c:v>43748</c:v>
                </c:pt>
                <c:pt idx="616">
                  <c:v>43747</c:v>
                </c:pt>
                <c:pt idx="617">
                  <c:v>43746</c:v>
                </c:pt>
                <c:pt idx="618">
                  <c:v>43745</c:v>
                </c:pt>
                <c:pt idx="619">
                  <c:v>43742</c:v>
                </c:pt>
                <c:pt idx="620">
                  <c:v>43741</c:v>
                </c:pt>
                <c:pt idx="621">
                  <c:v>43740</c:v>
                </c:pt>
                <c:pt idx="622">
                  <c:v>43739</c:v>
                </c:pt>
                <c:pt idx="623">
                  <c:v>43738</c:v>
                </c:pt>
                <c:pt idx="624">
                  <c:v>43735</c:v>
                </c:pt>
                <c:pt idx="625">
                  <c:v>43734</c:v>
                </c:pt>
                <c:pt idx="626">
                  <c:v>43733</c:v>
                </c:pt>
                <c:pt idx="627">
                  <c:v>43732</c:v>
                </c:pt>
                <c:pt idx="628">
                  <c:v>43731</c:v>
                </c:pt>
                <c:pt idx="629">
                  <c:v>43728</c:v>
                </c:pt>
                <c:pt idx="630">
                  <c:v>43727</c:v>
                </c:pt>
                <c:pt idx="631">
                  <c:v>43726</c:v>
                </c:pt>
                <c:pt idx="632">
                  <c:v>43725</c:v>
                </c:pt>
                <c:pt idx="633">
                  <c:v>43724</c:v>
                </c:pt>
                <c:pt idx="634">
                  <c:v>43721</c:v>
                </c:pt>
                <c:pt idx="635">
                  <c:v>43720</c:v>
                </c:pt>
                <c:pt idx="636">
                  <c:v>43719</c:v>
                </c:pt>
                <c:pt idx="637">
                  <c:v>43718</c:v>
                </c:pt>
                <c:pt idx="638">
                  <c:v>43717</c:v>
                </c:pt>
                <c:pt idx="639">
                  <c:v>43714</c:v>
                </c:pt>
                <c:pt idx="640">
                  <c:v>43713</c:v>
                </c:pt>
                <c:pt idx="641">
                  <c:v>43712</c:v>
                </c:pt>
                <c:pt idx="642">
                  <c:v>43711</c:v>
                </c:pt>
                <c:pt idx="643">
                  <c:v>43710</c:v>
                </c:pt>
                <c:pt idx="644">
                  <c:v>43707</c:v>
                </c:pt>
                <c:pt idx="645">
                  <c:v>43706</c:v>
                </c:pt>
                <c:pt idx="646">
                  <c:v>43705</c:v>
                </c:pt>
                <c:pt idx="647">
                  <c:v>43704</c:v>
                </c:pt>
                <c:pt idx="648">
                  <c:v>43703</c:v>
                </c:pt>
                <c:pt idx="649">
                  <c:v>43700</c:v>
                </c:pt>
                <c:pt idx="650">
                  <c:v>43699</c:v>
                </c:pt>
                <c:pt idx="651">
                  <c:v>43698</c:v>
                </c:pt>
                <c:pt idx="652">
                  <c:v>43697</c:v>
                </c:pt>
                <c:pt idx="653">
                  <c:v>43696</c:v>
                </c:pt>
                <c:pt idx="654">
                  <c:v>43693</c:v>
                </c:pt>
                <c:pt idx="655">
                  <c:v>43692</c:v>
                </c:pt>
                <c:pt idx="656">
                  <c:v>43691</c:v>
                </c:pt>
                <c:pt idx="657">
                  <c:v>43690</c:v>
                </c:pt>
                <c:pt idx="658">
                  <c:v>43689</c:v>
                </c:pt>
                <c:pt idx="659">
                  <c:v>43686</c:v>
                </c:pt>
                <c:pt idx="660">
                  <c:v>43685</c:v>
                </c:pt>
                <c:pt idx="661">
                  <c:v>43684</c:v>
                </c:pt>
                <c:pt idx="662">
                  <c:v>43683</c:v>
                </c:pt>
                <c:pt idx="663">
                  <c:v>43682</c:v>
                </c:pt>
                <c:pt idx="664">
                  <c:v>43679</c:v>
                </c:pt>
                <c:pt idx="665">
                  <c:v>43678</c:v>
                </c:pt>
                <c:pt idx="666">
                  <c:v>43677</c:v>
                </c:pt>
                <c:pt idx="667">
                  <c:v>43676</c:v>
                </c:pt>
                <c:pt idx="668">
                  <c:v>43675</c:v>
                </c:pt>
                <c:pt idx="669">
                  <c:v>43672</c:v>
                </c:pt>
                <c:pt idx="670">
                  <c:v>43671</c:v>
                </c:pt>
                <c:pt idx="671">
                  <c:v>43670</c:v>
                </c:pt>
                <c:pt idx="672">
                  <c:v>43669</c:v>
                </c:pt>
                <c:pt idx="673">
                  <c:v>43668</c:v>
                </c:pt>
                <c:pt idx="674">
                  <c:v>43665</c:v>
                </c:pt>
                <c:pt idx="675">
                  <c:v>43664</c:v>
                </c:pt>
                <c:pt idx="676">
                  <c:v>43663</c:v>
                </c:pt>
                <c:pt idx="677">
                  <c:v>43662</c:v>
                </c:pt>
                <c:pt idx="678">
                  <c:v>43661</c:v>
                </c:pt>
                <c:pt idx="679">
                  <c:v>43658</c:v>
                </c:pt>
                <c:pt idx="680">
                  <c:v>43657</c:v>
                </c:pt>
                <c:pt idx="681">
                  <c:v>43656</c:v>
                </c:pt>
                <c:pt idx="682">
                  <c:v>43655</c:v>
                </c:pt>
                <c:pt idx="683">
                  <c:v>43654</c:v>
                </c:pt>
                <c:pt idx="684">
                  <c:v>43651</c:v>
                </c:pt>
                <c:pt idx="685">
                  <c:v>43650</c:v>
                </c:pt>
                <c:pt idx="686">
                  <c:v>43649</c:v>
                </c:pt>
                <c:pt idx="687">
                  <c:v>43648</c:v>
                </c:pt>
                <c:pt idx="688">
                  <c:v>43647</c:v>
                </c:pt>
                <c:pt idx="689">
                  <c:v>43644</c:v>
                </c:pt>
                <c:pt idx="690">
                  <c:v>43643</c:v>
                </c:pt>
                <c:pt idx="691">
                  <c:v>43642</c:v>
                </c:pt>
                <c:pt idx="692">
                  <c:v>43641</c:v>
                </c:pt>
                <c:pt idx="693">
                  <c:v>43640</c:v>
                </c:pt>
                <c:pt idx="694">
                  <c:v>43637</c:v>
                </c:pt>
                <c:pt idx="695">
                  <c:v>43636</c:v>
                </c:pt>
                <c:pt idx="696">
                  <c:v>43635</c:v>
                </c:pt>
                <c:pt idx="697">
                  <c:v>43634</c:v>
                </c:pt>
                <c:pt idx="698">
                  <c:v>43633</c:v>
                </c:pt>
                <c:pt idx="699">
                  <c:v>43630</c:v>
                </c:pt>
                <c:pt idx="700">
                  <c:v>43629</c:v>
                </c:pt>
                <c:pt idx="701">
                  <c:v>43628</c:v>
                </c:pt>
                <c:pt idx="702">
                  <c:v>43627</c:v>
                </c:pt>
                <c:pt idx="703">
                  <c:v>43623</c:v>
                </c:pt>
                <c:pt idx="704">
                  <c:v>43622</c:v>
                </c:pt>
                <c:pt idx="705">
                  <c:v>43621</c:v>
                </c:pt>
                <c:pt idx="706">
                  <c:v>43620</c:v>
                </c:pt>
                <c:pt idx="707">
                  <c:v>43619</c:v>
                </c:pt>
                <c:pt idx="708">
                  <c:v>43616</c:v>
                </c:pt>
                <c:pt idx="709">
                  <c:v>43615</c:v>
                </c:pt>
                <c:pt idx="710">
                  <c:v>43614</c:v>
                </c:pt>
                <c:pt idx="711">
                  <c:v>43613</c:v>
                </c:pt>
                <c:pt idx="712">
                  <c:v>43612</c:v>
                </c:pt>
                <c:pt idx="713">
                  <c:v>43609</c:v>
                </c:pt>
                <c:pt idx="714">
                  <c:v>43608</c:v>
                </c:pt>
                <c:pt idx="715">
                  <c:v>43607</c:v>
                </c:pt>
                <c:pt idx="716">
                  <c:v>43606</c:v>
                </c:pt>
                <c:pt idx="717">
                  <c:v>43605</c:v>
                </c:pt>
                <c:pt idx="718">
                  <c:v>43602</c:v>
                </c:pt>
                <c:pt idx="719">
                  <c:v>43601</c:v>
                </c:pt>
                <c:pt idx="720">
                  <c:v>43600</c:v>
                </c:pt>
                <c:pt idx="721">
                  <c:v>43599</c:v>
                </c:pt>
                <c:pt idx="722">
                  <c:v>43598</c:v>
                </c:pt>
                <c:pt idx="723">
                  <c:v>43595</c:v>
                </c:pt>
                <c:pt idx="724">
                  <c:v>43594</c:v>
                </c:pt>
                <c:pt idx="725">
                  <c:v>43593</c:v>
                </c:pt>
                <c:pt idx="726">
                  <c:v>43592</c:v>
                </c:pt>
                <c:pt idx="727">
                  <c:v>43591</c:v>
                </c:pt>
                <c:pt idx="728">
                  <c:v>43588</c:v>
                </c:pt>
                <c:pt idx="729">
                  <c:v>43587</c:v>
                </c:pt>
                <c:pt idx="730">
                  <c:v>43586</c:v>
                </c:pt>
              </c:numCache>
            </c:numRef>
          </c:cat>
          <c:val>
            <c:numRef>
              <c:f>'Main deck chart'!$E$4:$E$950</c:f>
              <c:numCache>
                <c:formatCode>General</c:formatCode>
                <c:ptCount val="947"/>
                <c:pt idx="0">
                  <c:v>8.2799999999999994</c:v>
                </c:pt>
                <c:pt idx="1">
                  <c:v>#N/A</c:v>
                </c:pt>
                <c:pt idx="2">
                  <c:v>#N/A</c:v>
                </c:pt>
                <c:pt idx="3">
                  <c:v>#N/A</c:v>
                </c:pt>
                <c:pt idx="4">
                  <c:v>#N/A</c:v>
                </c:pt>
                <c:pt idx="5">
                  <c:v>#N/A</c:v>
                </c:pt>
                <c:pt idx="6">
                  <c:v>7.8</c:v>
                </c:pt>
                <c:pt idx="7">
                  <c:v>#N/A</c:v>
                </c:pt>
                <c:pt idx="8">
                  <c:v>#N/A</c:v>
                </c:pt>
                <c:pt idx="9">
                  <c:v>7.8</c:v>
                </c:pt>
                <c:pt idx="10">
                  <c:v>7.45</c:v>
                </c:pt>
                <c:pt idx="11">
                  <c:v>#N/A</c:v>
                </c:pt>
                <c:pt idx="12">
                  <c:v>#N/A</c:v>
                </c:pt>
                <c:pt idx="13">
                  <c:v>#N/A</c:v>
                </c:pt>
                <c:pt idx="14">
                  <c:v>#N/A</c:v>
                </c:pt>
                <c:pt idx="15">
                  <c:v>#N/A</c:v>
                </c:pt>
                <c:pt idx="16">
                  <c:v>#N/A</c:v>
                </c:pt>
                <c:pt idx="17">
                  <c:v>#N/A</c:v>
                </c:pt>
                <c:pt idx="18">
                  <c:v>#N/A</c:v>
                </c:pt>
                <c:pt idx="19">
                  <c:v>#N/A</c:v>
                </c:pt>
                <c:pt idx="20">
                  <c:v>#N/A</c:v>
                </c:pt>
                <c:pt idx="21">
                  <c:v>#N/A</c:v>
                </c:pt>
                <c:pt idx="22">
                  <c:v>#N/A</c:v>
                </c:pt>
                <c:pt idx="23">
                  <c:v>#N/A</c:v>
                </c:pt>
                <c:pt idx="24">
                  <c:v>#N/A</c:v>
                </c:pt>
                <c:pt idx="25">
                  <c:v>#N/A</c:v>
                </c:pt>
                <c:pt idx="26">
                  <c:v>#N/A</c:v>
                </c:pt>
                <c:pt idx="27">
                  <c:v>#N/A</c:v>
                </c:pt>
                <c:pt idx="28">
                  <c:v>#N/A</c:v>
                </c:pt>
                <c:pt idx="29">
                  <c:v>7.3</c:v>
                </c:pt>
                <c:pt idx="30">
                  <c:v>#N/A</c:v>
                </c:pt>
                <c:pt idx="31">
                  <c:v>#N/A</c:v>
                </c:pt>
                <c:pt idx="32">
                  <c:v>#N/A</c:v>
                </c:pt>
                <c:pt idx="33">
                  <c:v>#N/A</c:v>
                </c:pt>
                <c:pt idx="34">
                  <c:v>#N/A</c:v>
                </c:pt>
                <c:pt idx="35">
                  <c:v>#N/A</c:v>
                </c:pt>
                <c:pt idx="36">
                  <c:v>7.2</c:v>
                </c:pt>
                <c:pt idx="37">
                  <c:v>#N/A</c:v>
                </c:pt>
                <c:pt idx="38">
                  <c:v>#N/A</c:v>
                </c:pt>
                <c:pt idx="39">
                  <c:v>#N/A</c:v>
                </c:pt>
                <c:pt idx="40">
                  <c:v>#N/A</c:v>
                </c:pt>
                <c:pt idx="41">
                  <c:v>#N/A</c:v>
                </c:pt>
                <c:pt idx="42">
                  <c:v>#N/A</c:v>
                </c:pt>
                <c:pt idx="43">
                  <c:v>#N/A</c:v>
                </c:pt>
                <c:pt idx="44">
                  <c:v>#N/A</c:v>
                </c:pt>
                <c:pt idx="45">
                  <c:v>#N/A</c:v>
                </c:pt>
                <c:pt idx="46">
                  <c:v>#N/A</c:v>
                </c:pt>
                <c:pt idx="47">
                  <c:v>#N/A</c:v>
                </c:pt>
                <c:pt idx="48">
                  <c:v>#N/A</c:v>
                </c:pt>
                <c:pt idx="49">
                  <c:v>#N/A</c:v>
                </c:pt>
                <c:pt idx="50">
                  <c:v>#N/A</c:v>
                </c:pt>
                <c:pt idx="51">
                  <c:v>#N/A</c:v>
                </c:pt>
                <c:pt idx="52">
                  <c:v>#N/A</c:v>
                </c:pt>
                <c:pt idx="53">
                  <c:v>#N/A</c:v>
                </c:pt>
                <c:pt idx="54">
                  <c:v>#N/A</c:v>
                </c:pt>
                <c:pt idx="55">
                  <c:v>#N/A</c:v>
                </c:pt>
                <c:pt idx="56">
                  <c:v>#N/A</c:v>
                </c:pt>
                <c:pt idx="57">
                  <c:v>#N/A</c:v>
                </c:pt>
                <c:pt idx="58">
                  <c:v>#N/A</c:v>
                </c:pt>
                <c:pt idx="59">
                  <c:v>#N/A</c:v>
                </c:pt>
                <c:pt idx="60">
                  <c:v>7.01</c:v>
                </c:pt>
                <c:pt idx="61">
                  <c:v>5.21</c:v>
                </c:pt>
                <c:pt idx="62">
                  <c:v>#N/A</c:v>
                </c:pt>
                <c:pt idx="63">
                  <c:v>#N/A</c:v>
                </c:pt>
                <c:pt idx="64">
                  <c:v>#N/A</c:v>
                </c:pt>
                <c:pt idx="65">
                  <c:v>#N/A</c:v>
                </c:pt>
                <c:pt idx="66">
                  <c:v>#N/A</c:v>
                </c:pt>
                <c:pt idx="67">
                  <c:v>#N/A</c:v>
                </c:pt>
                <c:pt idx="68">
                  <c:v>#N/A</c:v>
                </c:pt>
                <c:pt idx="69">
                  <c:v>#N/A</c:v>
                </c:pt>
                <c:pt idx="70">
                  <c:v>#N/A</c:v>
                </c:pt>
                <c:pt idx="71">
                  <c:v>#N/A</c:v>
                </c:pt>
                <c:pt idx="72">
                  <c:v>#N/A</c:v>
                </c:pt>
                <c:pt idx="73">
                  <c:v>#N/A</c:v>
                </c:pt>
                <c:pt idx="74">
                  <c:v>#N/A</c:v>
                </c:pt>
                <c:pt idx="75">
                  <c:v>#N/A</c:v>
                </c:pt>
                <c:pt idx="76">
                  <c:v>#N/A</c:v>
                </c:pt>
                <c:pt idx="77">
                  <c:v>#N/A</c:v>
                </c:pt>
                <c:pt idx="78">
                  <c:v>#N/A</c:v>
                </c:pt>
                <c:pt idx="79">
                  <c:v>#N/A</c:v>
                </c:pt>
                <c:pt idx="80">
                  <c:v>#N/A</c:v>
                </c:pt>
                <c:pt idx="81">
                  <c:v>#N/A</c:v>
                </c:pt>
                <c:pt idx="82">
                  <c:v>#N/A</c:v>
                </c:pt>
                <c:pt idx="83">
                  <c:v>#N/A</c:v>
                </c:pt>
                <c:pt idx="84">
                  <c:v>#N/A</c:v>
                </c:pt>
                <c:pt idx="85">
                  <c:v>#N/A</c:v>
                </c:pt>
                <c:pt idx="86">
                  <c:v>#N/A</c:v>
                </c:pt>
                <c:pt idx="87">
                  <c:v>#N/A</c:v>
                </c:pt>
                <c:pt idx="88">
                  <c:v>#N/A</c:v>
                </c:pt>
                <c:pt idx="89">
                  <c:v>#N/A</c:v>
                </c:pt>
                <c:pt idx="90">
                  <c:v>#N/A</c:v>
                </c:pt>
                <c:pt idx="91">
                  <c:v>#N/A</c:v>
                </c:pt>
                <c:pt idx="92">
                  <c:v>#N/A</c:v>
                </c:pt>
                <c:pt idx="93">
                  <c:v>#N/A</c:v>
                </c:pt>
                <c:pt idx="94">
                  <c:v>#N/A</c:v>
                </c:pt>
                <c:pt idx="95">
                  <c:v>#N/A</c:v>
                </c:pt>
                <c:pt idx="96">
                  <c:v>#N/A</c:v>
                </c:pt>
                <c:pt idx="97">
                  <c:v>#N/A</c:v>
                </c:pt>
                <c:pt idx="98">
                  <c:v>#N/A</c:v>
                </c:pt>
                <c:pt idx="99">
                  <c:v>#N/A</c:v>
                </c:pt>
                <c:pt idx="100">
                  <c:v>#N/A</c:v>
                </c:pt>
                <c:pt idx="101">
                  <c:v>#N/A</c:v>
                </c:pt>
                <c:pt idx="102">
                  <c:v>#N/A</c:v>
                </c:pt>
                <c:pt idx="103">
                  <c:v>#N/A</c:v>
                </c:pt>
                <c:pt idx="104">
                  <c:v>#N/A</c:v>
                </c:pt>
                <c:pt idx="105">
                  <c:v>#N/A</c:v>
                </c:pt>
                <c:pt idx="106">
                  <c:v>#N/A</c:v>
                </c:pt>
                <c:pt idx="107">
                  <c:v>#N/A</c:v>
                </c:pt>
                <c:pt idx="108">
                  <c:v>#N/A</c:v>
                </c:pt>
                <c:pt idx="109">
                  <c:v>#N/A</c:v>
                </c:pt>
                <c:pt idx="110">
                  <c:v>#N/A</c:v>
                </c:pt>
                <c:pt idx="111">
                  <c:v>#N/A</c:v>
                </c:pt>
                <c:pt idx="112">
                  <c:v>#N/A</c:v>
                </c:pt>
                <c:pt idx="113">
                  <c:v>#N/A</c:v>
                </c:pt>
                <c:pt idx="114">
                  <c:v>#N/A</c:v>
                </c:pt>
                <c:pt idx="115">
                  <c:v>#N/A</c:v>
                </c:pt>
                <c:pt idx="116">
                  <c:v>#N/A</c:v>
                </c:pt>
                <c:pt idx="117">
                  <c:v>#N/A</c:v>
                </c:pt>
                <c:pt idx="118">
                  <c:v>#N/A</c:v>
                </c:pt>
                <c:pt idx="119">
                  <c:v>#N/A</c:v>
                </c:pt>
                <c:pt idx="120">
                  <c:v>#N/A</c:v>
                </c:pt>
                <c:pt idx="121">
                  <c:v>#N/A</c:v>
                </c:pt>
                <c:pt idx="122">
                  <c:v>#N/A</c:v>
                </c:pt>
                <c:pt idx="123">
                  <c:v>#N/A</c:v>
                </c:pt>
                <c:pt idx="124">
                  <c:v>#N/A</c:v>
                </c:pt>
                <c:pt idx="125">
                  <c:v>#N/A</c:v>
                </c:pt>
                <c:pt idx="126">
                  <c:v>#N/A</c:v>
                </c:pt>
                <c:pt idx="127">
                  <c:v>#N/A</c:v>
                </c:pt>
                <c:pt idx="128">
                  <c:v>#N/A</c:v>
                </c:pt>
                <c:pt idx="129">
                  <c:v>#N/A</c:v>
                </c:pt>
                <c:pt idx="130">
                  <c:v>#N/A</c:v>
                </c:pt>
                <c:pt idx="131">
                  <c:v>#N/A</c:v>
                </c:pt>
                <c:pt idx="132">
                  <c:v>#N/A</c:v>
                </c:pt>
                <c:pt idx="133">
                  <c:v>#N/A</c:v>
                </c:pt>
                <c:pt idx="134">
                  <c:v>#N/A</c:v>
                </c:pt>
                <c:pt idx="135">
                  <c:v>#N/A</c:v>
                </c:pt>
                <c:pt idx="136">
                  <c:v>#N/A</c:v>
                </c:pt>
                <c:pt idx="137">
                  <c:v>#N/A</c:v>
                </c:pt>
                <c:pt idx="138">
                  <c:v>#N/A</c:v>
                </c:pt>
                <c:pt idx="139">
                  <c:v>#N/A</c:v>
                </c:pt>
                <c:pt idx="140">
                  <c:v>#N/A</c:v>
                </c:pt>
                <c:pt idx="141">
                  <c:v>#N/A</c:v>
                </c:pt>
                <c:pt idx="142">
                  <c:v>#N/A</c:v>
                </c:pt>
                <c:pt idx="143">
                  <c:v>#N/A</c:v>
                </c:pt>
                <c:pt idx="144">
                  <c:v>#N/A</c:v>
                </c:pt>
                <c:pt idx="145">
                  <c:v>#N/A</c:v>
                </c:pt>
                <c:pt idx="146">
                  <c:v>#N/A</c:v>
                </c:pt>
                <c:pt idx="147">
                  <c:v>#N/A</c:v>
                </c:pt>
                <c:pt idx="148">
                  <c:v>#N/A</c:v>
                </c:pt>
                <c:pt idx="149">
                  <c:v>#N/A</c:v>
                </c:pt>
                <c:pt idx="150">
                  <c:v>#N/A</c:v>
                </c:pt>
                <c:pt idx="151">
                  <c:v>#N/A</c:v>
                </c:pt>
                <c:pt idx="152">
                  <c:v>#N/A</c:v>
                </c:pt>
                <c:pt idx="153">
                  <c:v>#N/A</c:v>
                </c:pt>
                <c:pt idx="154">
                  <c:v>#N/A</c:v>
                </c:pt>
                <c:pt idx="155">
                  <c:v>#N/A</c:v>
                </c:pt>
                <c:pt idx="156">
                  <c:v>#N/A</c:v>
                </c:pt>
                <c:pt idx="157">
                  <c:v>#N/A</c:v>
                </c:pt>
                <c:pt idx="158">
                  <c:v>#N/A</c:v>
                </c:pt>
                <c:pt idx="159">
                  <c:v>#N/A</c:v>
                </c:pt>
                <c:pt idx="160">
                  <c:v>#N/A</c:v>
                </c:pt>
                <c:pt idx="161">
                  <c:v>#N/A</c:v>
                </c:pt>
                <c:pt idx="162">
                  <c:v>#N/A</c:v>
                </c:pt>
                <c:pt idx="163">
                  <c:v>#N/A</c:v>
                </c:pt>
                <c:pt idx="164">
                  <c:v>#N/A</c:v>
                </c:pt>
                <c:pt idx="165">
                  <c:v>#N/A</c:v>
                </c:pt>
                <c:pt idx="166">
                  <c:v>#N/A</c:v>
                </c:pt>
                <c:pt idx="167">
                  <c:v>#N/A</c:v>
                </c:pt>
                <c:pt idx="168">
                  <c:v>#N/A</c:v>
                </c:pt>
                <c:pt idx="169">
                  <c:v>#N/A</c:v>
                </c:pt>
                <c:pt idx="170">
                  <c:v>#N/A</c:v>
                </c:pt>
                <c:pt idx="171">
                  <c:v>#N/A</c:v>
                </c:pt>
                <c:pt idx="172">
                  <c:v>#N/A</c:v>
                </c:pt>
                <c:pt idx="173">
                  <c:v>#N/A</c:v>
                </c:pt>
                <c:pt idx="174">
                  <c:v>#N/A</c:v>
                </c:pt>
                <c:pt idx="175">
                  <c:v>#N/A</c:v>
                </c:pt>
                <c:pt idx="176">
                  <c:v>#N/A</c:v>
                </c:pt>
                <c:pt idx="177">
                  <c:v>#N/A</c:v>
                </c:pt>
                <c:pt idx="178">
                  <c:v>#N/A</c:v>
                </c:pt>
                <c:pt idx="179">
                  <c:v>#N/A</c:v>
                </c:pt>
                <c:pt idx="180">
                  <c:v>#N/A</c:v>
                </c:pt>
                <c:pt idx="181">
                  <c:v>#N/A</c:v>
                </c:pt>
                <c:pt idx="182">
                  <c:v>#N/A</c:v>
                </c:pt>
                <c:pt idx="183">
                  <c:v>#N/A</c:v>
                </c:pt>
                <c:pt idx="184">
                  <c:v>#N/A</c:v>
                </c:pt>
                <c:pt idx="185">
                  <c:v>#N/A</c:v>
                </c:pt>
                <c:pt idx="186">
                  <c:v>#N/A</c:v>
                </c:pt>
                <c:pt idx="187">
                  <c:v>#N/A</c:v>
                </c:pt>
                <c:pt idx="188">
                  <c:v>#N/A</c:v>
                </c:pt>
                <c:pt idx="189">
                  <c:v>#N/A</c:v>
                </c:pt>
                <c:pt idx="190">
                  <c:v>#N/A</c:v>
                </c:pt>
                <c:pt idx="191">
                  <c:v>#N/A</c:v>
                </c:pt>
                <c:pt idx="192">
                  <c:v>#N/A</c:v>
                </c:pt>
                <c:pt idx="193">
                  <c:v>#N/A</c:v>
                </c:pt>
                <c:pt idx="194">
                  <c:v>#N/A</c:v>
                </c:pt>
                <c:pt idx="195">
                  <c:v>#N/A</c:v>
                </c:pt>
                <c:pt idx="196">
                  <c:v>#N/A</c:v>
                </c:pt>
                <c:pt idx="197">
                  <c:v>#N/A</c:v>
                </c:pt>
                <c:pt idx="198">
                  <c:v>#N/A</c:v>
                </c:pt>
                <c:pt idx="199">
                  <c:v>#N/A</c:v>
                </c:pt>
                <c:pt idx="200">
                  <c:v>#N/A</c:v>
                </c:pt>
                <c:pt idx="201">
                  <c:v>#N/A</c:v>
                </c:pt>
                <c:pt idx="202">
                  <c:v>#N/A</c:v>
                </c:pt>
                <c:pt idx="203">
                  <c:v>#N/A</c:v>
                </c:pt>
                <c:pt idx="204">
                  <c:v>#N/A</c:v>
                </c:pt>
                <c:pt idx="205">
                  <c:v>#N/A</c:v>
                </c:pt>
                <c:pt idx="206">
                  <c:v>#N/A</c:v>
                </c:pt>
                <c:pt idx="207">
                  <c:v>#N/A</c:v>
                </c:pt>
                <c:pt idx="208">
                  <c:v>#N/A</c:v>
                </c:pt>
                <c:pt idx="209">
                  <c:v>#N/A</c:v>
                </c:pt>
                <c:pt idx="210">
                  <c:v>#N/A</c:v>
                </c:pt>
                <c:pt idx="211">
                  <c:v>#N/A</c:v>
                </c:pt>
                <c:pt idx="212">
                  <c:v>#N/A</c:v>
                </c:pt>
                <c:pt idx="213">
                  <c:v>#N/A</c:v>
                </c:pt>
                <c:pt idx="214">
                  <c:v>#N/A</c:v>
                </c:pt>
                <c:pt idx="215">
                  <c:v>#N/A</c:v>
                </c:pt>
                <c:pt idx="216">
                  <c:v>#N/A</c:v>
                </c:pt>
                <c:pt idx="217">
                  <c:v>#N/A</c:v>
                </c:pt>
                <c:pt idx="218">
                  <c:v>#N/A</c:v>
                </c:pt>
                <c:pt idx="219">
                  <c:v>#N/A</c:v>
                </c:pt>
                <c:pt idx="220">
                  <c:v>#N/A</c:v>
                </c:pt>
                <c:pt idx="221">
                  <c:v>#N/A</c:v>
                </c:pt>
                <c:pt idx="222">
                  <c:v>#N/A</c:v>
                </c:pt>
                <c:pt idx="223">
                  <c:v>#N/A</c:v>
                </c:pt>
                <c:pt idx="224">
                  <c:v>#N/A</c:v>
                </c:pt>
                <c:pt idx="225">
                  <c:v>#N/A</c:v>
                </c:pt>
                <c:pt idx="226">
                  <c:v>#N/A</c:v>
                </c:pt>
                <c:pt idx="227">
                  <c:v>#N/A</c:v>
                </c:pt>
                <c:pt idx="228">
                  <c:v>#N/A</c:v>
                </c:pt>
                <c:pt idx="229">
                  <c:v>#N/A</c:v>
                </c:pt>
                <c:pt idx="230">
                  <c:v>#N/A</c:v>
                </c:pt>
                <c:pt idx="231">
                  <c:v>#N/A</c:v>
                </c:pt>
                <c:pt idx="232">
                  <c:v>#N/A</c:v>
                </c:pt>
                <c:pt idx="233">
                  <c:v>#N/A</c:v>
                </c:pt>
                <c:pt idx="234">
                  <c:v>#N/A</c:v>
                </c:pt>
                <c:pt idx="235">
                  <c:v>#N/A</c:v>
                </c:pt>
                <c:pt idx="236">
                  <c:v>#N/A</c:v>
                </c:pt>
                <c:pt idx="237">
                  <c:v>#N/A</c:v>
                </c:pt>
                <c:pt idx="238">
                  <c:v>#N/A</c:v>
                </c:pt>
                <c:pt idx="239">
                  <c:v>#N/A</c:v>
                </c:pt>
                <c:pt idx="240">
                  <c:v>#N/A</c:v>
                </c:pt>
                <c:pt idx="241">
                  <c:v>#N/A</c:v>
                </c:pt>
                <c:pt idx="242">
                  <c:v>#N/A</c:v>
                </c:pt>
                <c:pt idx="243">
                  <c:v>#N/A</c:v>
                </c:pt>
                <c:pt idx="244">
                  <c:v>#N/A</c:v>
                </c:pt>
                <c:pt idx="245">
                  <c:v>#N/A</c:v>
                </c:pt>
                <c:pt idx="246">
                  <c:v>#N/A</c:v>
                </c:pt>
                <c:pt idx="247">
                  <c:v>#N/A</c:v>
                </c:pt>
                <c:pt idx="248">
                  <c:v>#N/A</c:v>
                </c:pt>
                <c:pt idx="249">
                  <c:v>#N/A</c:v>
                </c:pt>
                <c:pt idx="250">
                  <c:v>#N/A</c:v>
                </c:pt>
                <c:pt idx="251">
                  <c:v>#N/A</c:v>
                </c:pt>
                <c:pt idx="252">
                  <c:v>#N/A</c:v>
                </c:pt>
                <c:pt idx="253">
                  <c:v>#N/A</c:v>
                </c:pt>
                <c:pt idx="254">
                  <c:v>#N/A</c:v>
                </c:pt>
                <c:pt idx="255">
                  <c:v>#N/A</c:v>
                </c:pt>
                <c:pt idx="256">
                  <c:v>#N/A</c:v>
                </c:pt>
                <c:pt idx="257">
                  <c:v>#N/A</c:v>
                </c:pt>
                <c:pt idx="258">
                  <c:v>#N/A</c:v>
                </c:pt>
                <c:pt idx="259">
                  <c:v>#N/A</c:v>
                </c:pt>
                <c:pt idx="260">
                  <c:v>#N/A</c:v>
                </c:pt>
                <c:pt idx="261">
                  <c:v>#N/A</c:v>
                </c:pt>
                <c:pt idx="262">
                  <c:v>#N/A</c:v>
                </c:pt>
                <c:pt idx="263">
                  <c:v>#N/A</c:v>
                </c:pt>
                <c:pt idx="264">
                  <c:v>#N/A</c:v>
                </c:pt>
                <c:pt idx="265">
                  <c:v>#N/A</c:v>
                </c:pt>
                <c:pt idx="266">
                  <c:v>#N/A</c:v>
                </c:pt>
                <c:pt idx="267">
                  <c:v>#N/A</c:v>
                </c:pt>
                <c:pt idx="268">
                  <c:v>#N/A</c:v>
                </c:pt>
                <c:pt idx="269">
                  <c:v>#N/A</c:v>
                </c:pt>
                <c:pt idx="270">
                  <c:v>#N/A</c:v>
                </c:pt>
                <c:pt idx="271">
                  <c:v>#N/A</c:v>
                </c:pt>
                <c:pt idx="272">
                  <c:v>#N/A</c:v>
                </c:pt>
                <c:pt idx="273">
                  <c:v>#N/A</c:v>
                </c:pt>
                <c:pt idx="274">
                  <c:v>#N/A</c:v>
                </c:pt>
                <c:pt idx="275">
                  <c:v>#N/A</c:v>
                </c:pt>
                <c:pt idx="276">
                  <c:v>#N/A</c:v>
                </c:pt>
                <c:pt idx="277">
                  <c:v>#N/A</c:v>
                </c:pt>
                <c:pt idx="278">
                  <c:v>#N/A</c:v>
                </c:pt>
                <c:pt idx="279">
                  <c:v>#N/A</c:v>
                </c:pt>
                <c:pt idx="280">
                  <c:v>#N/A</c:v>
                </c:pt>
                <c:pt idx="281">
                  <c:v>#N/A</c:v>
                </c:pt>
                <c:pt idx="282">
                  <c:v>#N/A</c:v>
                </c:pt>
                <c:pt idx="283">
                  <c:v>#N/A</c:v>
                </c:pt>
                <c:pt idx="284">
                  <c:v>#N/A</c:v>
                </c:pt>
                <c:pt idx="285">
                  <c:v>#N/A</c:v>
                </c:pt>
                <c:pt idx="286">
                  <c:v>#N/A</c:v>
                </c:pt>
                <c:pt idx="287">
                  <c:v>#N/A</c:v>
                </c:pt>
                <c:pt idx="288">
                  <c:v>#N/A</c:v>
                </c:pt>
                <c:pt idx="289">
                  <c:v>#N/A</c:v>
                </c:pt>
                <c:pt idx="290">
                  <c:v>#N/A</c:v>
                </c:pt>
                <c:pt idx="291">
                  <c:v>#N/A</c:v>
                </c:pt>
                <c:pt idx="292">
                  <c:v>#N/A</c:v>
                </c:pt>
                <c:pt idx="293">
                  <c:v>#N/A</c:v>
                </c:pt>
                <c:pt idx="294">
                  <c:v>#N/A</c:v>
                </c:pt>
                <c:pt idx="295">
                  <c:v>#N/A</c:v>
                </c:pt>
                <c:pt idx="296">
                  <c:v>#N/A</c:v>
                </c:pt>
                <c:pt idx="297">
                  <c:v>#N/A</c:v>
                </c:pt>
                <c:pt idx="298">
                  <c:v>#N/A</c:v>
                </c:pt>
                <c:pt idx="299">
                  <c:v>#N/A</c:v>
                </c:pt>
                <c:pt idx="300">
                  <c:v>#N/A</c:v>
                </c:pt>
                <c:pt idx="301">
                  <c:v>#N/A</c:v>
                </c:pt>
                <c:pt idx="302">
                  <c:v>#N/A</c:v>
                </c:pt>
                <c:pt idx="303">
                  <c:v>#N/A</c:v>
                </c:pt>
                <c:pt idx="304">
                  <c:v>#N/A</c:v>
                </c:pt>
                <c:pt idx="305">
                  <c:v>#N/A</c:v>
                </c:pt>
                <c:pt idx="306">
                  <c:v>#N/A</c:v>
                </c:pt>
                <c:pt idx="307">
                  <c:v>#N/A</c:v>
                </c:pt>
                <c:pt idx="308">
                  <c:v>#N/A</c:v>
                </c:pt>
                <c:pt idx="309">
                  <c:v>#N/A</c:v>
                </c:pt>
                <c:pt idx="310">
                  <c:v>#N/A</c:v>
                </c:pt>
                <c:pt idx="311">
                  <c:v>#N/A</c:v>
                </c:pt>
                <c:pt idx="312">
                  <c:v>#N/A</c:v>
                </c:pt>
                <c:pt idx="313">
                  <c:v>#N/A</c:v>
                </c:pt>
                <c:pt idx="314">
                  <c:v>#N/A</c:v>
                </c:pt>
                <c:pt idx="315">
                  <c:v>#N/A</c:v>
                </c:pt>
                <c:pt idx="316">
                  <c:v>#N/A</c:v>
                </c:pt>
                <c:pt idx="317">
                  <c:v>#N/A</c:v>
                </c:pt>
                <c:pt idx="318">
                  <c:v>#N/A</c:v>
                </c:pt>
                <c:pt idx="319">
                  <c:v>#N/A</c:v>
                </c:pt>
                <c:pt idx="320">
                  <c:v>#N/A</c:v>
                </c:pt>
                <c:pt idx="321">
                  <c:v>#N/A</c:v>
                </c:pt>
                <c:pt idx="322">
                  <c:v>#N/A</c:v>
                </c:pt>
                <c:pt idx="323">
                  <c:v>#N/A</c:v>
                </c:pt>
                <c:pt idx="324">
                  <c:v>#N/A</c:v>
                </c:pt>
                <c:pt idx="325">
                  <c:v>#N/A</c:v>
                </c:pt>
                <c:pt idx="326">
                  <c:v>#N/A</c:v>
                </c:pt>
                <c:pt idx="327">
                  <c:v>#N/A</c:v>
                </c:pt>
                <c:pt idx="328">
                  <c:v>#N/A</c:v>
                </c:pt>
                <c:pt idx="329">
                  <c:v>#N/A</c:v>
                </c:pt>
                <c:pt idx="330">
                  <c:v>#N/A</c:v>
                </c:pt>
                <c:pt idx="331">
                  <c:v>#N/A</c:v>
                </c:pt>
                <c:pt idx="332">
                  <c:v>#N/A</c:v>
                </c:pt>
                <c:pt idx="333">
                  <c:v>#N/A</c:v>
                </c:pt>
                <c:pt idx="334">
                  <c:v>#N/A</c:v>
                </c:pt>
                <c:pt idx="335">
                  <c:v>#N/A</c:v>
                </c:pt>
                <c:pt idx="336">
                  <c:v>#N/A</c:v>
                </c:pt>
                <c:pt idx="337">
                  <c:v>#N/A</c:v>
                </c:pt>
                <c:pt idx="338">
                  <c:v>#N/A</c:v>
                </c:pt>
                <c:pt idx="339">
                  <c:v>#N/A</c:v>
                </c:pt>
                <c:pt idx="340">
                  <c:v>#N/A</c:v>
                </c:pt>
                <c:pt idx="341">
                  <c:v>#N/A</c:v>
                </c:pt>
                <c:pt idx="342">
                  <c:v>#N/A</c:v>
                </c:pt>
                <c:pt idx="343">
                  <c:v>#N/A</c:v>
                </c:pt>
                <c:pt idx="344">
                  <c:v>#N/A</c:v>
                </c:pt>
                <c:pt idx="345">
                  <c:v>#N/A</c:v>
                </c:pt>
                <c:pt idx="346">
                  <c:v>#N/A</c:v>
                </c:pt>
                <c:pt idx="347">
                  <c:v>#N/A</c:v>
                </c:pt>
                <c:pt idx="348">
                  <c:v>#N/A</c:v>
                </c:pt>
                <c:pt idx="349">
                  <c:v>#N/A</c:v>
                </c:pt>
                <c:pt idx="350">
                  <c:v>#N/A</c:v>
                </c:pt>
                <c:pt idx="351">
                  <c:v>#N/A</c:v>
                </c:pt>
                <c:pt idx="352">
                  <c:v>#N/A</c:v>
                </c:pt>
                <c:pt idx="353">
                  <c:v>#N/A</c:v>
                </c:pt>
                <c:pt idx="354">
                  <c:v>#N/A</c:v>
                </c:pt>
                <c:pt idx="355">
                  <c:v>#N/A</c:v>
                </c:pt>
                <c:pt idx="356">
                  <c:v>#N/A</c:v>
                </c:pt>
                <c:pt idx="357">
                  <c:v>#N/A</c:v>
                </c:pt>
                <c:pt idx="358">
                  <c:v>#N/A</c:v>
                </c:pt>
                <c:pt idx="359">
                  <c:v>#N/A</c:v>
                </c:pt>
                <c:pt idx="360">
                  <c:v>#N/A</c:v>
                </c:pt>
                <c:pt idx="361">
                  <c:v>#N/A</c:v>
                </c:pt>
                <c:pt idx="362">
                  <c:v>#N/A</c:v>
                </c:pt>
                <c:pt idx="363">
                  <c:v>#N/A</c:v>
                </c:pt>
                <c:pt idx="364">
                  <c:v>#N/A</c:v>
                </c:pt>
                <c:pt idx="365">
                  <c:v>#N/A</c:v>
                </c:pt>
                <c:pt idx="366">
                  <c:v>#N/A</c:v>
                </c:pt>
                <c:pt idx="367">
                  <c:v>#N/A</c:v>
                </c:pt>
                <c:pt idx="368">
                  <c:v>#N/A</c:v>
                </c:pt>
                <c:pt idx="369">
                  <c:v>#N/A</c:v>
                </c:pt>
                <c:pt idx="370">
                  <c:v>#N/A</c:v>
                </c:pt>
                <c:pt idx="371">
                  <c:v>#N/A</c:v>
                </c:pt>
                <c:pt idx="372">
                  <c:v>#N/A</c:v>
                </c:pt>
                <c:pt idx="373">
                  <c:v>#N/A</c:v>
                </c:pt>
                <c:pt idx="374">
                  <c:v>#N/A</c:v>
                </c:pt>
                <c:pt idx="375">
                  <c:v>#N/A</c:v>
                </c:pt>
                <c:pt idx="376">
                  <c:v>#N/A</c:v>
                </c:pt>
                <c:pt idx="377">
                  <c:v>#N/A</c:v>
                </c:pt>
                <c:pt idx="378">
                  <c:v>#N/A</c:v>
                </c:pt>
                <c:pt idx="379">
                  <c:v>#N/A</c:v>
                </c:pt>
                <c:pt idx="380">
                  <c:v>#N/A</c:v>
                </c:pt>
                <c:pt idx="381">
                  <c:v>#N/A</c:v>
                </c:pt>
                <c:pt idx="382">
                  <c:v>#N/A</c:v>
                </c:pt>
                <c:pt idx="383">
                  <c:v>#N/A</c:v>
                </c:pt>
                <c:pt idx="384">
                  <c:v>#N/A</c:v>
                </c:pt>
                <c:pt idx="385">
                  <c:v>#N/A</c:v>
                </c:pt>
                <c:pt idx="386">
                  <c:v>#N/A</c:v>
                </c:pt>
                <c:pt idx="387">
                  <c:v>#N/A</c:v>
                </c:pt>
                <c:pt idx="388">
                  <c:v>#N/A</c:v>
                </c:pt>
                <c:pt idx="389">
                  <c:v>#N/A</c:v>
                </c:pt>
                <c:pt idx="390">
                  <c:v>#N/A</c:v>
                </c:pt>
                <c:pt idx="391">
                  <c:v>#N/A</c:v>
                </c:pt>
                <c:pt idx="392">
                  <c:v>#N/A</c:v>
                </c:pt>
                <c:pt idx="393">
                  <c:v>#N/A</c:v>
                </c:pt>
                <c:pt idx="394">
                  <c:v>#N/A</c:v>
                </c:pt>
                <c:pt idx="395">
                  <c:v>#N/A</c:v>
                </c:pt>
                <c:pt idx="396">
                  <c:v>#N/A</c:v>
                </c:pt>
                <c:pt idx="397">
                  <c:v>#N/A</c:v>
                </c:pt>
                <c:pt idx="398">
                  <c:v>#N/A</c:v>
                </c:pt>
                <c:pt idx="399">
                  <c:v>#N/A</c:v>
                </c:pt>
                <c:pt idx="400">
                  <c:v>#N/A</c:v>
                </c:pt>
                <c:pt idx="401">
                  <c:v>#N/A</c:v>
                </c:pt>
                <c:pt idx="402">
                  <c:v>#N/A</c:v>
                </c:pt>
                <c:pt idx="403">
                  <c:v>#N/A</c:v>
                </c:pt>
                <c:pt idx="404">
                  <c:v>#N/A</c:v>
                </c:pt>
                <c:pt idx="405">
                  <c:v>#N/A</c:v>
                </c:pt>
                <c:pt idx="406">
                  <c:v>#N/A</c:v>
                </c:pt>
                <c:pt idx="407">
                  <c:v>#N/A</c:v>
                </c:pt>
                <c:pt idx="408">
                  <c:v>#N/A</c:v>
                </c:pt>
                <c:pt idx="409">
                  <c:v>#N/A</c:v>
                </c:pt>
                <c:pt idx="410">
                  <c:v>#N/A</c:v>
                </c:pt>
                <c:pt idx="411">
                  <c:v>#N/A</c:v>
                </c:pt>
                <c:pt idx="412">
                  <c:v>#N/A</c:v>
                </c:pt>
                <c:pt idx="413">
                  <c:v>#N/A</c:v>
                </c:pt>
                <c:pt idx="414">
                  <c:v>#N/A</c:v>
                </c:pt>
                <c:pt idx="415">
                  <c:v>#N/A</c:v>
                </c:pt>
                <c:pt idx="416">
                  <c:v>#N/A</c:v>
                </c:pt>
                <c:pt idx="417">
                  <c:v>#N/A</c:v>
                </c:pt>
                <c:pt idx="418">
                  <c:v>#N/A</c:v>
                </c:pt>
                <c:pt idx="419">
                  <c:v>#N/A</c:v>
                </c:pt>
                <c:pt idx="420">
                  <c:v>#N/A</c:v>
                </c:pt>
                <c:pt idx="421">
                  <c:v>#N/A</c:v>
                </c:pt>
                <c:pt idx="422">
                  <c:v>#N/A</c:v>
                </c:pt>
                <c:pt idx="423">
                  <c:v>#N/A</c:v>
                </c:pt>
                <c:pt idx="424">
                  <c:v>#N/A</c:v>
                </c:pt>
                <c:pt idx="425">
                  <c:v>#N/A</c:v>
                </c:pt>
                <c:pt idx="426">
                  <c:v>#N/A</c:v>
                </c:pt>
                <c:pt idx="427">
                  <c:v>#N/A</c:v>
                </c:pt>
                <c:pt idx="428">
                  <c:v>#N/A</c:v>
                </c:pt>
                <c:pt idx="429">
                  <c:v>#N/A</c:v>
                </c:pt>
                <c:pt idx="430">
                  <c:v>#N/A</c:v>
                </c:pt>
                <c:pt idx="431">
                  <c:v>#N/A</c:v>
                </c:pt>
                <c:pt idx="432">
                  <c:v>#N/A</c:v>
                </c:pt>
                <c:pt idx="433">
                  <c:v>#N/A</c:v>
                </c:pt>
                <c:pt idx="434">
                  <c:v>#N/A</c:v>
                </c:pt>
                <c:pt idx="435">
                  <c:v>#N/A</c:v>
                </c:pt>
                <c:pt idx="436">
                  <c:v>#N/A</c:v>
                </c:pt>
                <c:pt idx="437">
                  <c:v>#N/A</c:v>
                </c:pt>
                <c:pt idx="438">
                  <c:v>#N/A</c:v>
                </c:pt>
                <c:pt idx="439">
                  <c:v>#N/A</c:v>
                </c:pt>
                <c:pt idx="440">
                  <c:v>#N/A</c:v>
                </c:pt>
                <c:pt idx="441">
                  <c:v>#N/A</c:v>
                </c:pt>
                <c:pt idx="442">
                  <c:v>#N/A</c:v>
                </c:pt>
                <c:pt idx="443">
                  <c:v>#N/A</c:v>
                </c:pt>
                <c:pt idx="444">
                  <c:v>#N/A</c:v>
                </c:pt>
                <c:pt idx="445">
                  <c:v>#N/A</c:v>
                </c:pt>
                <c:pt idx="446">
                  <c:v>#N/A</c:v>
                </c:pt>
                <c:pt idx="447">
                  <c:v>#N/A</c:v>
                </c:pt>
                <c:pt idx="448">
                  <c:v>#N/A</c:v>
                </c:pt>
                <c:pt idx="449">
                  <c:v>#N/A</c:v>
                </c:pt>
                <c:pt idx="450">
                  <c:v>#N/A</c:v>
                </c:pt>
                <c:pt idx="451">
                  <c:v>#N/A</c:v>
                </c:pt>
                <c:pt idx="452">
                  <c:v>#N/A</c:v>
                </c:pt>
                <c:pt idx="453">
                  <c:v>#N/A</c:v>
                </c:pt>
                <c:pt idx="454">
                  <c:v>#N/A</c:v>
                </c:pt>
                <c:pt idx="455">
                  <c:v>#N/A</c:v>
                </c:pt>
                <c:pt idx="456">
                  <c:v>#N/A</c:v>
                </c:pt>
                <c:pt idx="457">
                  <c:v>#N/A</c:v>
                </c:pt>
                <c:pt idx="458">
                  <c:v>#N/A</c:v>
                </c:pt>
                <c:pt idx="459">
                  <c:v>#N/A</c:v>
                </c:pt>
                <c:pt idx="460">
                  <c:v>#N/A</c:v>
                </c:pt>
                <c:pt idx="461">
                  <c:v>#N/A</c:v>
                </c:pt>
                <c:pt idx="462">
                  <c:v>#N/A</c:v>
                </c:pt>
                <c:pt idx="463">
                  <c:v>#N/A</c:v>
                </c:pt>
                <c:pt idx="464">
                  <c:v>#N/A</c:v>
                </c:pt>
                <c:pt idx="465">
                  <c:v>#N/A</c:v>
                </c:pt>
                <c:pt idx="466">
                  <c:v>#N/A</c:v>
                </c:pt>
                <c:pt idx="467">
                  <c:v>#N/A</c:v>
                </c:pt>
                <c:pt idx="468">
                  <c:v>#N/A</c:v>
                </c:pt>
                <c:pt idx="469">
                  <c:v>#N/A</c:v>
                </c:pt>
                <c:pt idx="470">
                  <c:v>#N/A</c:v>
                </c:pt>
                <c:pt idx="471">
                  <c:v>#N/A</c:v>
                </c:pt>
                <c:pt idx="472">
                  <c:v>#N/A</c:v>
                </c:pt>
                <c:pt idx="473">
                  <c:v>#N/A</c:v>
                </c:pt>
                <c:pt idx="474">
                  <c:v>#N/A</c:v>
                </c:pt>
                <c:pt idx="475">
                  <c:v>#N/A</c:v>
                </c:pt>
                <c:pt idx="476">
                  <c:v>#N/A</c:v>
                </c:pt>
                <c:pt idx="477">
                  <c:v>#N/A</c:v>
                </c:pt>
                <c:pt idx="478">
                  <c:v>#N/A</c:v>
                </c:pt>
                <c:pt idx="479">
                  <c:v>#N/A</c:v>
                </c:pt>
                <c:pt idx="480">
                  <c:v>#N/A</c:v>
                </c:pt>
                <c:pt idx="481">
                  <c:v>#N/A</c:v>
                </c:pt>
                <c:pt idx="482">
                  <c:v>#N/A</c:v>
                </c:pt>
                <c:pt idx="483">
                  <c:v>#N/A</c:v>
                </c:pt>
                <c:pt idx="484">
                  <c:v>#N/A</c:v>
                </c:pt>
                <c:pt idx="485">
                  <c:v>#N/A</c:v>
                </c:pt>
                <c:pt idx="486">
                  <c:v>#N/A</c:v>
                </c:pt>
                <c:pt idx="487">
                  <c:v>#N/A</c:v>
                </c:pt>
                <c:pt idx="488">
                  <c:v>#N/A</c:v>
                </c:pt>
                <c:pt idx="489">
                  <c:v>#N/A</c:v>
                </c:pt>
                <c:pt idx="490">
                  <c:v>#N/A</c:v>
                </c:pt>
                <c:pt idx="491">
                  <c:v>#N/A</c:v>
                </c:pt>
                <c:pt idx="492">
                  <c:v>#N/A</c:v>
                </c:pt>
                <c:pt idx="493">
                  <c:v>#N/A</c:v>
                </c:pt>
                <c:pt idx="494">
                  <c:v>#N/A</c:v>
                </c:pt>
                <c:pt idx="495">
                  <c:v>#N/A</c:v>
                </c:pt>
                <c:pt idx="496">
                  <c:v>#N/A</c:v>
                </c:pt>
                <c:pt idx="497">
                  <c:v>1.56</c:v>
                </c:pt>
                <c:pt idx="498">
                  <c:v>#N/A</c:v>
                </c:pt>
                <c:pt idx="499">
                  <c:v>#N/A</c:v>
                </c:pt>
                <c:pt idx="500">
                  <c:v>#N/A</c:v>
                </c:pt>
                <c:pt idx="501">
                  <c:v>#N/A</c:v>
                </c:pt>
                <c:pt idx="502">
                  <c:v>#N/A</c:v>
                </c:pt>
                <c:pt idx="503">
                  <c:v>#N/A</c:v>
                </c:pt>
                <c:pt idx="504">
                  <c:v>#N/A</c:v>
                </c:pt>
                <c:pt idx="505">
                  <c:v>#N/A</c:v>
                </c:pt>
                <c:pt idx="506">
                  <c:v>#N/A</c:v>
                </c:pt>
                <c:pt idx="507">
                  <c:v>#N/A</c:v>
                </c:pt>
                <c:pt idx="508">
                  <c:v>#N/A</c:v>
                </c:pt>
                <c:pt idx="509">
                  <c:v>#N/A</c:v>
                </c:pt>
                <c:pt idx="510">
                  <c:v>#N/A</c:v>
                </c:pt>
                <c:pt idx="511">
                  <c:v>#N/A</c:v>
                </c:pt>
                <c:pt idx="512">
                  <c:v>#N/A</c:v>
                </c:pt>
                <c:pt idx="513">
                  <c:v>#N/A</c:v>
                </c:pt>
                <c:pt idx="514">
                  <c:v>#N/A</c:v>
                </c:pt>
                <c:pt idx="515">
                  <c:v>#N/A</c:v>
                </c:pt>
                <c:pt idx="516">
                  <c:v>#N/A</c:v>
                </c:pt>
                <c:pt idx="517">
                  <c:v>#N/A</c:v>
                </c:pt>
                <c:pt idx="518">
                  <c:v>#N/A</c:v>
                </c:pt>
                <c:pt idx="519">
                  <c:v>#N/A</c:v>
                </c:pt>
                <c:pt idx="520">
                  <c:v>#N/A</c:v>
                </c:pt>
                <c:pt idx="521">
                  <c:v>#N/A</c:v>
                </c:pt>
                <c:pt idx="522">
                  <c:v>#N/A</c:v>
                </c:pt>
                <c:pt idx="523">
                  <c:v>#N/A</c:v>
                </c:pt>
                <c:pt idx="524">
                  <c:v>#N/A</c:v>
                </c:pt>
                <c:pt idx="525">
                  <c:v>#N/A</c:v>
                </c:pt>
                <c:pt idx="526">
                  <c:v>#N/A</c:v>
                </c:pt>
                <c:pt idx="527">
                  <c:v>#N/A</c:v>
                </c:pt>
                <c:pt idx="528">
                  <c:v>#N/A</c:v>
                </c:pt>
                <c:pt idx="529">
                  <c:v>#N/A</c:v>
                </c:pt>
                <c:pt idx="530">
                  <c:v>#N/A</c:v>
                </c:pt>
                <c:pt idx="531">
                  <c:v>#N/A</c:v>
                </c:pt>
                <c:pt idx="532">
                  <c:v>#N/A</c:v>
                </c:pt>
                <c:pt idx="533">
                  <c:v>#N/A</c:v>
                </c:pt>
                <c:pt idx="534">
                  <c:v>#N/A</c:v>
                </c:pt>
                <c:pt idx="535">
                  <c:v>#N/A</c:v>
                </c:pt>
                <c:pt idx="536">
                  <c:v>#N/A</c:v>
                </c:pt>
                <c:pt idx="537">
                  <c:v>#N/A</c:v>
                </c:pt>
                <c:pt idx="538">
                  <c:v>#N/A</c:v>
                </c:pt>
                <c:pt idx="539">
                  <c:v>#N/A</c:v>
                </c:pt>
                <c:pt idx="540">
                  <c:v>#N/A</c:v>
                </c:pt>
                <c:pt idx="541">
                  <c:v>#N/A</c:v>
                </c:pt>
                <c:pt idx="542">
                  <c:v>#N/A</c:v>
                </c:pt>
                <c:pt idx="543">
                  <c:v>#N/A</c:v>
                </c:pt>
                <c:pt idx="544">
                  <c:v>#N/A</c:v>
                </c:pt>
                <c:pt idx="545">
                  <c:v>#N/A</c:v>
                </c:pt>
              </c:numCache>
            </c:numRef>
          </c:val>
          <c:smooth val="0"/>
          <c:extLst>
            <c:ext xmlns:c16="http://schemas.microsoft.com/office/drawing/2014/chart" uri="{C3380CC4-5D6E-409C-BE32-E72D297353CC}">
              <c16:uniqueId val="{00000006-F210-EC41-8AD7-9F19C758BB82}"/>
            </c:ext>
          </c:extLst>
        </c:ser>
        <c:dLbls>
          <c:showLegendKey val="0"/>
          <c:showVal val="0"/>
          <c:showCatName val="0"/>
          <c:showSerName val="0"/>
          <c:showPercent val="0"/>
          <c:showBubbleSize val="0"/>
        </c:dLbls>
        <c:marker val="1"/>
        <c:smooth val="0"/>
        <c:axId val="1640954767"/>
        <c:axId val="1640955183"/>
      </c:lineChart>
      <c:dateAx>
        <c:axId val="1640954767"/>
        <c:scaling>
          <c:orientation val="minMax"/>
          <c:max val="44634"/>
          <c:min val="43586"/>
        </c:scaling>
        <c:delete val="0"/>
        <c:axPos val="b"/>
        <c:numFmt formatCode="mmm\-yy" sourceLinked="0"/>
        <c:majorTickMark val="out"/>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900" b="0" i="0" u="none" strike="noStrike" kern="1200" baseline="0">
                <a:solidFill>
                  <a:schemeClr val="tx1"/>
                </a:solidFill>
                <a:latin typeface="Segoe UI" panose="020B0502040204020203" pitchFamily="34" charset="0"/>
                <a:ea typeface="+mn-ea"/>
                <a:cs typeface="Segoe UI" panose="020B0502040204020203" pitchFamily="34" charset="0"/>
              </a:defRPr>
            </a:pPr>
            <a:endParaRPr lang="en-US"/>
          </a:p>
        </c:txPr>
        <c:crossAx val="1640955183"/>
        <c:crosses val="autoZero"/>
        <c:auto val="1"/>
        <c:lblOffset val="100"/>
        <c:baseTimeUnit val="days"/>
        <c:majorUnit val="4"/>
        <c:majorTimeUnit val="months"/>
      </c:dateAx>
      <c:valAx>
        <c:axId val="1640955183"/>
        <c:scaling>
          <c:orientation val="minMax"/>
          <c:max val="10"/>
        </c:scaling>
        <c:delete val="0"/>
        <c:axPos val="l"/>
        <c:numFmt formatCode="0.00;;\-" sourceLinked="0"/>
        <c:majorTickMark val="out"/>
        <c:minorTickMark val="none"/>
        <c:tickLblPos val="nextTo"/>
        <c:spPr>
          <a:noFill/>
          <a:ln>
            <a:solidFill>
              <a:schemeClr val="tx1"/>
            </a:solidFill>
          </a:ln>
          <a:effectLst/>
        </c:spPr>
        <c:txPr>
          <a:bodyPr rot="-60000000" spcFirstLastPara="1" vertOverflow="ellipsis" vert="horz" wrap="square" anchor="ctr" anchorCtr="1"/>
          <a:lstStyle/>
          <a:p>
            <a:pPr>
              <a:defRPr sz="900" b="0" i="0" u="none" strike="noStrike" kern="1200" baseline="0">
                <a:solidFill>
                  <a:schemeClr val="tx1"/>
                </a:solidFill>
                <a:latin typeface="Segoe UI" panose="020B0502040204020203" pitchFamily="34" charset="0"/>
                <a:ea typeface="+mn-ea"/>
                <a:cs typeface="Segoe UI" panose="020B0502040204020203" pitchFamily="34" charset="0"/>
              </a:defRPr>
            </a:pPr>
            <a:endParaRPr lang="en-US"/>
          </a:p>
        </c:txPr>
        <c:crossAx val="1640954767"/>
        <c:crosses val="autoZero"/>
        <c:crossBetween val="midCat"/>
        <c:majorUnit val="2"/>
      </c:valAx>
      <c:valAx>
        <c:axId val="567225279"/>
        <c:scaling>
          <c:orientation val="minMax"/>
          <c:max val="10000000"/>
        </c:scaling>
        <c:delete val="0"/>
        <c:axPos val="r"/>
        <c:numFmt formatCode="\-;;\-" sourceLinked="0"/>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bg1"/>
                </a:solidFill>
                <a:latin typeface="Segoe UI" panose="020B0502040204020203" pitchFamily="34" charset="0"/>
                <a:ea typeface="+mn-ea"/>
                <a:cs typeface="Segoe UI" panose="020B0502040204020203" pitchFamily="34" charset="0"/>
              </a:defRPr>
            </a:pPr>
            <a:endParaRPr lang="en-US"/>
          </a:p>
        </c:txPr>
        <c:crossAx val="567208479"/>
        <c:crosses val="max"/>
        <c:crossBetween val="between"/>
      </c:valAx>
      <c:dateAx>
        <c:axId val="567208479"/>
        <c:scaling>
          <c:orientation val="minMax"/>
        </c:scaling>
        <c:delete val="1"/>
        <c:axPos val="b"/>
        <c:numFmt formatCode="d\-mmm\-yy" sourceLinked="1"/>
        <c:majorTickMark val="out"/>
        <c:minorTickMark val="none"/>
        <c:tickLblPos val="nextTo"/>
        <c:crossAx val="567225279"/>
        <c:crosses val="autoZero"/>
        <c:auto val="1"/>
        <c:lblOffset val="100"/>
        <c:baseTimeUnit val="days"/>
      </c:dateAx>
      <c:spPr>
        <a:noFill/>
        <a:ln>
          <a:noFill/>
        </a:ln>
        <a:effectLst/>
      </c:spPr>
    </c:plotArea>
    <c:plotVisOnly val="1"/>
    <c:dispBlanksAs val="span"/>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900">
          <a:solidFill>
            <a:schemeClr val="tx1"/>
          </a:solidFill>
          <a:latin typeface="Segoe UI" panose="020B0502040204020203" pitchFamily="34" charset="0"/>
          <a:cs typeface="Segoe UI" panose="020B0502040204020203" pitchFamily="34" charset="0"/>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spPr>
            <a:solidFill>
              <a:schemeClr val="bg2">
                <a:lumMod val="90000"/>
              </a:schemeClr>
            </a:solidFill>
            <a:ln>
              <a:noFill/>
            </a:ln>
            <a:effectLst/>
          </c:spPr>
          <c:invertIfNegative val="0"/>
          <c:cat>
            <c:strRef>
              <c:f>Sheet1!$E$8:$E$15</c:f>
              <c:strCache>
                <c:ptCount val="8"/>
                <c:pt idx="0">
                  <c:v>Close (13/12/21)</c:v>
                </c:pt>
                <c:pt idx="1">
                  <c:v>1 month VWAP</c:v>
                </c:pt>
                <c:pt idx="2">
                  <c:v>3 month VWAP</c:v>
                </c:pt>
                <c:pt idx="3">
                  <c:v>6 month VWAP</c:v>
                </c:pt>
                <c:pt idx="4">
                  <c:v>12 month VWAP</c:v>
                </c:pt>
                <c:pt idx="5">
                  <c:v>Broker Consensus</c:v>
                </c:pt>
                <c:pt idx="6">
                  <c:v>BGH Initial Bid</c:v>
                </c:pt>
                <c:pt idx="7">
                  <c:v>BGH Bid</c:v>
                </c:pt>
              </c:strCache>
            </c:strRef>
          </c:cat>
          <c:val>
            <c:numRef>
              <c:f>Sheet1!$H$8:$H$15</c:f>
              <c:numCache>
                <c:formatCode>"$"#,##0.00_);[Red]\("$"#,##0.00\)</c:formatCode>
                <c:ptCount val="8"/>
                <c:pt idx="0">
                  <c:v>5.09</c:v>
                </c:pt>
                <c:pt idx="1">
                  <c:v>5.24</c:v>
                </c:pt>
                <c:pt idx="2">
                  <c:v>5.37</c:v>
                </c:pt>
                <c:pt idx="3">
                  <c:v>5.83</c:v>
                </c:pt>
                <c:pt idx="4">
                  <c:v>5.83</c:v>
                </c:pt>
                <c:pt idx="5">
                  <c:v>5.83</c:v>
                </c:pt>
                <c:pt idx="6">
                  <c:v>6.9799999999999995</c:v>
                </c:pt>
                <c:pt idx="7">
                  <c:v>7.9799999999999995</c:v>
                </c:pt>
              </c:numCache>
            </c:numRef>
          </c:val>
          <c:extLst>
            <c:ext xmlns:c16="http://schemas.microsoft.com/office/drawing/2014/chart" uri="{C3380CC4-5D6E-409C-BE32-E72D297353CC}">
              <c16:uniqueId val="{00000000-8171-9C40-B1DB-3BD9CD5F8338}"/>
            </c:ext>
          </c:extLst>
        </c:ser>
        <c:dLbls>
          <c:showLegendKey val="0"/>
          <c:showVal val="0"/>
          <c:showCatName val="0"/>
          <c:showSerName val="0"/>
          <c:showPercent val="0"/>
          <c:showBubbleSize val="0"/>
        </c:dLbls>
        <c:gapWidth val="219"/>
        <c:overlap val="-27"/>
        <c:axId val="1613099440"/>
        <c:axId val="1613101088"/>
      </c:barChart>
      <c:catAx>
        <c:axId val="1613099440"/>
        <c:scaling>
          <c:orientation val="minMax"/>
        </c:scaling>
        <c:delete val="0"/>
        <c:axPos val="b"/>
        <c:numFmt formatCode="General" sourceLinked="1"/>
        <c:majorTickMark val="out"/>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Segoe UI Symbol" panose="020B0502040204020203" pitchFamily="34" charset="0"/>
                <a:ea typeface="Segoe UI Symbol" panose="020B0502040204020203" pitchFamily="34" charset="0"/>
                <a:cs typeface="+mn-cs"/>
              </a:defRPr>
            </a:pPr>
            <a:endParaRPr lang="en-US"/>
          </a:p>
        </c:txPr>
        <c:crossAx val="1613101088"/>
        <c:crosses val="autoZero"/>
        <c:auto val="1"/>
        <c:lblAlgn val="ctr"/>
        <c:lblOffset val="100"/>
        <c:noMultiLvlLbl val="0"/>
      </c:catAx>
      <c:valAx>
        <c:axId val="1613101088"/>
        <c:scaling>
          <c:orientation val="minMax"/>
          <c:max val="9"/>
          <c:min val="4"/>
        </c:scaling>
        <c:delete val="0"/>
        <c:axPos val="l"/>
        <c:majorGridlines>
          <c:spPr>
            <a:ln w="9525" cap="flat" cmpd="sng" algn="ctr">
              <a:noFill/>
              <a:round/>
            </a:ln>
            <a:effectLst/>
          </c:spPr>
        </c:majorGridlines>
        <c:numFmt formatCode="&quot;$&quot;#,##0.00_);[Red]\(&quot;$&quot;#,##0.00\)" sourceLinked="1"/>
        <c:majorTickMark val="out"/>
        <c:minorTickMark val="none"/>
        <c:tickLblPos val="nextTo"/>
        <c:spPr>
          <a:noFill/>
          <a:ln>
            <a:solidFill>
              <a:schemeClr val="tx1"/>
            </a:solid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Segoe UI Symbol" panose="020B0502040204020203" pitchFamily="34" charset="0"/>
                <a:ea typeface="Segoe UI Symbol" panose="020B0502040204020203" pitchFamily="34" charset="0"/>
                <a:cs typeface="+mn-cs"/>
              </a:defRPr>
            </a:pPr>
            <a:endParaRPr lang="en-US"/>
          </a:p>
        </c:txPr>
        <c:crossAx val="1613099440"/>
        <c:crosses val="autoZero"/>
        <c:crossBetween val="between"/>
        <c:majorUnit val="1"/>
      </c:valAx>
      <c:spPr>
        <a:solidFill>
          <a:schemeClr val="bg1"/>
        </a:solid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1"/>
          <c:order val="0"/>
          <c:tx>
            <c:strRef>
              <c:f>Sheet1!$B$1</c:f>
              <c:strCache>
                <c:ptCount val="1"/>
                <c:pt idx="0">
                  <c:v>Revenue (A$m)</c:v>
                </c:pt>
              </c:strCache>
            </c:strRef>
          </c:tx>
          <c:spPr>
            <a:solidFill>
              <a:srgbClr val="C00000"/>
            </a:solidFill>
          </c:spPr>
          <c:invertIfNegative val="0"/>
          <c:dLbls>
            <c:spPr>
              <a:noFill/>
              <a:ln>
                <a:noFill/>
              </a:ln>
              <a:effectLst/>
            </c:sp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Sheet1!$A$2:$A$6</c:f>
              <c:strCache>
                <c:ptCount val="5"/>
                <c:pt idx="0">
                  <c:v>FY18</c:v>
                </c:pt>
                <c:pt idx="1">
                  <c:v>FY19</c:v>
                </c:pt>
                <c:pt idx="2">
                  <c:v>FY20</c:v>
                </c:pt>
                <c:pt idx="3">
                  <c:v>FY21</c:v>
                </c:pt>
                <c:pt idx="4">
                  <c:v>LTM (Dec-21)</c:v>
                </c:pt>
              </c:strCache>
            </c:strRef>
          </c:cat>
          <c:val>
            <c:numRef>
              <c:f>Sheet1!$B$2:$B$5</c:f>
              <c:numCache>
                <c:formatCode>General</c:formatCode>
                <c:ptCount val="4"/>
                <c:pt idx="0">
                  <c:v>264</c:v>
                </c:pt>
                <c:pt idx="1">
                  <c:v>280</c:v>
                </c:pt>
                <c:pt idx="2">
                  <c:v>259</c:v>
                </c:pt>
                <c:pt idx="3">
                  <c:v>325</c:v>
                </c:pt>
              </c:numCache>
            </c:numRef>
          </c:val>
          <c:extLst>
            <c:ext xmlns:c16="http://schemas.microsoft.com/office/drawing/2014/chart" uri="{C3380CC4-5D6E-409C-BE32-E72D297353CC}">
              <c16:uniqueId val="{00000000-920D-6647-9B96-BC22DD12D30A}"/>
            </c:ext>
          </c:extLst>
        </c:ser>
        <c:ser>
          <c:idx val="2"/>
          <c:order val="1"/>
          <c:tx>
            <c:strRef>
              <c:f>Sheet1!$E$1</c:f>
              <c:strCache>
                <c:ptCount val="1"/>
                <c:pt idx="0">
                  <c:v>Group EBITDA (A$m)</c:v>
                </c:pt>
              </c:strCache>
            </c:strRef>
          </c:tx>
          <c:invertIfNegative val="0"/>
          <c:dLbls>
            <c:spPr>
              <a:noFill/>
              <a:ln>
                <a:noFill/>
              </a:ln>
              <a:effectLst/>
            </c:sp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val>
            <c:numRef>
              <c:f>Sheet1!$E$2:$E$5</c:f>
              <c:numCache>
                <c:formatCode>General</c:formatCode>
                <c:ptCount val="4"/>
                <c:pt idx="0">
                  <c:v>65</c:v>
                </c:pt>
                <c:pt idx="1">
                  <c:v>63.5</c:v>
                </c:pt>
                <c:pt idx="2">
                  <c:v>46.2</c:v>
                </c:pt>
                <c:pt idx="3">
                  <c:v>93.4</c:v>
                </c:pt>
              </c:numCache>
            </c:numRef>
          </c:val>
          <c:extLst>
            <c:ext xmlns:c16="http://schemas.microsoft.com/office/drawing/2014/chart" uri="{C3380CC4-5D6E-409C-BE32-E72D297353CC}">
              <c16:uniqueId val="{00000001-920D-6647-9B96-BC22DD12D30A}"/>
            </c:ext>
          </c:extLst>
        </c:ser>
        <c:dLbls>
          <c:dLblPos val="outEnd"/>
          <c:showLegendKey val="0"/>
          <c:showVal val="1"/>
          <c:showCatName val="0"/>
          <c:showSerName val="0"/>
          <c:showPercent val="0"/>
          <c:showBubbleSize val="0"/>
        </c:dLbls>
        <c:gapWidth val="30"/>
        <c:axId val="132129760"/>
        <c:axId val="132124480"/>
      </c:barChart>
      <c:catAx>
        <c:axId val="13212976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baseline="0">
                <a:solidFill>
                  <a:schemeClr val="tx1">
                    <a:lumMod val="65000"/>
                    <a:lumOff val="35000"/>
                  </a:schemeClr>
                </a:solidFill>
                <a:latin typeface="+mn-lt"/>
                <a:ea typeface="+mn-ea"/>
                <a:cs typeface="+mn-cs"/>
              </a:defRPr>
            </a:pPr>
            <a:endParaRPr lang="en-US"/>
          </a:p>
        </c:txPr>
        <c:crossAx val="132124480"/>
        <c:crosses val="autoZero"/>
        <c:auto val="1"/>
        <c:lblAlgn val="ctr"/>
        <c:lblOffset val="100"/>
        <c:noMultiLvlLbl val="0"/>
      </c:catAx>
      <c:valAx>
        <c:axId val="132124480"/>
        <c:scaling>
          <c:orientation val="minMax"/>
        </c:scaling>
        <c:delete val="1"/>
        <c:axPos val="l"/>
        <c:majorGridlines>
          <c:spPr>
            <a:ln w="9525" cap="flat" cmpd="sng" algn="ctr">
              <a:noFill/>
              <a:round/>
            </a:ln>
            <a:effectLst/>
          </c:spPr>
        </c:majorGridlines>
        <c:numFmt formatCode="General" sourceLinked="1"/>
        <c:majorTickMark val="none"/>
        <c:minorTickMark val="none"/>
        <c:tickLblPos val="nextTo"/>
        <c:crossAx val="132129760"/>
        <c:crosses val="autoZero"/>
        <c:crossBetween val="between"/>
      </c:valAx>
    </c:plotArea>
    <c:legend>
      <c:legendPos val="b"/>
      <c:overlay val="0"/>
    </c:legend>
    <c:plotVisOnly val="1"/>
    <c:dispBlanksAs val="gap"/>
    <c:showDLblsOverMax val="0"/>
    <c:extLst/>
  </c:chart>
  <c:spPr>
    <a:solidFill>
      <a:schemeClr val="bg1"/>
    </a:solidFill>
    <a:ln w="9525" cap="flat" cmpd="sng" algn="ctr">
      <a:noFill/>
      <a:round/>
    </a:ln>
    <a:effectLst/>
  </c:spPr>
  <c:txPr>
    <a:bodyPr/>
    <a:lstStyle/>
    <a:p>
      <a:pPr>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4595783414623881"/>
          <c:y val="2.8172600881203463E-2"/>
          <c:w val="0.75100483151404185"/>
          <c:h val="0.93802027806135235"/>
        </c:manualLayout>
      </c:layout>
      <c:barChart>
        <c:barDir val="bar"/>
        <c:grouping val="stacked"/>
        <c:varyColors val="0"/>
        <c:ser>
          <c:idx val="0"/>
          <c:order val="0"/>
          <c:spPr>
            <a:noFill/>
            <a:ln>
              <a:noFill/>
            </a:ln>
            <a:effectLst/>
          </c:spPr>
          <c:invertIfNegative val="0"/>
          <c:dLbls>
            <c:spPr>
              <a:noFill/>
              <a:ln>
                <a:noFill/>
              </a:ln>
              <a:effectLst/>
            </c:spPr>
            <c:txPr>
              <a:bodyPr rot="0" spcFirstLastPara="1" vertOverflow="ellipsis" vert="horz" wrap="square" anchor="ctr" anchorCtr="1"/>
              <a:lstStyle/>
              <a:p>
                <a:pPr>
                  <a:defRPr sz="1400" b="0" i="0" u="none" strike="noStrike" kern="1200" baseline="0">
                    <a:solidFill>
                      <a:schemeClr val="tx1"/>
                    </a:solidFill>
                    <a:latin typeface="Calibri" panose="020F0502020204030204" pitchFamily="34" charset="0"/>
                    <a:ea typeface="Calibri" panose="020F0502020204030204" pitchFamily="34" charset="0"/>
                    <a:cs typeface="Calibri" panose="020F0502020204030204" pitchFamily="34" charset="0"/>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'[2023 UBS IB Challenge  FM v11.xlsx]Football Field'!$B$8:$B$12</c:f>
              <c:strCache>
                <c:ptCount val="5"/>
                <c:pt idx="0">
                  <c:v>52-week Trading Range</c:v>
                </c:pt>
                <c:pt idx="1">
                  <c:v>DCF (Base)</c:v>
                </c:pt>
                <c:pt idx="2">
                  <c:v>LBO</c:v>
                </c:pt>
                <c:pt idx="3">
                  <c:v>Trading Comparables</c:v>
                </c:pt>
                <c:pt idx="4">
                  <c:v>Precedent Transactions</c:v>
                </c:pt>
              </c:strCache>
            </c:strRef>
          </c:cat>
          <c:val>
            <c:numRef>
              <c:f>'[2023 UBS IB Challenge  FM v11.xlsx]Football Field'!$C$8:$C$12</c:f>
              <c:numCache>
                <c:formatCode>_-[$$-C09]* #,##0.00_-;\-[$$-C09]* #,##0.00_-;_-[$$-C09]* "-"??_-;_-@_-</c:formatCode>
                <c:ptCount val="5"/>
                <c:pt idx="0">
                  <c:v>5</c:v>
                </c:pt>
                <c:pt idx="1">
                  <c:v>8.1169538419838361</c:v>
                </c:pt>
                <c:pt idx="2">
                  <c:v>8.08</c:v>
                </c:pt>
                <c:pt idx="3">
                  <c:v>6.4189463355183394</c:v>
                </c:pt>
                <c:pt idx="4">
                  <c:v>13.13</c:v>
                </c:pt>
              </c:numCache>
            </c:numRef>
          </c:val>
          <c:extLst>
            <c:ext xmlns:c16="http://schemas.microsoft.com/office/drawing/2014/chart" uri="{C3380CC4-5D6E-409C-BE32-E72D297353CC}">
              <c16:uniqueId val="{00000000-224F-46C6-B23A-42EBC78694E8}"/>
            </c:ext>
          </c:extLst>
        </c:ser>
        <c:ser>
          <c:idx val="1"/>
          <c:order val="1"/>
          <c:spPr>
            <a:solidFill>
              <a:srgbClr val="FF0000"/>
            </a:solidFill>
            <a:ln>
              <a:noFill/>
            </a:ln>
            <a:effectLst/>
          </c:spPr>
          <c:invertIfNegative val="0"/>
          <c:cat>
            <c:strRef>
              <c:f>'[2023 UBS IB Challenge  FM v11.xlsx]Football Field'!$B$8:$B$12</c:f>
              <c:strCache>
                <c:ptCount val="5"/>
                <c:pt idx="0">
                  <c:v>52-week Trading Range</c:v>
                </c:pt>
                <c:pt idx="1">
                  <c:v>DCF (Base)</c:v>
                </c:pt>
                <c:pt idx="2">
                  <c:v>LBO</c:v>
                </c:pt>
                <c:pt idx="3">
                  <c:v>Trading Comparables</c:v>
                </c:pt>
                <c:pt idx="4">
                  <c:v>Precedent Transactions</c:v>
                </c:pt>
              </c:strCache>
            </c:strRef>
          </c:cat>
          <c:val>
            <c:numRef>
              <c:f>'[2023 UBS IB Challenge  FM v11.xlsx]Football Field'!$D$8:$D$12</c:f>
              <c:numCache>
                <c:formatCode>_-[$$-C09]* #,##0.00_-;\-[$$-C09]* #,##0.00_-;_-[$$-C09]* "-"??_-;_-@_-</c:formatCode>
                <c:ptCount val="5"/>
                <c:pt idx="0">
                  <c:v>3.2799999999999994</c:v>
                </c:pt>
                <c:pt idx="1">
                  <c:v>1.4900779819411998</c:v>
                </c:pt>
                <c:pt idx="2">
                  <c:v>1.75</c:v>
                </c:pt>
                <c:pt idx="3">
                  <c:v>3.4886773749613225</c:v>
                </c:pt>
                <c:pt idx="4">
                  <c:v>2.17</c:v>
                </c:pt>
              </c:numCache>
            </c:numRef>
          </c:val>
          <c:extLst>
            <c:ext xmlns:c16="http://schemas.microsoft.com/office/drawing/2014/chart" uri="{C3380CC4-5D6E-409C-BE32-E72D297353CC}">
              <c16:uniqueId val="{00000001-224F-46C6-B23A-42EBC78694E8}"/>
            </c:ext>
          </c:extLst>
        </c:ser>
        <c:ser>
          <c:idx val="2"/>
          <c:order val="2"/>
          <c:spPr>
            <a:noFill/>
            <a:ln>
              <a:noFill/>
            </a:ln>
            <a:effectLst/>
          </c:spPr>
          <c:invertIfNegative val="0"/>
          <c:dLbls>
            <c:dLbl>
              <c:idx val="0"/>
              <c:layout>
                <c:manualLayout>
                  <c:x val="-0.13033847384233316"/>
                  <c:y val="-2.8172600881203463E-3"/>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224F-46C6-B23A-42EBC78694E8}"/>
                </c:ext>
              </c:extLst>
            </c:dLbl>
            <c:spPr>
              <a:noFill/>
              <a:ln>
                <a:noFill/>
              </a:ln>
              <a:effectLst/>
            </c:spPr>
            <c:txPr>
              <a:bodyPr rot="0" spcFirstLastPara="1" vertOverflow="ellipsis" vert="horz" wrap="square" anchor="ctr" anchorCtr="1"/>
              <a:lstStyle/>
              <a:p>
                <a:pPr>
                  <a:defRPr sz="1400" b="0" i="0" u="none" strike="noStrike" kern="1200" baseline="0">
                    <a:solidFill>
                      <a:schemeClr val="tx1"/>
                    </a:solidFill>
                    <a:latin typeface="Calibri" panose="020F0502020204030204" pitchFamily="34" charset="0"/>
                    <a:ea typeface="Calibri" panose="020F0502020204030204" pitchFamily="34" charset="0"/>
                    <a:cs typeface="Calibri" panose="020F0502020204030204" pitchFamily="34" charset="0"/>
                  </a:defRPr>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'[2023 UBS IB Challenge  FM v11.xlsx]Football Field'!$B$8:$B$12</c:f>
              <c:strCache>
                <c:ptCount val="5"/>
                <c:pt idx="0">
                  <c:v>52-week Trading Range</c:v>
                </c:pt>
                <c:pt idx="1">
                  <c:v>DCF (Base)</c:v>
                </c:pt>
                <c:pt idx="2">
                  <c:v>LBO</c:v>
                </c:pt>
                <c:pt idx="3">
                  <c:v>Trading Comparables</c:v>
                </c:pt>
                <c:pt idx="4">
                  <c:v>Precedent Transactions</c:v>
                </c:pt>
              </c:strCache>
            </c:strRef>
          </c:cat>
          <c:val>
            <c:numRef>
              <c:f>'[2023 UBS IB Challenge  FM v11.xlsx]Football Field'!$E$8:$E$12</c:f>
              <c:numCache>
                <c:formatCode>_-[$$-C09]* #,##0.00_-;\-[$$-C09]* #,##0.00_-;_-[$$-C09]* "-"??_-;_-@_-</c:formatCode>
                <c:ptCount val="5"/>
                <c:pt idx="0">
                  <c:v>8.2799999999999994</c:v>
                </c:pt>
                <c:pt idx="1">
                  <c:v>9.6070318239250359</c:v>
                </c:pt>
                <c:pt idx="2">
                  <c:v>9.83</c:v>
                </c:pt>
                <c:pt idx="3">
                  <c:v>9.9076237104796618</c:v>
                </c:pt>
                <c:pt idx="4">
                  <c:v>15.3</c:v>
                </c:pt>
              </c:numCache>
            </c:numRef>
          </c:val>
          <c:extLst>
            <c:ext xmlns:c16="http://schemas.microsoft.com/office/drawing/2014/chart" uri="{C3380CC4-5D6E-409C-BE32-E72D297353CC}">
              <c16:uniqueId val="{00000002-224F-46C6-B23A-42EBC78694E8}"/>
            </c:ext>
          </c:extLst>
        </c:ser>
        <c:dLbls>
          <c:showLegendKey val="0"/>
          <c:showVal val="0"/>
          <c:showCatName val="0"/>
          <c:showSerName val="0"/>
          <c:showPercent val="0"/>
          <c:showBubbleSize val="0"/>
        </c:dLbls>
        <c:gapWidth val="150"/>
        <c:overlap val="100"/>
        <c:axId val="1913023087"/>
        <c:axId val="1913025167"/>
      </c:barChart>
      <c:catAx>
        <c:axId val="1913023087"/>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solidFill>
                <a:latin typeface="Calibri" panose="020F0502020204030204" pitchFamily="34" charset="0"/>
                <a:ea typeface="Calibri" panose="020F0502020204030204" pitchFamily="34" charset="0"/>
                <a:cs typeface="Calibri" panose="020F0502020204030204" pitchFamily="34" charset="0"/>
              </a:defRPr>
            </a:pPr>
            <a:endParaRPr lang="en-US"/>
          </a:p>
        </c:txPr>
        <c:crossAx val="1913025167"/>
        <c:crosses val="autoZero"/>
        <c:auto val="1"/>
        <c:lblAlgn val="ctr"/>
        <c:lblOffset val="100"/>
        <c:noMultiLvlLbl val="0"/>
      </c:catAx>
      <c:valAx>
        <c:axId val="1913025167"/>
        <c:scaling>
          <c:orientation val="minMax"/>
          <c:max val="20"/>
        </c:scaling>
        <c:delete val="0"/>
        <c:axPos val="b"/>
        <c:numFmt formatCode="_-[$$-C09]* #,##0.00_-;\-[$$-C09]* #,##0.00_-;_-[$$-C09]* &quot;-&quot;??_-;_-@_-" sourceLinked="1"/>
        <c:majorTickMark val="none"/>
        <c:minorTickMark val="none"/>
        <c:tickLblPos val="none"/>
        <c:spPr>
          <a:noFill/>
          <a:ln>
            <a:noFill/>
          </a:ln>
          <a:effectLst/>
        </c:spPr>
        <c:txPr>
          <a:bodyPr rot="-60000000" spcFirstLastPara="1" vertOverflow="ellipsis" vert="horz" wrap="square" anchor="ctr" anchorCtr="1"/>
          <a:lstStyle/>
          <a:p>
            <a:pPr>
              <a:defRPr sz="1400" b="0" i="0" u="none" strike="noStrike" kern="1200" baseline="0">
                <a:solidFill>
                  <a:schemeClr val="tx1"/>
                </a:solidFill>
                <a:latin typeface="Calibri" panose="020F0502020204030204" pitchFamily="34" charset="0"/>
                <a:ea typeface="Calibri" panose="020F0502020204030204" pitchFamily="34" charset="0"/>
                <a:cs typeface="Calibri" panose="020F0502020204030204" pitchFamily="34" charset="0"/>
              </a:defRPr>
            </a:pPr>
            <a:endParaRPr lang="en-US"/>
          </a:p>
        </c:txPr>
        <c:crossAx val="1913023087"/>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w="9525" cap="flat" cmpd="sng" algn="ctr">
      <a:noFill/>
      <a:round/>
    </a:ln>
    <a:effectLst/>
  </c:spPr>
  <c:txPr>
    <a:bodyPr/>
    <a:lstStyle/>
    <a:p>
      <a:pPr>
        <a:defRPr sz="1400">
          <a:solidFill>
            <a:schemeClr val="tx1"/>
          </a:solidFill>
          <a:latin typeface="Calibri" panose="020F0502020204030204" pitchFamily="34" charset="0"/>
          <a:ea typeface="Calibri" panose="020F0502020204030204" pitchFamily="34" charset="0"/>
          <a:cs typeface="Calibri" panose="020F0502020204030204" pitchFamily="34" charset="0"/>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en-AU" sz="1800" b="1" i="0" u="none" strike="noStrike" kern="1200" baseline="0">
                <a:solidFill>
                  <a:sysClr val="windowText" lastClr="000000">
                    <a:lumMod val="65000"/>
                    <a:lumOff val="35000"/>
                  </a:sysClr>
                </a:solidFill>
              </a:rPr>
              <a:t>Virtus Health Revenue (A$m)</a:t>
            </a:r>
          </a:p>
        </c:rich>
      </c:tx>
      <c:overlay val="0"/>
    </c:title>
    <c:autoTitleDeleted val="0"/>
    <c:plotArea>
      <c:layout/>
      <c:barChart>
        <c:barDir val="col"/>
        <c:grouping val="clustered"/>
        <c:varyColors val="0"/>
        <c:ser>
          <c:idx val="1"/>
          <c:order val="0"/>
          <c:tx>
            <c:strRef>
              <c:f>Sheet1!$B$1</c:f>
              <c:strCache>
                <c:ptCount val="1"/>
                <c:pt idx="0">
                  <c:v>Revenue (A$m)</c:v>
                </c:pt>
              </c:strCache>
            </c:strRef>
          </c:tx>
          <c:spPr>
            <a:solidFill>
              <a:srgbClr val="C00000"/>
            </a:solidFill>
          </c:spPr>
          <c:invertIfNegative val="0"/>
          <c:cat>
            <c:strRef>
              <c:f>Sheet1!$A$2:$A$6</c:f>
              <c:strCache>
                <c:ptCount val="5"/>
                <c:pt idx="0">
                  <c:v>FY18</c:v>
                </c:pt>
                <c:pt idx="1">
                  <c:v>FY19</c:v>
                </c:pt>
                <c:pt idx="2">
                  <c:v>FY20</c:v>
                </c:pt>
                <c:pt idx="3">
                  <c:v>FY21</c:v>
                </c:pt>
                <c:pt idx="4">
                  <c:v>LTM (Dec-21)</c:v>
                </c:pt>
              </c:strCache>
            </c:strRef>
          </c:cat>
          <c:val>
            <c:numRef>
              <c:f>Sheet1!$B$2:$B$6</c:f>
              <c:numCache>
                <c:formatCode>General</c:formatCode>
                <c:ptCount val="5"/>
                <c:pt idx="0">
                  <c:v>264</c:v>
                </c:pt>
                <c:pt idx="1">
                  <c:v>280</c:v>
                </c:pt>
                <c:pt idx="2">
                  <c:v>259</c:v>
                </c:pt>
                <c:pt idx="3">
                  <c:v>325</c:v>
                </c:pt>
                <c:pt idx="4">
                  <c:v>334</c:v>
                </c:pt>
              </c:numCache>
            </c:numRef>
          </c:val>
          <c:extLst>
            <c:ext xmlns:c16="http://schemas.microsoft.com/office/drawing/2014/chart" uri="{C3380CC4-5D6E-409C-BE32-E72D297353CC}">
              <c16:uniqueId val="{00000000-D8CE-41AC-96B5-C27EC3E61A49}"/>
            </c:ext>
          </c:extLst>
        </c:ser>
        <c:ser>
          <c:idx val="0"/>
          <c:order val="1"/>
          <c:tx>
            <c:strRef>
              <c:f>Sheet1!$B$1</c:f>
              <c:strCache>
                <c:ptCount val="1"/>
                <c:pt idx="0">
                  <c:v>Revenue (A$m)</c:v>
                </c:pt>
              </c:strCache>
            </c:strRef>
          </c:tx>
          <c:spPr>
            <a:solidFill>
              <a:srgbClr val="C00000"/>
            </a:solidFill>
            <a:ln>
              <a:noFill/>
            </a:ln>
            <a:effectLst/>
          </c:spPr>
          <c:invertIfNegative val="0"/>
          <c:dLbls>
            <c:dLbl>
              <c:idx val="0"/>
              <c:layout>
                <c:manualLayout>
                  <c:x val="-3.8888888888888903E-2"/>
                  <c:y val="-4.2437781360066642E-17"/>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D8CE-41AC-96B5-C27EC3E61A49}"/>
                </c:ext>
              </c:extLst>
            </c:dLbl>
            <c:dLbl>
              <c:idx val="1"/>
              <c:layout>
                <c:manualLayout>
                  <c:x val="-3.6111111111111108E-2"/>
                  <c:y val="0"/>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D8CE-41AC-96B5-C27EC3E61A49}"/>
                </c:ext>
              </c:extLst>
            </c:dLbl>
            <c:dLbl>
              <c:idx val="2"/>
              <c:layout>
                <c:manualLayout>
                  <c:x val="-3.3333333333333333E-2"/>
                  <c:y val="0"/>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D8CE-41AC-96B5-C27EC3E61A49}"/>
                </c:ext>
              </c:extLst>
            </c:dLbl>
            <c:dLbl>
              <c:idx val="3"/>
              <c:layout>
                <c:manualLayout>
                  <c:x val="-4.1666666666666664E-2"/>
                  <c:y val="4.6296296296295869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D8CE-41AC-96B5-C27EC3E61A49}"/>
                </c:ext>
              </c:extLst>
            </c:dLbl>
            <c:dLbl>
              <c:idx val="4"/>
              <c:layout>
                <c:manualLayout>
                  <c:x val="-3.6111111111111212E-2"/>
                  <c:y val="0"/>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D8CE-41AC-96B5-C27EC3E61A49}"/>
                </c:ext>
              </c:extLst>
            </c:dLbl>
            <c:spPr>
              <a:noFill/>
              <a:ln>
                <a:noFill/>
              </a:ln>
              <a:effectLst/>
            </c:spPr>
            <c:txPr>
              <a:bodyPr rot="0" spcFirstLastPara="1" vertOverflow="ellipsis" vert="horz" wrap="square" lIns="38100" tIns="19050" rIns="38100" bIns="19050" anchor="ctr" anchorCtr="1">
                <a:spAutoFit/>
              </a:bodyPr>
              <a:lstStyle/>
              <a:p>
                <a:pPr>
                  <a:defRPr sz="1000" b="1" i="0" u="none" strike="noStrike" baseline="0">
                    <a:solidFill>
                      <a:schemeClr val="tx1">
                        <a:lumMod val="65000"/>
                        <a:lumOff val="3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FY18</c:v>
                </c:pt>
                <c:pt idx="1">
                  <c:v>FY19</c:v>
                </c:pt>
                <c:pt idx="2">
                  <c:v>FY20</c:v>
                </c:pt>
                <c:pt idx="3">
                  <c:v>FY21</c:v>
                </c:pt>
                <c:pt idx="4">
                  <c:v>LTM (Dec-21)</c:v>
                </c:pt>
              </c:strCache>
            </c:strRef>
          </c:cat>
          <c:val>
            <c:numRef>
              <c:f>Sheet1!$B$2:$B$6</c:f>
              <c:numCache>
                <c:formatCode>General</c:formatCode>
                <c:ptCount val="5"/>
                <c:pt idx="0">
                  <c:v>264</c:v>
                </c:pt>
                <c:pt idx="1">
                  <c:v>280</c:v>
                </c:pt>
                <c:pt idx="2">
                  <c:v>259</c:v>
                </c:pt>
                <c:pt idx="3">
                  <c:v>325</c:v>
                </c:pt>
                <c:pt idx="4">
                  <c:v>334</c:v>
                </c:pt>
              </c:numCache>
            </c:numRef>
          </c:val>
          <c:extLst>
            <c:ext xmlns:c16="http://schemas.microsoft.com/office/drawing/2014/chart" uri="{C3380CC4-5D6E-409C-BE32-E72D297353CC}">
              <c16:uniqueId val="{00000006-D8CE-41AC-96B5-C27EC3E61A49}"/>
            </c:ext>
          </c:extLst>
        </c:ser>
        <c:dLbls>
          <c:showLegendKey val="0"/>
          <c:showVal val="0"/>
          <c:showCatName val="0"/>
          <c:showSerName val="0"/>
          <c:showPercent val="0"/>
          <c:showBubbleSize val="0"/>
        </c:dLbls>
        <c:gapWidth val="30"/>
        <c:axId val="132129760"/>
        <c:axId val="132124480"/>
      </c:barChart>
      <c:catAx>
        <c:axId val="13212976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baseline="0">
                <a:solidFill>
                  <a:schemeClr val="tx1">
                    <a:lumMod val="65000"/>
                    <a:lumOff val="35000"/>
                  </a:schemeClr>
                </a:solidFill>
                <a:latin typeface="+mn-lt"/>
                <a:ea typeface="+mn-ea"/>
                <a:cs typeface="+mn-cs"/>
              </a:defRPr>
            </a:pPr>
            <a:endParaRPr lang="en-US"/>
          </a:p>
        </c:txPr>
        <c:crossAx val="132124480"/>
        <c:crosses val="autoZero"/>
        <c:auto val="1"/>
        <c:lblAlgn val="ctr"/>
        <c:lblOffset val="100"/>
        <c:noMultiLvlLbl val="0"/>
      </c:catAx>
      <c:valAx>
        <c:axId val="132124480"/>
        <c:scaling>
          <c:orientation val="minMax"/>
        </c:scaling>
        <c:delete val="1"/>
        <c:axPos val="l"/>
        <c:majorGridlines>
          <c:spPr>
            <a:ln w="9525" cap="flat" cmpd="sng" algn="ctr">
              <a:noFill/>
              <a:round/>
            </a:ln>
            <a:effectLst/>
          </c:spPr>
        </c:majorGridlines>
        <c:numFmt formatCode="General" sourceLinked="1"/>
        <c:majorTickMark val="none"/>
        <c:minorTickMark val="none"/>
        <c:tickLblPos val="nextTo"/>
        <c:crossAx val="132129760"/>
        <c:crosses val="autoZero"/>
        <c:crossBetween val="between"/>
      </c:valAx>
    </c:plotArea>
    <c:plotVisOnly val="1"/>
    <c:dispBlanksAs val="gap"/>
    <c:showDLblsOverMax val="0"/>
    <c:extLst/>
  </c:chart>
  <c:spPr>
    <a:solidFill>
      <a:schemeClr val="bg1"/>
    </a:solidFill>
    <a:ln w="9525" cap="flat" cmpd="sng" algn="ctr">
      <a:noFill/>
      <a:round/>
    </a:ln>
    <a:effectLst/>
  </c:spPr>
  <c:txPr>
    <a:bodyPr/>
    <a:lstStyle/>
    <a:p>
      <a:pPr>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en-AU" sz="1800" b="1" i="0" u="none" strike="noStrike" kern="1200" baseline="0">
                <a:solidFill>
                  <a:sysClr val="windowText" lastClr="000000">
                    <a:lumMod val="65000"/>
                    <a:lumOff val="35000"/>
                  </a:sysClr>
                </a:solidFill>
                <a:latin typeface="Segou"/>
              </a:rPr>
              <a:t>Virtus Health Performance</a:t>
            </a:r>
          </a:p>
        </c:rich>
      </c:tx>
      <c:overlay val="0"/>
    </c:title>
    <c:autoTitleDeleted val="0"/>
    <c:plotArea>
      <c:layout/>
      <c:barChart>
        <c:barDir val="col"/>
        <c:grouping val="clustered"/>
        <c:varyColors val="0"/>
        <c:ser>
          <c:idx val="1"/>
          <c:order val="0"/>
          <c:tx>
            <c:strRef>
              <c:f>Sheet1!$B$1</c:f>
              <c:strCache>
                <c:ptCount val="1"/>
                <c:pt idx="0">
                  <c:v>Revenue (A$m)</c:v>
                </c:pt>
              </c:strCache>
            </c:strRef>
          </c:tx>
          <c:spPr>
            <a:solidFill>
              <a:srgbClr val="C00000"/>
            </a:solidFill>
          </c:spPr>
          <c:invertIfNegative val="0"/>
          <c:dLbls>
            <c:spPr>
              <a:noFill/>
              <a:ln>
                <a:noFill/>
              </a:ln>
              <a:effectLst/>
            </c:sp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Sheet1!$A$2:$A$6</c:f>
              <c:strCache>
                <c:ptCount val="5"/>
                <c:pt idx="0">
                  <c:v>FY18</c:v>
                </c:pt>
                <c:pt idx="1">
                  <c:v>FY19</c:v>
                </c:pt>
                <c:pt idx="2">
                  <c:v>FY20</c:v>
                </c:pt>
                <c:pt idx="3">
                  <c:v>FY21</c:v>
                </c:pt>
                <c:pt idx="4">
                  <c:v>LTM (Dec-21)</c:v>
                </c:pt>
              </c:strCache>
            </c:strRef>
          </c:cat>
          <c:val>
            <c:numRef>
              <c:f>Sheet1!$B$2:$B$6</c:f>
              <c:numCache>
                <c:formatCode>General</c:formatCode>
                <c:ptCount val="5"/>
                <c:pt idx="0">
                  <c:v>264</c:v>
                </c:pt>
                <c:pt idx="1">
                  <c:v>280</c:v>
                </c:pt>
                <c:pt idx="2">
                  <c:v>259</c:v>
                </c:pt>
                <c:pt idx="3">
                  <c:v>325</c:v>
                </c:pt>
                <c:pt idx="4">
                  <c:v>334</c:v>
                </c:pt>
              </c:numCache>
            </c:numRef>
          </c:val>
          <c:extLst>
            <c:ext xmlns:c16="http://schemas.microsoft.com/office/drawing/2014/chart" uri="{C3380CC4-5D6E-409C-BE32-E72D297353CC}">
              <c16:uniqueId val="{00000000-4833-453E-84B1-AF1BCFD00D21}"/>
            </c:ext>
          </c:extLst>
        </c:ser>
        <c:ser>
          <c:idx val="2"/>
          <c:order val="1"/>
          <c:tx>
            <c:strRef>
              <c:f>Sheet1!$C$1</c:f>
              <c:strCache>
                <c:ptCount val="1"/>
                <c:pt idx="0">
                  <c:v>Fresh IVF Cycles</c:v>
                </c:pt>
              </c:strCache>
            </c:strRef>
          </c:tx>
          <c:invertIfNegative val="0"/>
          <c:dLbls>
            <c:dLbl>
              <c:idx val="0"/>
              <c:tx>
                <c:rich>
                  <a:bodyPr/>
                  <a:lstStyle/>
                  <a:p>
                    <a:r>
                      <a:rPr lang="en-US"/>
                      <a:t>18,496</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4833-453E-84B1-AF1BCFD00D21}"/>
                </c:ext>
              </c:extLst>
            </c:dLbl>
            <c:dLbl>
              <c:idx val="1"/>
              <c:tx>
                <c:rich>
                  <a:bodyPr/>
                  <a:lstStyle/>
                  <a:p>
                    <a:r>
                      <a:rPr lang="en-US"/>
                      <a:t>20,300</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4833-453E-84B1-AF1BCFD00D21}"/>
                </c:ext>
              </c:extLst>
            </c:dLbl>
            <c:dLbl>
              <c:idx val="2"/>
              <c:tx>
                <c:rich>
                  <a:bodyPr/>
                  <a:lstStyle/>
                  <a:p>
                    <a:r>
                      <a:rPr lang="en-US"/>
                      <a:t>18,978</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4833-453E-84B1-AF1BCFD00D21}"/>
                </c:ext>
              </c:extLst>
            </c:dLbl>
            <c:dLbl>
              <c:idx val="3"/>
              <c:tx>
                <c:rich>
                  <a:bodyPr/>
                  <a:lstStyle/>
                  <a:p>
                    <a:r>
                      <a:rPr lang="en-US"/>
                      <a:t>23,994</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4833-453E-84B1-AF1BCFD00D21}"/>
                </c:ext>
              </c:extLst>
            </c:dLbl>
            <c:dLbl>
              <c:idx val="4"/>
              <c:tx>
                <c:rich>
                  <a:bodyPr/>
                  <a:lstStyle/>
                  <a:p>
                    <a:r>
                      <a:rPr lang="en-US"/>
                      <a:t>12,551</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4833-453E-84B1-AF1BCFD00D21}"/>
                </c:ext>
              </c:extLst>
            </c:dLbl>
            <c:spPr>
              <a:noFill/>
              <a:ln>
                <a:noFill/>
              </a:ln>
              <a:effectLst/>
            </c:sp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val>
            <c:numRef>
              <c:f>Sheet1!$D$2:$D$6</c:f>
              <c:numCache>
                <c:formatCode>General</c:formatCode>
                <c:ptCount val="5"/>
                <c:pt idx="0">
                  <c:v>184.96</c:v>
                </c:pt>
                <c:pt idx="1">
                  <c:v>203</c:v>
                </c:pt>
                <c:pt idx="2">
                  <c:v>189.78</c:v>
                </c:pt>
                <c:pt idx="3">
                  <c:v>239.94</c:v>
                </c:pt>
                <c:pt idx="4">
                  <c:v>125.51</c:v>
                </c:pt>
              </c:numCache>
            </c:numRef>
          </c:val>
          <c:extLst>
            <c:ext xmlns:c16="http://schemas.microsoft.com/office/drawing/2014/chart" uri="{C3380CC4-5D6E-409C-BE32-E72D297353CC}">
              <c16:uniqueId val="{00000006-4833-453E-84B1-AF1BCFD00D21}"/>
            </c:ext>
          </c:extLst>
        </c:ser>
        <c:dLbls>
          <c:showLegendKey val="0"/>
          <c:showVal val="0"/>
          <c:showCatName val="0"/>
          <c:showSerName val="0"/>
          <c:showPercent val="0"/>
          <c:showBubbleSize val="0"/>
        </c:dLbls>
        <c:gapWidth val="30"/>
        <c:axId val="132129760"/>
        <c:axId val="132124480"/>
      </c:barChart>
      <c:catAx>
        <c:axId val="13212976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baseline="0">
                <a:solidFill>
                  <a:schemeClr val="tx1">
                    <a:lumMod val="65000"/>
                    <a:lumOff val="35000"/>
                  </a:schemeClr>
                </a:solidFill>
                <a:latin typeface="+mn-lt"/>
                <a:ea typeface="+mn-ea"/>
                <a:cs typeface="+mn-cs"/>
              </a:defRPr>
            </a:pPr>
            <a:endParaRPr lang="en-US"/>
          </a:p>
        </c:txPr>
        <c:crossAx val="132124480"/>
        <c:crosses val="autoZero"/>
        <c:auto val="1"/>
        <c:lblAlgn val="ctr"/>
        <c:lblOffset val="100"/>
        <c:noMultiLvlLbl val="0"/>
      </c:catAx>
      <c:valAx>
        <c:axId val="132124480"/>
        <c:scaling>
          <c:orientation val="minMax"/>
        </c:scaling>
        <c:delete val="1"/>
        <c:axPos val="l"/>
        <c:majorGridlines>
          <c:spPr>
            <a:ln w="9525" cap="flat" cmpd="sng" algn="ctr">
              <a:noFill/>
              <a:round/>
            </a:ln>
            <a:effectLst/>
          </c:spPr>
        </c:majorGridlines>
        <c:numFmt formatCode="General" sourceLinked="1"/>
        <c:majorTickMark val="none"/>
        <c:minorTickMark val="none"/>
        <c:tickLblPos val="nextTo"/>
        <c:crossAx val="132129760"/>
        <c:crosses val="autoZero"/>
        <c:crossBetween val="between"/>
      </c:valAx>
    </c:plotArea>
    <c:legend>
      <c:legendPos val="b"/>
      <c:overlay val="0"/>
    </c:legend>
    <c:plotVisOnly val="1"/>
    <c:dispBlanksAs val="gap"/>
    <c:showDLblsOverMax val="0"/>
    <c:extLst/>
  </c:chart>
  <c:spPr>
    <a:solidFill>
      <a:schemeClr val="bg1"/>
    </a:solidFill>
    <a:ln w="9525" cap="flat" cmpd="sng" algn="ctr">
      <a:noFill/>
      <a:round/>
    </a:ln>
    <a:effectLst/>
  </c:spPr>
  <c:txPr>
    <a:bodyPr/>
    <a:lstStyle/>
    <a:p>
      <a:pPr>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1"/>
          <c:order val="0"/>
          <c:tx>
            <c:strRef>
              <c:f>Sheet1!$B$1</c:f>
              <c:strCache>
                <c:ptCount val="1"/>
                <c:pt idx="0">
                  <c:v>Revenue (A$m)</c:v>
                </c:pt>
              </c:strCache>
            </c:strRef>
          </c:tx>
          <c:spPr>
            <a:solidFill>
              <a:srgbClr val="C00000"/>
            </a:solidFill>
          </c:spPr>
          <c:invertIfNegative val="0"/>
          <c:dLbls>
            <c:spPr>
              <a:noFill/>
              <a:ln>
                <a:noFill/>
              </a:ln>
              <a:effectLst/>
            </c:sp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Sheet1!$A$2:$A$6</c:f>
              <c:strCache>
                <c:ptCount val="5"/>
                <c:pt idx="0">
                  <c:v>FY18</c:v>
                </c:pt>
                <c:pt idx="1">
                  <c:v>FY19</c:v>
                </c:pt>
                <c:pt idx="2">
                  <c:v>FY20</c:v>
                </c:pt>
                <c:pt idx="3">
                  <c:v>FY21</c:v>
                </c:pt>
                <c:pt idx="4">
                  <c:v>LTM (Dec-21)</c:v>
                </c:pt>
              </c:strCache>
            </c:strRef>
          </c:cat>
          <c:val>
            <c:numRef>
              <c:f>Sheet1!$B$2:$B$6</c:f>
              <c:numCache>
                <c:formatCode>General</c:formatCode>
                <c:ptCount val="5"/>
                <c:pt idx="0">
                  <c:v>264</c:v>
                </c:pt>
                <c:pt idx="1">
                  <c:v>280</c:v>
                </c:pt>
                <c:pt idx="2">
                  <c:v>259</c:v>
                </c:pt>
                <c:pt idx="3">
                  <c:v>325</c:v>
                </c:pt>
                <c:pt idx="4">
                  <c:v>334</c:v>
                </c:pt>
              </c:numCache>
            </c:numRef>
          </c:val>
          <c:extLst>
            <c:ext xmlns:c16="http://schemas.microsoft.com/office/drawing/2014/chart" uri="{C3380CC4-5D6E-409C-BE32-E72D297353CC}">
              <c16:uniqueId val="{00000000-F1DC-4DCB-B215-1A19DF7484FC}"/>
            </c:ext>
          </c:extLst>
        </c:ser>
        <c:dLbls>
          <c:showLegendKey val="0"/>
          <c:showVal val="0"/>
          <c:showCatName val="0"/>
          <c:showSerName val="0"/>
          <c:showPercent val="0"/>
          <c:showBubbleSize val="0"/>
        </c:dLbls>
        <c:gapWidth val="30"/>
        <c:axId val="132129760"/>
        <c:axId val="132124480"/>
      </c:barChart>
      <c:catAx>
        <c:axId val="13212976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baseline="0">
                <a:solidFill>
                  <a:schemeClr val="tx1">
                    <a:lumMod val="65000"/>
                    <a:lumOff val="35000"/>
                  </a:schemeClr>
                </a:solidFill>
                <a:latin typeface="+mn-lt"/>
                <a:ea typeface="+mn-ea"/>
                <a:cs typeface="+mn-cs"/>
              </a:defRPr>
            </a:pPr>
            <a:endParaRPr lang="en-US"/>
          </a:p>
        </c:txPr>
        <c:crossAx val="132124480"/>
        <c:crosses val="autoZero"/>
        <c:auto val="1"/>
        <c:lblAlgn val="ctr"/>
        <c:lblOffset val="100"/>
        <c:noMultiLvlLbl val="0"/>
      </c:catAx>
      <c:valAx>
        <c:axId val="132124480"/>
        <c:scaling>
          <c:orientation val="minMax"/>
        </c:scaling>
        <c:delete val="1"/>
        <c:axPos val="l"/>
        <c:majorGridlines>
          <c:spPr>
            <a:ln w="9525" cap="flat" cmpd="sng" algn="ctr">
              <a:noFill/>
              <a:round/>
            </a:ln>
            <a:effectLst/>
          </c:spPr>
        </c:majorGridlines>
        <c:numFmt formatCode="General" sourceLinked="1"/>
        <c:majorTickMark val="none"/>
        <c:minorTickMark val="none"/>
        <c:tickLblPos val="nextTo"/>
        <c:crossAx val="132129760"/>
        <c:crosses val="autoZero"/>
        <c:crossBetween val="between"/>
      </c:valAx>
    </c:plotArea>
    <c:legend>
      <c:legendPos val="b"/>
      <c:overlay val="0"/>
    </c:legend>
    <c:plotVisOnly val="1"/>
    <c:dispBlanksAs val="gap"/>
    <c:showDLblsOverMax val="0"/>
    <c:extLst/>
  </c:chart>
  <c:spPr>
    <a:solidFill>
      <a:schemeClr val="bg1"/>
    </a:solidFill>
    <a:ln w="9525" cap="flat" cmpd="sng" algn="ctr">
      <a:noFill/>
      <a:round/>
    </a:ln>
    <a:effectLst/>
  </c:spPr>
  <c:txPr>
    <a:bodyPr/>
    <a:lstStyle/>
    <a:p>
      <a:pPr>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1"/>
          <c:order val="0"/>
          <c:tx>
            <c:strRef>
              <c:f>Sheet1!$E$1</c:f>
              <c:strCache>
                <c:ptCount val="1"/>
                <c:pt idx="0">
                  <c:v>Group EBITDA (A$m)</c:v>
                </c:pt>
              </c:strCache>
            </c:strRef>
          </c:tx>
          <c:spPr>
            <a:solidFill>
              <a:srgbClr val="C00000"/>
            </a:solidFill>
          </c:spPr>
          <c:invertIfNegative val="0"/>
          <c:dLbls>
            <c:spPr>
              <a:noFill/>
              <a:ln>
                <a:noFill/>
              </a:ln>
              <a:effectLst/>
            </c:sp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Sheet1!$A$2:$A$6</c:f>
              <c:strCache>
                <c:ptCount val="5"/>
                <c:pt idx="0">
                  <c:v>FY18</c:v>
                </c:pt>
                <c:pt idx="1">
                  <c:v>FY19</c:v>
                </c:pt>
                <c:pt idx="2">
                  <c:v>FY20</c:v>
                </c:pt>
                <c:pt idx="3">
                  <c:v>FY21</c:v>
                </c:pt>
                <c:pt idx="4">
                  <c:v>LTM (Dec-21)</c:v>
                </c:pt>
              </c:strCache>
            </c:strRef>
          </c:cat>
          <c:val>
            <c:numRef>
              <c:f>Sheet1!$E$2:$E$5</c:f>
              <c:numCache>
                <c:formatCode>General</c:formatCode>
                <c:ptCount val="4"/>
                <c:pt idx="0">
                  <c:v>65</c:v>
                </c:pt>
                <c:pt idx="1">
                  <c:v>63.5</c:v>
                </c:pt>
                <c:pt idx="2">
                  <c:v>46.2</c:v>
                </c:pt>
                <c:pt idx="3">
                  <c:v>93.4</c:v>
                </c:pt>
              </c:numCache>
            </c:numRef>
          </c:val>
          <c:extLst>
            <c:ext xmlns:c16="http://schemas.microsoft.com/office/drawing/2014/chart" uri="{C3380CC4-5D6E-409C-BE32-E72D297353CC}">
              <c16:uniqueId val="{00000000-0301-43AF-8E10-8C1CD242B79A}"/>
            </c:ext>
          </c:extLst>
        </c:ser>
        <c:dLbls>
          <c:dLblPos val="outEnd"/>
          <c:showLegendKey val="0"/>
          <c:showVal val="1"/>
          <c:showCatName val="0"/>
          <c:showSerName val="0"/>
          <c:showPercent val="0"/>
          <c:showBubbleSize val="0"/>
        </c:dLbls>
        <c:gapWidth val="30"/>
        <c:axId val="132129760"/>
        <c:axId val="132124480"/>
      </c:barChart>
      <c:catAx>
        <c:axId val="13212976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baseline="0">
                <a:solidFill>
                  <a:schemeClr val="tx1">
                    <a:lumMod val="65000"/>
                    <a:lumOff val="35000"/>
                  </a:schemeClr>
                </a:solidFill>
                <a:latin typeface="+mn-lt"/>
                <a:ea typeface="+mn-ea"/>
                <a:cs typeface="+mn-cs"/>
              </a:defRPr>
            </a:pPr>
            <a:endParaRPr lang="en-US"/>
          </a:p>
        </c:txPr>
        <c:crossAx val="132124480"/>
        <c:crosses val="autoZero"/>
        <c:auto val="1"/>
        <c:lblAlgn val="ctr"/>
        <c:lblOffset val="100"/>
        <c:noMultiLvlLbl val="0"/>
      </c:catAx>
      <c:valAx>
        <c:axId val="132124480"/>
        <c:scaling>
          <c:orientation val="minMax"/>
        </c:scaling>
        <c:delete val="1"/>
        <c:axPos val="l"/>
        <c:majorGridlines>
          <c:spPr>
            <a:ln w="9525" cap="flat" cmpd="sng" algn="ctr">
              <a:noFill/>
              <a:round/>
            </a:ln>
            <a:effectLst/>
          </c:spPr>
        </c:majorGridlines>
        <c:numFmt formatCode="General" sourceLinked="1"/>
        <c:majorTickMark val="none"/>
        <c:minorTickMark val="none"/>
        <c:tickLblPos val="nextTo"/>
        <c:crossAx val="132129760"/>
        <c:crosses val="autoZero"/>
        <c:crossBetween val="between"/>
      </c:valAx>
    </c:plotArea>
    <c:legend>
      <c:legendPos val="b"/>
      <c:overlay val="0"/>
    </c:legend>
    <c:plotVisOnly val="1"/>
    <c:dispBlanksAs val="gap"/>
    <c:showDLblsOverMax val="0"/>
    <c:extLst/>
  </c:chart>
  <c:spPr>
    <a:solidFill>
      <a:schemeClr val="bg1"/>
    </a:solidFill>
    <a:ln w="9525" cap="flat" cmpd="sng" algn="ctr">
      <a:noFill/>
      <a:round/>
    </a:ln>
    <a:effectLst/>
  </c:spPr>
  <c:txPr>
    <a:bodyPr/>
    <a:lstStyle/>
    <a:p>
      <a:pPr>
        <a:defRPr/>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lineChart>
        <c:grouping val="standard"/>
        <c:varyColors val="0"/>
        <c:ser>
          <c:idx val="0"/>
          <c:order val="0"/>
          <c:spPr>
            <a:ln w="15875" cap="rnd">
              <a:solidFill>
                <a:srgbClr val="FF0000"/>
              </a:solidFill>
              <a:round/>
            </a:ln>
            <a:effectLst/>
          </c:spPr>
          <c:marker>
            <c:symbol val="none"/>
          </c:marker>
          <c:cat>
            <c:numRef>
              <c:f>Ark1!$A$3:$A$806</c:f>
              <c:numCache>
                <c:formatCode>mmm\-yy</c:formatCode>
                <c:ptCount val="804"/>
                <c:pt idx="0">
                  <c:v>43538</c:v>
                </c:pt>
                <c:pt idx="1">
                  <c:v>43539</c:v>
                </c:pt>
                <c:pt idx="2">
                  <c:v>43542</c:v>
                </c:pt>
                <c:pt idx="3">
                  <c:v>43543</c:v>
                </c:pt>
                <c:pt idx="4">
                  <c:v>43544</c:v>
                </c:pt>
                <c:pt idx="5">
                  <c:v>43545</c:v>
                </c:pt>
                <c:pt idx="6">
                  <c:v>43546</c:v>
                </c:pt>
                <c:pt idx="7">
                  <c:v>43549</c:v>
                </c:pt>
                <c:pt idx="8">
                  <c:v>43550</c:v>
                </c:pt>
                <c:pt idx="9">
                  <c:v>43551</c:v>
                </c:pt>
                <c:pt idx="10">
                  <c:v>43552</c:v>
                </c:pt>
                <c:pt idx="11">
                  <c:v>43553</c:v>
                </c:pt>
                <c:pt idx="12">
                  <c:v>43556</c:v>
                </c:pt>
                <c:pt idx="13">
                  <c:v>43557</c:v>
                </c:pt>
                <c:pt idx="14">
                  <c:v>43558</c:v>
                </c:pt>
                <c:pt idx="15">
                  <c:v>43559</c:v>
                </c:pt>
                <c:pt idx="16">
                  <c:v>43560</c:v>
                </c:pt>
                <c:pt idx="17">
                  <c:v>43563</c:v>
                </c:pt>
                <c:pt idx="18">
                  <c:v>43564</c:v>
                </c:pt>
                <c:pt idx="19">
                  <c:v>43565</c:v>
                </c:pt>
                <c:pt idx="20">
                  <c:v>43565.695844907408</c:v>
                </c:pt>
                <c:pt idx="21">
                  <c:v>43566</c:v>
                </c:pt>
                <c:pt idx="22">
                  <c:v>43567</c:v>
                </c:pt>
                <c:pt idx="23">
                  <c:v>43579</c:v>
                </c:pt>
                <c:pt idx="24">
                  <c:v>43581</c:v>
                </c:pt>
                <c:pt idx="25">
                  <c:v>43584</c:v>
                </c:pt>
                <c:pt idx="26">
                  <c:v>43585</c:v>
                </c:pt>
                <c:pt idx="27">
                  <c:v>43586</c:v>
                </c:pt>
                <c:pt idx="28">
                  <c:v>43587</c:v>
                </c:pt>
                <c:pt idx="29">
                  <c:v>43588</c:v>
                </c:pt>
                <c:pt idx="30">
                  <c:v>43591</c:v>
                </c:pt>
                <c:pt idx="31">
                  <c:v>43592</c:v>
                </c:pt>
                <c:pt idx="32">
                  <c:v>43593</c:v>
                </c:pt>
                <c:pt idx="33">
                  <c:v>43594</c:v>
                </c:pt>
                <c:pt idx="34">
                  <c:v>43595</c:v>
                </c:pt>
                <c:pt idx="35">
                  <c:v>43598</c:v>
                </c:pt>
                <c:pt idx="36">
                  <c:v>43599</c:v>
                </c:pt>
                <c:pt idx="37">
                  <c:v>43600</c:v>
                </c:pt>
                <c:pt idx="38">
                  <c:v>43601</c:v>
                </c:pt>
                <c:pt idx="39">
                  <c:v>43602</c:v>
                </c:pt>
                <c:pt idx="40">
                  <c:v>43605</c:v>
                </c:pt>
                <c:pt idx="41">
                  <c:v>43606</c:v>
                </c:pt>
                <c:pt idx="42">
                  <c:v>43607</c:v>
                </c:pt>
                <c:pt idx="43">
                  <c:v>43608</c:v>
                </c:pt>
                <c:pt idx="44">
                  <c:v>43609</c:v>
                </c:pt>
                <c:pt idx="45">
                  <c:v>43612</c:v>
                </c:pt>
                <c:pt idx="46">
                  <c:v>43613</c:v>
                </c:pt>
                <c:pt idx="47">
                  <c:v>43614</c:v>
                </c:pt>
                <c:pt idx="48">
                  <c:v>43615</c:v>
                </c:pt>
                <c:pt idx="49">
                  <c:v>43616</c:v>
                </c:pt>
                <c:pt idx="50">
                  <c:v>43619</c:v>
                </c:pt>
                <c:pt idx="51">
                  <c:v>43620</c:v>
                </c:pt>
                <c:pt idx="52">
                  <c:v>43621</c:v>
                </c:pt>
                <c:pt idx="53">
                  <c:v>43622</c:v>
                </c:pt>
                <c:pt idx="54">
                  <c:v>43623</c:v>
                </c:pt>
                <c:pt idx="55">
                  <c:v>43627</c:v>
                </c:pt>
                <c:pt idx="56">
                  <c:v>43628</c:v>
                </c:pt>
                <c:pt idx="57">
                  <c:v>43629</c:v>
                </c:pt>
                <c:pt idx="58">
                  <c:v>43630</c:v>
                </c:pt>
                <c:pt idx="59">
                  <c:v>43633</c:v>
                </c:pt>
                <c:pt idx="60">
                  <c:v>43634</c:v>
                </c:pt>
                <c:pt idx="61">
                  <c:v>43635</c:v>
                </c:pt>
                <c:pt idx="62">
                  <c:v>43636</c:v>
                </c:pt>
                <c:pt idx="63">
                  <c:v>43637</c:v>
                </c:pt>
                <c:pt idx="64">
                  <c:v>43640</c:v>
                </c:pt>
                <c:pt idx="65">
                  <c:v>43641</c:v>
                </c:pt>
                <c:pt idx="66">
                  <c:v>43642</c:v>
                </c:pt>
                <c:pt idx="67">
                  <c:v>43643</c:v>
                </c:pt>
                <c:pt idx="68">
                  <c:v>43644</c:v>
                </c:pt>
                <c:pt idx="69">
                  <c:v>43647</c:v>
                </c:pt>
                <c:pt idx="70">
                  <c:v>43648</c:v>
                </c:pt>
                <c:pt idx="71">
                  <c:v>43649</c:v>
                </c:pt>
                <c:pt idx="72">
                  <c:v>43650</c:v>
                </c:pt>
                <c:pt idx="73">
                  <c:v>43651</c:v>
                </c:pt>
                <c:pt idx="74">
                  <c:v>43654</c:v>
                </c:pt>
                <c:pt idx="75">
                  <c:v>43655</c:v>
                </c:pt>
                <c:pt idx="76">
                  <c:v>43656</c:v>
                </c:pt>
                <c:pt idx="77">
                  <c:v>43657</c:v>
                </c:pt>
                <c:pt idx="78">
                  <c:v>43658</c:v>
                </c:pt>
                <c:pt idx="79">
                  <c:v>43661</c:v>
                </c:pt>
                <c:pt idx="80">
                  <c:v>43662</c:v>
                </c:pt>
                <c:pt idx="81">
                  <c:v>43663</c:v>
                </c:pt>
                <c:pt idx="82">
                  <c:v>43664</c:v>
                </c:pt>
                <c:pt idx="83">
                  <c:v>43665</c:v>
                </c:pt>
                <c:pt idx="84">
                  <c:v>43668</c:v>
                </c:pt>
                <c:pt idx="85">
                  <c:v>43669</c:v>
                </c:pt>
                <c:pt idx="86">
                  <c:v>43670</c:v>
                </c:pt>
                <c:pt idx="87">
                  <c:v>43671</c:v>
                </c:pt>
                <c:pt idx="88">
                  <c:v>43672</c:v>
                </c:pt>
                <c:pt idx="89">
                  <c:v>43672.553530092591</c:v>
                </c:pt>
                <c:pt idx="90">
                  <c:v>43672.623333333337</c:v>
                </c:pt>
                <c:pt idx="91">
                  <c:v>43675</c:v>
                </c:pt>
                <c:pt idx="92">
                  <c:v>43676</c:v>
                </c:pt>
                <c:pt idx="93">
                  <c:v>43677</c:v>
                </c:pt>
                <c:pt idx="94">
                  <c:v>43678</c:v>
                </c:pt>
                <c:pt idx="95">
                  <c:v>43679</c:v>
                </c:pt>
                <c:pt idx="96">
                  <c:v>43682</c:v>
                </c:pt>
                <c:pt idx="97">
                  <c:v>43683</c:v>
                </c:pt>
                <c:pt idx="98">
                  <c:v>43684</c:v>
                </c:pt>
                <c:pt idx="99">
                  <c:v>43685</c:v>
                </c:pt>
                <c:pt idx="100">
                  <c:v>43686</c:v>
                </c:pt>
                <c:pt idx="101">
                  <c:v>43689</c:v>
                </c:pt>
                <c:pt idx="102">
                  <c:v>43690</c:v>
                </c:pt>
                <c:pt idx="103">
                  <c:v>43691</c:v>
                </c:pt>
                <c:pt idx="104">
                  <c:v>43692</c:v>
                </c:pt>
                <c:pt idx="105">
                  <c:v>43693</c:v>
                </c:pt>
                <c:pt idx="106">
                  <c:v>43696</c:v>
                </c:pt>
                <c:pt idx="107">
                  <c:v>43697</c:v>
                </c:pt>
                <c:pt idx="108">
                  <c:v>43697.349849537037</c:v>
                </c:pt>
                <c:pt idx="109">
                  <c:v>43697.350081018521</c:v>
                </c:pt>
                <c:pt idx="110">
                  <c:v>43697.358298611114</c:v>
                </c:pt>
                <c:pt idx="111">
                  <c:v>43698</c:v>
                </c:pt>
                <c:pt idx="112">
                  <c:v>43699</c:v>
                </c:pt>
                <c:pt idx="113">
                  <c:v>43700</c:v>
                </c:pt>
                <c:pt idx="114">
                  <c:v>43703</c:v>
                </c:pt>
                <c:pt idx="115">
                  <c:v>43704</c:v>
                </c:pt>
                <c:pt idx="116">
                  <c:v>43705</c:v>
                </c:pt>
                <c:pt idx="117">
                  <c:v>43706</c:v>
                </c:pt>
                <c:pt idx="118">
                  <c:v>43707</c:v>
                </c:pt>
                <c:pt idx="119">
                  <c:v>43710</c:v>
                </c:pt>
                <c:pt idx="120">
                  <c:v>43711</c:v>
                </c:pt>
                <c:pt idx="121">
                  <c:v>43712</c:v>
                </c:pt>
                <c:pt idx="122">
                  <c:v>43713</c:v>
                </c:pt>
                <c:pt idx="123">
                  <c:v>43714</c:v>
                </c:pt>
                <c:pt idx="124">
                  <c:v>43717</c:v>
                </c:pt>
                <c:pt idx="125">
                  <c:v>43718</c:v>
                </c:pt>
                <c:pt idx="126">
                  <c:v>43719</c:v>
                </c:pt>
                <c:pt idx="127">
                  <c:v>43720</c:v>
                </c:pt>
                <c:pt idx="128">
                  <c:v>43721</c:v>
                </c:pt>
                <c:pt idx="129">
                  <c:v>43724</c:v>
                </c:pt>
                <c:pt idx="130">
                  <c:v>43725</c:v>
                </c:pt>
                <c:pt idx="131">
                  <c:v>43726</c:v>
                </c:pt>
                <c:pt idx="132">
                  <c:v>43727</c:v>
                </c:pt>
                <c:pt idx="133">
                  <c:v>43728</c:v>
                </c:pt>
                <c:pt idx="134">
                  <c:v>43731</c:v>
                </c:pt>
                <c:pt idx="135">
                  <c:v>43732</c:v>
                </c:pt>
                <c:pt idx="136">
                  <c:v>43733</c:v>
                </c:pt>
                <c:pt idx="137">
                  <c:v>43734</c:v>
                </c:pt>
                <c:pt idx="138">
                  <c:v>43735</c:v>
                </c:pt>
                <c:pt idx="139">
                  <c:v>43738</c:v>
                </c:pt>
                <c:pt idx="140">
                  <c:v>43739</c:v>
                </c:pt>
                <c:pt idx="141">
                  <c:v>43740</c:v>
                </c:pt>
                <c:pt idx="142">
                  <c:v>43741</c:v>
                </c:pt>
                <c:pt idx="143">
                  <c:v>43742</c:v>
                </c:pt>
                <c:pt idx="144">
                  <c:v>43745</c:v>
                </c:pt>
                <c:pt idx="145">
                  <c:v>43746</c:v>
                </c:pt>
                <c:pt idx="146">
                  <c:v>43747</c:v>
                </c:pt>
                <c:pt idx="147">
                  <c:v>43748</c:v>
                </c:pt>
                <c:pt idx="148">
                  <c:v>43749</c:v>
                </c:pt>
                <c:pt idx="149">
                  <c:v>43752</c:v>
                </c:pt>
                <c:pt idx="150">
                  <c:v>43753</c:v>
                </c:pt>
                <c:pt idx="151">
                  <c:v>43754</c:v>
                </c:pt>
                <c:pt idx="152">
                  <c:v>43755</c:v>
                </c:pt>
                <c:pt idx="153">
                  <c:v>43756</c:v>
                </c:pt>
                <c:pt idx="154">
                  <c:v>43759</c:v>
                </c:pt>
                <c:pt idx="155">
                  <c:v>43760</c:v>
                </c:pt>
                <c:pt idx="156">
                  <c:v>43761</c:v>
                </c:pt>
                <c:pt idx="157">
                  <c:v>43762</c:v>
                </c:pt>
                <c:pt idx="158">
                  <c:v>43763</c:v>
                </c:pt>
                <c:pt idx="159">
                  <c:v>43766</c:v>
                </c:pt>
                <c:pt idx="160">
                  <c:v>43767</c:v>
                </c:pt>
                <c:pt idx="161">
                  <c:v>43767.375185185185</c:v>
                </c:pt>
                <c:pt idx="162">
                  <c:v>43768</c:v>
                </c:pt>
                <c:pt idx="163">
                  <c:v>43769</c:v>
                </c:pt>
                <c:pt idx="164">
                  <c:v>43770</c:v>
                </c:pt>
                <c:pt idx="165">
                  <c:v>43773</c:v>
                </c:pt>
                <c:pt idx="166">
                  <c:v>43774</c:v>
                </c:pt>
                <c:pt idx="167">
                  <c:v>43775</c:v>
                </c:pt>
                <c:pt idx="168">
                  <c:v>43776</c:v>
                </c:pt>
                <c:pt idx="169">
                  <c:v>43777</c:v>
                </c:pt>
                <c:pt idx="170">
                  <c:v>43780</c:v>
                </c:pt>
                <c:pt idx="171">
                  <c:v>43781</c:v>
                </c:pt>
                <c:pt idx="172">
                  <c:v>43782</c:v>
                </c:pt>
                <c:pt idx="173">
                  <c:v>43783</c:v>
                </c:pt>
                <c:pt idx="174">
                  <c:v>43784</c:v>
                </c:pt>
                <c:pt idx="175">
                  <c:v>43787</c:v>
                </c:pt>
                <c:pt idx="176">
                  <c:v>43788</c:v>
                </c:pt>
                <c:pt idx="177">
                  <c:v>43789</c:v>
                </c:pt>
                <c:pt idx="178">
                  <c:v>43789.583124999997</c:v>
                </c:pt>
                <c:pt idx="179">
                  <c:v>43790</c:v>
                </c:pt>
                <c:pt idx="180">
                  <c:v>43791</c:v>
                </c:pt>
                <c:pt idx="181">
                  <c:v>43794</c:v>
                </c:pt>
                <c:pt idx="182">
                  <c:v>43795</c:v>
                </c:pt>
                <c:pt idx="183">
                  <c:v>43796</c:v>
                </c:pt>
                <c:pt idx="184">
                  <c:v>43797</c:v>
                </c:pt>
                <c:pt idx="185">
                  <c:v>43798</c:v>
                </c:pt>
                <c:pt idx="186">
                  <c:v>43801</c:v>
                </c:pt>
                <c:pt idx="187">
                  <c:v>43802</c:v>
                </c:pt>
                <c:pt idx="188">
                  <c:v>43803</c:v>
                </c:pt>
                <c:pt idx="189">
                  <c:v>43804</c:v>
                </c:pt>
                <c:pt idx="190">
                  <c:v>43805</c:v>
                </c:pt>
                <c:pt idx="191">
                  <c:v>43808</c:v>
                </c:pt>
                <c:pt idx="192">
                  <c:v>43809</c:v>
                </c:pt>
                <c:pt idx="193">
                  <c:v>43810</c:v>
                </c:pt>
                <c:pt idx="194">
                  <c:v>43811</c:v>
                </c:pt>
                <c:pt idx="195">
                  <c:v>43812</c:v>
                </c:pt>
                <c:pt idx="196">
                  <c:v>43815</c:v>
                </c:pt>
                <c:pt idx="197">
                  <c:v>43816</c:v>
                </c:pt>
                <c:pt idx="198">
                  <c:v>43817</c:v>
                </c:pt>
                <c:pt idx="199">
                  <c:v>43818</c:v>
                </c:pt>
                <c:pt idx="200">
                  <c:v>43819</c:v>
                </c:pt>
                <c:pt idx="201">
                  <c:v>43822</c:v>
                </c:pt>
                <c:pt idx="202">
                  <c:v>43823</c:v>
                </c:pt>
                <c:pt idx="203">
                  <c:v>43826</c:v>
                </c:pt>
                <c:pt idx="204">
                  <c:v>43829</c:v>
                </c:pt>
                <c:pt idx="205">
                  <c:v>43830</c:v>
                </c:pt>
                <c:pt idx="206">
                  <c:v>43832</c:v>
                </c:pt>
                <c:pt idx="207">
                  <c:v>43833</c:v>
                </c:pt>
                <c:pt idx="208">
                  <c:v>43836</c:v>
                </c:pt>
                <c:pt idx="209">
                  <c:v>43837</c:v>
                </c:pt>
                <c:pt idx="210">
                  <c:v>43838</c:v>
                </c:pt>
                <c:pt idx="211">
                  <c:v>43839</c:v>
                </c:pt>
                <c:pt idx="212">
                  <c:v>43840</c:v>
                </c:pt>
                <c:pt idx="213">
                  <c:v>43843</c:v>
                </c:pt>
                <c:pt idx="214">
                  <c:v>43844</c:v>
                </c:pt>
                <c:pt idx="215">
                  <c:v>43845</c:v>
                </c:pt>
                <c:pt idx="216">
                  <c:v>43846</c:v>
                </c:pt>
                <c:pt idx="217">
                  <c:v>43847</c:v>
                </c:pt>
                <c:pt idx="218">
                  <c:v>43850</c:v>
                </c:pt>
                <c:pt idx="219">
                  <c:v>43851</c:v>
                </c:pt>
                <c:pt idx="220">
                  <c:v>43852</c:v>
                </c:pt>
                <c:pt idx="221">
                  <c:v>43853</c:v>
                </c:pt>
                <c:pt idx="222">
                  <c:v>43854</c:v>
                </c:pt>
                <c:pt idx="223">
                  <c:v>43854.414166666669</c:v>
                </c:pt>
                <c:pt idx="224">
                  <c:v>43858</c:v>
                </c:pt>
                <c:pt idx="225">
                  <c:v>43859</c:v>
                </c:pt>
                <c:pt idx="226">
                  <c:v>43860</c:v>
                </c:pt>
                <c:pt idx="227">
                  <c:v>43861</c:v>
                </c:pt>
                <c:pt idx="228">
                  <c:v>43864</c:v>
                </c:pt>
                <c:pt idx="229">
                  <c:v>43865</c:v>
                </c:pt>
                <c:pt idx="230">
                  <c:v>43866</c:v>
                </c:pt>
                <c:pt idx="231">
                  <c:v>43867</c:v>
                </c:pt>
                <c:pt idx="232">
                  <c:v>43868</c:v>
                </c:pt>
                <c:pt idx="233">
                  <c:v>43871</c:v>
                </c:pt>
                <c:pt idx="234">
                  <c:v>43872</c:v>
                </c:pt>
                <c:pt idx="235">
                  <c:v>43873</c:v>
                </c:pt>
                <c:pt idx="236">
                  <c:v>43874</c:v>
                </c:pt>
                <c:pt idx="237">
                  <c:v>43875</c:v>
                </c:pt>
                <c:pt idx="238">
                  <c:v>43878</c:v>
                </c:pt>
                <c:pt idx="239">
                  <c:v>43879</c:v>
                </c:pt>
                <c:pt idx="240">
                  <c:v>43879.354571759257</c:v>
                </c:pt>
                <c:pt idx="241">
                  <c:v>43880</c:v>
                </c:pt>
                <c:pt idx="242">
                  <c:v>43881</c:v>
                </c:pt>
                <c:pt idx="243">
                  <c:v>43882</c:v>
                </c:pt>
                <c:pt idx="244">
                  <c:v>43885</c:v>
                </c:pt>
                <c:pt idx="245">
                  <c:v>43886</c:v>
                </c:pt>
                <c:pt idx="246">
                  <c:v>43887</c:v>
                </c:pt>
                <c:pt idx="247">
                  <c:v>43888</c:v>
                </c:pt>
                <c:pt idx="248">
                  <c:v>43889</c:v>
                </c:pt>
                <c:pt idx="249">
                  <c:v>43892</c:v>
                </c:pt>
                <c:pt idx="250">
                  <c:v>43893</c:v>
                </c:pt>
                <c:pt idx="251">
                  <c:v>43894</c:v>
                </c:pt>
                <c:pt idx="252">
                  <c:v>43895</c:v>
                </c:pt>
                <c:pt idx="253">
                  <c:v>43896</c:v>
                </c:pt>
                <c:pt idx="254">
                  <c:v>43899</c:v>
                </c:pt>
                <c:pt idx="255">
                  <c:v>43900</c:v>
                </c:pt>
                <c:pt idx="256">
                  <c:v>43901</c:v>
                </c:pt>
                <c:pt idx="257">
                  <c:v>43902</c:v>
                </c:pt>
                <c:pt idx="258">
                  <c:v>43903</c:v>
                </c:pt>
                <c:pt idx="259">
                  <c:v>43906</c:v>
                </c:pt>
                <c:pt idx="260">
                  <c:v>43907</c:v>
                </c:pt>
                <c:pt idx="261">
                  <c:v>43908</c:v>
                </c:pt>
                <c:pt idx="262">
                  <c:v>43909</c:v>
                </c:pt>
                <c:pt idx="263">
                  <c:v>43910</c:v>
                </c:pt>
                <c:pt idx="264">
                  <c:v>43913</c:v>
                </c:pt>
                <c:pt idx="265">
                  <c:v>43913.413310185184</c:v>
                </c:pt>
                <c:pt idx="266">
                  <c:v>43914</c:v>
                </c:pt>
                <c:pt idx="267">
                  <c:v>43915</c:v>
                </c:pt>
                <c:pt idx="268">
                  <c:v>43915.682685185187</c:v>
                </c:pt>
                <c:pt idx="269">
                  <c:v>43916</c:v>
                </c:pt>
                <c:pt idx="270">
                  <c:v>43917</c:v>
                </c:pt>
                <c:pt idx="271">
                  <c:v>43920</c:v>
                </c:pt>
                <c:pt idx="272">
                  <c:v>43921</c:v>
                </c:pt>
                <c:pt idx="273">
                  <c:v>43922</c:v>
                </c:pt>
                <c:pt idx="274">
                  <c:v>43923</c:v>
                </c:pt>
                <c:pt idx="275">
                  <c:v>43924</c:v>
                </c:pt>
                <c:pt idx="276">
                  <c:v>43927</c:v>
                </c:pt>
                <c:pt idx="277">
                  <c:v>43928</c:v>
                </c:pt>
                <c:pt idx="278">
                  <c:v>43929</c:v>
                </c:pt>
                <c:pt idx="279">
                  <c:v>43930</c:v>
                </c:pt>
                <c:pt idx="280">
                  <c:v>43935</c:v>
                </c:pt>
                <c:pt idx="281">
                  <c:v>43935.412974537037</c:v>
                </c:pt>
                <c:pt idx="282">
                  <c:v>43936</c:v>
                </c:pt>
                <c:pt idx="283">
                  <c:v>43937</c:v>
                </c:pt>
                <c:pt idx="284">
                  <c:v>43938</c:v>
                </c:pt>
                <c:pt idx="285">
                  <c:v>43941</c:v>
                </c:pt>
                <c:pt idx="286">
                  <c:v>43942</c:v>
                </c:pt>
                <c:pt idx="287">
                  <c:v>43942.663958333331</c:v>
                </c:pt>
                <c:pt idx="288">
                  <c:v>43943</c:v>
                </c:pt>
                <c:pt idx="289">
                  <c:v>43944</c:v>
                </c:pt>
                <c:pt idx="290">
                  <c:v>43945</c:v>
                </c:pt>
                <c:pt idx="291">
                  <c:v>43948</c:v>
                </c:pt>
                <c:pt idx="292">
                  <c:v>43949</c:v>
                </c:pt>
                <c:pt idx="293">
                  <c:v>43950</c:v>
                </c:pt>
                <c:pt idx="294">
                  <c:v>43951</c:v>
                </c:pt>
                <c:pt idx="295">
                  <c:v>43952</c:v>
                </c:pt>
                <c:pt idx="296">
                  <c:v>43955</c:v>
                </c:pt>
                <c:pt idx="297">
                  <c:v>43956</c:v>
                </c:pt>
                <c:pt idx="298">
                  <c:v>43957</c:v>
                </c:pt>
                <c:pt idx="299">
                  <c:v>43958</c:v>
                </c:pt>
                <c:pt idx="300">
                  <c:v>43958.411400462966</c:v>
                </c:pt>
                <c:pt idx="301">
                  <c:v>43959</c:v>
                </c:pt>
                <c:pt idx="302">
                  <c:v>43962</c:v>
                </c:pt>
                <c:pt idx="303">
                  <c:v>43963</c:v>
                </c:pt>
                <c:pt idx="304">
                  <c:v>43964</c:v>
                </c:pt>
                <c:pt idx="305">
                  <c:v>43965</c:v>
                </c:pt>
                <c:pt idx="306">
                  <c:v>43966</c:v>
                </c:pt>
                <c:pt idx="307">
                  <c:v>43969</c:v>
                </c:pt>
                <c:pt idx="308">
                  <c:v>43970</c:v>
                </c:pt>
                <c:pt idx="309">
                  <c:v>43971</c:v>
                </c:pt>
                <c:pt idx="310">
                  <c:v>43972</c:v>
                </c:pt>
                <c:pt idx="311">
                  <c:v>43973</c:v>
                </c:pt>
                <c:pt idx="312">
                  <c:v>43976</c:v>
                </c:pt>
                <c:pt idx="313">
                  <c:v>43977</c:v>
                </c:pt>
                <c:pt idx="314">
                  <c:v>43978</c:v>
                </c:pt>
                <c:pt idx="315">
                  <c:v>43979</c:v>
                </c:pt>
                <c:pt idx="316">
                  <c:v>43980</c:v>
                </c:pt>
                <c:pt idx="317">
                  <c:v>43983</c:v>
                </c:pt>
                <c:pt idx="318">
                  <c:v>43984</c:v>
                </c:pt>
                <c:pt idx="319">
                  <c:v>43985</c:v>
                </c:pt>
                <c:pt idx="320">
                  <c:v>43986</c:v>
                </c:pt>
                <c:pt idx="321">
                  <c:v>43987</c:v>
                </c:pt>
                <c:pt idx="322">
                  <c:v>43991</c:v>
                </c:pt>
                <c:pt idx="323">
                  <c:v>43992</c:v>
                </c:pt>
                <c:pt idx="324">
                  <c:v>43993</c:v>
                </c:pt>
                <c:pt idx="325">
                  <c:v>43994</c:v>
                </c:pt>
                <c:pt idx="326">
                  <c:v>43997</c:v>
                </c:pt>
                <c:pt idx="327">
                  <c:v>43998</c:v>
                </c:pt>
                <c:pt idx="328">
                  <c:v>43999</c:v>
                </c:pt>
                <c:pt idx="329">
                  <c:v>44000</c:v>
                </c:pt>
                <c:pt idx="330">
                  <c:v>44001</c:v>
                </c:pt>
                <c:pt idx="331">
                  <c:v>44004</c:v>
                </c:pt>
                <c:pt idx="332">
                  <c:v>44005</c:v>
                </c:pt>
                <c:pt idx="333">
                  <c:v>44006</c:v>
                </c:pt>
                <c:pt idx="334">
                  <c:v>44007</c:v>
                </c:pt>
                <c:pt idx="335">
                  <c:v>44008</c:v>
                </c:pt>
                <c:pt idx="336">
                  <c:v>44011</c:v>
                </c:pt>
                <c:pt idx="337">
                  <c:v>44012</c:v>
                </c:pt>
                <c:pt idx="338">
                  <c:v>44013</c:v>
                </c:pt>
                <c:pt idx="339">
                  <c:v>44014</c:v>
                </c:pt>
                <c:pt idx="340">
                  <c:v>44015</c:v>
                </c:pt>
                <c:pt idx="341">
                  <c:v>44018</c:v>
                </c:pt>
                <c:pt idx="342">
                  <c:v>44019</c:v>
                </c:pt>
                <c:pt idx="343">
                  <c:v>44020</c:v>
                </c:pt>
                <c:pt idx="344">
                  <c:v>44021</c:v>
                </c:pt>
                <c:pt idx="345">
                  <c:v>44022</c:v>
                </c:pt>
                <c:pt idx="346">
                  <c:v>44025</c:v>
                </c:pt>
                <c:pt idx="347">
                  <c:v>44026</c:v>
                </c:pt>
                <c:pt idx="348">
                  <c:v>44027</c:v>
                </c:pt>
                <c:pt idx="349">
                  <c:v>44028</c:v>
                </c:pt>
                <c:pt idx="350">
                  <c:v>44029</c:v>
                </c:pt>
                <c:pt idx="351">
                  <c:v>44032</c:v>
                </c:pt>
                <c:pt idx="352">
                  <c:v>44033</c:v>
                </c:pt>
                <c:pt idx="353">
                  <c:v>44034</c:v>
                </c:pt>
                <c:pt idx="354">
                  <c:v>44035</c:v>
                </c:pt>
                <c:pt idx="355">
                  <c:v>44036</c:v>
                </c:pt>
                <c:pt idx="356">
                  <c:v>44039</c:v>
                </c:pt>
                <c:pt idx="357">
                  <c:v>44040</c:v>
                </c:pt>
                <c:pt idx="358">
                  <c:v>44041</c:v>
                </c:pt>
                <c:pt idx="359">
                  <c:v>44042</c:v>
                </c:pt>
                <c:pt idx="360">
                  <c:v>44043</c:v>
                </c:pt>
                <c:pt idx="361">
                  <c:v>44046</c:v>
                </c:pt>
                <c:pt idx="362">
                  <c:v>44047</c:v>
                </c:pt>
                <c:pt idx="363">
                  <c:v>44048</c:v>
                </c:pt>
                <c:pt idx="364">
                  <c:v>44049</c:v>
                </c:pt>
                <c:pt idx="365">
                  <c:v>44050</c:v>
                </c:pt>
                <c:pt idx="366">
                  <c:v>44053</c:v>
                </c:pt>
                <c:pt idx="367">
                  <c:v>44054</c:v>
                </c:pt>
                <c:pt idx="368">
                  <c:v>44055</c:v>
                </c:pt>
                <c:pt idx="369">
                  <c:v>44056</c:v>
                </c:pt>
                <c:pt idx="370">
                  <c:v>44057</c:v>
                </c:pt>
                <c:pt idx="371">
                  <c:v>44060</c:v>
                </c:pt>
                <c:pt idx="372">
                  <c:v>44061</c:v>
                </c:pt>
                <c:pt idx="373">
                  <c:v>44061.349027777775</c:v>
                </c:pt>
                <c:pt idx="374">
                  <c:v>44061.34920138889</c:v>
                </c:pt>
                <c:pt idx="375">
                  <c:v>44061.349432870367</c:v>
                </c:pt>
                <c:pt idx="376">
                  <c:v>44062</c:v>
                </c:pt>
                <c:pt idx="377">
                  <c:v>44063</c:v>
                </c:pt>
                <c:pt idx="378">
                  <c:v>44064</c:v>
                </c:pt>
                <c:pt idx="379">
                  <c:v>44067</c:v>
                </c:pt>
                <c:pt idx="380">
                  <c:v>44068</c:v>
                </c:pt>
                <c:pt idx="381">
                  <c:v>44069</c:v>
                </c:pt>
                <c:pt idx="382">
                  <c:v>44070</c:v>
                </c:pt>
                <c:pt idx="383">
                  <c:v>44071</c:v>
                </c:pt>
                <c:pt idx="384">
                  <c:v>44074</c:v>
                </c:pt>
                <c:pt idx="385">
                  <c:v>44075</c:v>
                </c:pt>
                <c:pt idx="386">
                  <c:v>44076</c:v>
                </c:pt>
                <c:pt idx="387">
                  <c:v>44077</c:v>
                </c:pt>
                <c:pt idx="388">
                  <c:v>44078</c:v>
                </c:pt>
                <c:pt idx="389">
                  <c:v>44081</c:v>
                </c:pt>
                <c:pt idx="390">
                  <c:v>44082</c:v>
                </c:pt>
                <c:pt idx="391">
                  <c:v>44083</c:v>
                </c:pt>
                <c:pt idx="392">
                  <c:v>44084</c:v>
                </c:pt>
                <c:pt idx="393">
                  <c:v>44085</c:v>
                </c:pt>
                <c:pt idx="394">
                  <c:v>44088</c:v>
                </c:pt>
                <c:pt idx="395">
                  <c:v>44089</c:v>
                </c:pt>
                <c:pt idx="396">
                  <c:v>44090</c:v>
                </c:pt>
                <c:pt idx="397">
                  <c:v>44091</c:v>
                </c:pt>
                <c:pt idx="398">
                  <c:v>44092</c:v>
                </c:pt>
                <c:pt idx="399">
                  <c:v>44095</c:v>
                </c:pt>
                <c:pt idx="400">
                  <c:v>44096</c:v>
                </c:pt>
                <c:pt idx="401">
                  <c:v>44097</c:v>
                </c:pt>
                <c:pt idx="402">
                  <c:v>44098</c:v>
                </c:pt>
                <c:pt idx="403">
                  <c:v>44099</c:v>
                </c:pt>
                <c:pt idx="404">
                  <c:v>44102</c:v>
                </c:pt>
                <c:pt idx="405">
                  <c:v>44103</c:v>
                </c:pt>
                <c:pt idx="406">
                  <c:v>44104</c:v>
                </c:pt>
                <c:pt idx="407">
                  <c:v>44105</c:v>
                </c:pt>
                <c:pt idx="408">
                  <c:v>44106</c:v>
                </c:pt>
                <c:pt idx="409">
                  <c:v>44109</c:v>
                </c:pt>
                <c:pt idx="410">
                  <c:v>44110</c:v>
                </c:pt>
                <c:pt idx="411">
                  <c:v>44111</c:v>
                </c:pt>
                <c:pt idx="412">
                  <c:v>44112</c:v>
                </c:pt>
                <c:pt idx="413">
                  <c:v>44113</c:v>
                </c:pt>
                <c:pt idx="414">
                  <c:v>44116</c:v>
                </c:pt>
                <c:pt idx="415">
                  <c:v>44117</c:v>
                </c:pt>
                <c:pt idx="416">
                  <c:v>44118</c:v>
                </c:pt>
                <c:pt idx="417">
                  <c:v>44119</c:v>
                </c:pt>
                <c:pt idx="418">
                  <c:v>44120</c:v>
                </c:pt>
                <c:pt idx="419">
                  <c:v>44123</c:v>
                </c:pt>
                <c:pt idx="420">
                  <c:v>44124</c:v>
                </c:pt>
                <c:pt idx="421">
                  <c:v>44125</c:v>
                </c:pt>
                <c:pt idx="422">
                  <c:v>44126</c:v>
                </c:pt>
                <c:pt idx="423">
                  <c:v>44127</c:v>
                </c:pt>
                <c:pt idx="424">
                  <c:v>44130</c:v>
                </c:pt>
                <c:pt idx="425">
                  <c:v>44131</c:v>
                </c:pt>
                <c:pt idx="426">
                  <c:v>44132</c:v>
                </c:pt>
                <c:pt idx="427">
                  <c:v>44133</c:v>
                </c:pt>
                <c:pt idx="428">
                  <c:v>44134</c:v>
                </c:pt>
                <c:pt idx="429">
                  <c:v>44137</c:v>
                </c:pt>
                <c:pt idx="430">
                  <c:v>44138</c:v>
                </c:pt>
                <c:pt idx="431">
                  <c:v>44139</c:v>
                </c:pt>
                <c:pt idx="432">
                  <c:v>44140</c:v>
                </c:pt>
                <c:pt idx="433">
                  <c:v>44141</c:v>
                </c:pt>
                <c:pt idx="434">
                  <c:v>44144</c:v>
                </c:pt>
                <c:pt idx="435">
                  <c:v>44145</c:v>
                </c:pt>
                <c:pt idx="436">
                  <c:v>44146</c:v>
                </c:pt>
                <c:pt idx="437">
                  <c:v>44147</c:v>
                </c:pt>
                <c:pt idx="438">
                  <c:v>44148</c:v>
                </c:pt>
                <c:pt idx="439">
                  <c:v>44151</c:v>
                </c:pt>
                <c:pt idx="440">
                  <c:v>44152</c:v>
                </c:pt>
                <c:pt idx="441">
                  <c:v>44153</c:v>
                </c:pt>
                <c:pt idx="442">
                  <c:v>44154</c:v>
                </c:pt>
                <c:pt idx="443">
                  <c:v>44155</c:v>
                </c:pt>
                <c:pt idx="444">
                  <c:v>44158</c:v>
                </c:pt>
                <c:pt idx="445">
                  <c:v>44159</c:v>
                </c:pt>
                <c:pt idx="446">
                  <c:v>44160</c:v>
                </c:pt>
                <c:pt idx="447">
                  <c:v>44161</c:v>
                </c:pt>
                <c:pt idx="448">
                  <c:v>44162</c:v>
                </c:pt>
                <c:pt idx="449">
                  <c:v>44165</c:v>
                </c:pt>
                <c:pt idx="450">
                  <c:v>44166</c:v>
                </c:pt>
                <c:pt idx="451">
                  <c:v>44167</c:v>
                </c:pt>
                <c:pt idx="452">
                  <c:v>44168</c:v>
                </c:pt>
                <c:pt idx="453">
                  <c:v>44169</c:v>
                </c:pt>
                <c:pt idx="454">
                  <c:v>44172</c:v>
                </c:pt>
                <c:pt idx="455">
                  <c:v>44173</c:v>
                </c:pt>
                <c:pt idx="456">
                  <c:v>44174</c:v>
                </c:pt>
                <c:pt idx="457">
                  <c:v>44175</c:v>
                </c:pt>
                <c:pt idx="458">
                  <c:v>44176</c:v>
                </c:pt>
                <c:pt idx="459">
                  <c:v>44179</c:v>
                </c:pt>
                <c:pt idx="460">
                  <c:v>44180</c:v>
                </c:pt>
                <c:pt idx="461">
                  <c:v>44181</c:v>
                </c:pt>
                <c:pt idx="462">
                  <c:v>44182</c:v>
                </c:pt>
                <c:pt idx="463">
                  <c:v>44183</c:v>
                </c:pt>
                <c:pt idx="464">
                  <c:v>44186</c:v>
                </c:pt>
                <c:pt idx="465">
                  <c:v>44187</c:v>
                </c:pt>
                <c:pt idx="466">
                  <c:v>44188</c:v>
                </c:pt>
                <c:pt idx="467">
                  <c:v>44189</c:v>
                </c:pt>
                <c:pt idx="468">
                  <c:v>44194</c:v>
                </c:pt>
                <c:pt idx="469">
                  <c:v>44195</c:v>
                </c:pt>
                <c:pt idx="470">
                  <c:v>44196</c:v>
                </c:pt>
                <c:pt idx="471">
                  <c:v>44200</c:v>
                </c:pt>
                <c:pt idx="472">
                  <c:v>44201</c:v>
                </c:pt>
                <c:pt idx="473">
                  <c:v>44202</c:v>
                </c:pt>
                <c:pt idx="474">
                  <c:v>44203</c:v>
                </c:pt>
                <c:pt idx="475">
                  <c:v>44204</c:v>
                </c:pt>
                <c:pt idx="476">
                  <c:v>44207</c:v>
                </c:pt>
                <c:pt idx="477">
                  <c:v>44208</c:v>
                </c:pt>
                <c:pt idx="478">
                  <c:v>44209</c:v>
                </c:pt>
                <c:pt idx="479">
                  <c:v>44210</c:v>
                </c:pt>
                <c:pt idx="480">
                  <c:v>44211</c:v>
                </c:pt>
                <c:pt idx="481">
                  <c:v>44214</c:v>
                </c:pt>
                <c:pt idx="482">
                  <c:v>44215</c:v>
                </c:pt>
                <c:pt idx="483">
                  <c:v>44216</c:v>
                </c:pt>
                <c:pt idx="484">
                  <c:v>44217</c:v>
                </c:pt>
                <c:pt idx="485">
                  <c:v>44218</c:v>
                </c:pt>
                <c:pt idx="486">
                  <c:v>44221</c:v>
                </c:pt>
                <c:pt idx="487">
                  <c:v>44223</c:v>
                </c:pt>
                <c:pt idx="488">
                  <c:v>44224</c:v>
                </c:pt>
                <c:pt idx="489">
                  <c:v>44225</c:v>
                </c:pt>
                <c:pt idx="490">
                  <c:v>44228</c:v>
                </c:pt>
                <c:pt idx="491">
                  <c:v>44229</c:v>
                </c:pt>
                <c:pt idx="492">
                  <c:v>44230</c:v>
                </c:pt>
                <c:pt idx="493">
                  <c:v>44231</c:v>
                </c:pt>
                <c:pt idx="494">
                  <c:v>44232</c:v>
                </c:pt>
                <c:pt idx="495">
                  <c:v>44235</c:v>
                </c:pt>
                <c:pt idx="496">
                  <c:v>44236</c:v>
                </c:pt>
                <c:pt idx="497">
                  <c:v>44237</c:v>
                </c:pt>
                <c:pt idx="498">
                  <c:v>44238</c:v>
                </c:pt>
                <c:pt idx="499">
                  <c:v>44239</c:v>
                </c:pt>
                <c:pt idx="500">
                  <c:v>44242</c:v>
                </c:pt>
                <c:pt idx="501">
                  <c:v>44243</c:v>
                </c:pt>
                <c:pt idx="502">
                  <c:v>44243.357638888891</c:v>
                </c:pt>
                <c:pt idx="503">
                  <c:v>44244</c:v>
                </c:pt>
                <c:pt idx="504">
                  <c:v>44245</c:v>
                </c:pt>
                <c:pt idx="505">
                  <c:v>44246</c:v>
                </c:pt>
                <c:pt idx="506">
                  <c:v>44249</c:v>
                </c:pt>
                <c:pt idx="507">
                  <c:v>44250</c:v>
                </c:pt>
                <c:pt idx="508">
                  <c:v>44251</c:v>
                </c:pt>
                <c:pt idx="509">
                  <c:v>44252</c:v>
                </c:pt>
                <c:pt idx="510">
                  <c:v>44253</c:v>
                </c:pt>
                <c:pt idx="511">
                  <c:v>44256</c:v>
                </c:pt>
                <c:pt idx="512">
                  <c:v>44257</c:v>
                </c:pt>
                <c:pt idx="513">
                  <c:v>44258</c:v>
                </c:pt>
                <c:pt idx="514">
                  <c:v>44259</c:v>
                </c:pt>
                <c:pt idx="515">
                  <c:v>44260</c:v>
                </c:pt>
                <c:pt idx="516">
                  <c:v>44263</c:v>
                </c:pt>
                <c:pt idx="517">
                  <c:v>44264</c:v>
                </c:pt>
                <c:pt idx="518">
                  <c:v>44265</c:v>
                </c:pt>
                <c:pt idx="519">
                  <c:v>44266</c:v>
                </c:pt>
                <c:pt idx="520">
                  <c:v>44267</c:v>
                </c:pt>
                <c:pt idx="521">
                  <c:v>44270</c:v>
                </c:pt>
                <c:pt idx="522">
                  <c:v>44271</c:v>
                </c:pt>
                <c:pt idx="523">
                  <c:v>44272</c:v>
                </c:pt>
                <c:pt idx="524">
                  <c:v>44273</c:v>
                </c:pt>
                <c:pt idx="525">
                  <c:v>44274</c:v>
                </c:pt>
                <c:pt idx="526">
                  <c:v>44277</c:v>
                </c:pt>
                <c:pt idx="527">
                  <c:v>44278</c:v>
                </c:pt>
                <c:pt idx="528">
                  <c:v>44279</c:v>
                </c:pt>
                <c:pt idx="529">
                  <c:v>44280</c:v>
                </c:pt>
                <c:pt idx="530">
                  <c:v>44281</c:v>
                </c:pt>
                <c:pt idx="531">
                  <c:v>44284</c:v>
                </c:pt>
                <c:pt idx="532">
                  <c:v>44285</c:v>
                </c:pt>
                <c:pt idx="533">
                  <c:v>44286</c:v>
                </c:pt>
                <c:pt idx="534">
                  <c:v>44287</c:v>
                </c:pt>
                <c:pt idx="535">
                  <c:v>44292</c:v>
                </c:pt>
                <c:pt idx="536">
                  <c:v>44293</c:v>
                </c:pt>
                <c:pt idx="537">
                  <c:v>44294</c:v>
                </c:pt>
                <c:pt idx="538">
                  <c:v>44295</c:v>
                </c:pt>
                <c:pt idx="539">
                  <c:v>44298</c:v>
                </c:pt>
                <c:pt idx="540">
                  <c:v>44299</c:v>
                </c:pt>
                <c:pt idx="541">
                  <c:v>44300</c:v>
                </c:pt>
                <c:pt idx="542">
                  <c:v>44301</c:v>
                </c:pt>
                <c:pt idx="543">
                  <c:v>44302</c:v>
                </c:pt>
                <c:pt idx="544">
                  <c:v>44305</c:v>
                </c:pt>
                <c:pt idx="545">
                  <c:v>44306</c:v>
                </c:pt>
                <c:pt idx="546">
                  <c:v>44307</c:v>
                </c:pt>
                <c:pt idx="547">
                  <c:v>44308</c:v>
                </c:pt>
                <c:pt idx="548">
                  <c:v>44309</c:v>
                </c:pt>
                <c:pt idx="549">
                  <c:v>44312</c:v>
                </c:pt>
                <c:pt idx="550">
                  <c:v>44313</c:v>
                </c:pt>
                <c:pt idx="551">
                  <c:v>44314</c:v>
                </c:pt>
                <c:pt idx="552">
                  <c:v>44315</c:v>
                </c:pt>
                <c:pt idx="553">
                  <c:v>44316</c:v>
                </c:pt>
                <c:pt idx="554">
                  <c:v>44319</c:v>
                </c:pt>
                <c:pt idx="555">
                  <c:v>44320</c:v>
                </c:pt>
                <c:pt idx="556">
                  <c:v>44321</c:v>
                </c:pt>
                <c:pt idx="557">
                  <c:v>44322</c:v>
                </c:pt>
                <c:pt idx="558">
                  <c:v>44323</c:v>
                </c:pt>
                <c:pt idx="559">
                  <c:v>44326</c:v>
                </c:pt>
                <c:pt idx="560">
                  <c:v>44327</c:v>
                </c:pt>
                <c:pt idx="561">
                  <c:v>44328</c:v>
                </c:pt>
                <c:pt idx="562">
                  <c:v>44329</c:v>
                </c:pt>
                <c:pt idx="563">
                  <c:v>44330</c:v>
                </c:pt>
                <c:pt idx="564">
                  <c:v>44333</c:v>
                </c:pt>
                <c:pt idx="565">
                  <c:v>44334</c:v>
                </c:pt>
                <c:pt idx="566">
                  <c:v>44335</c:v>
                </c:pt>
                <c:pt idx="567">
                  <c:v>44336</c:v>
                </c:pt>
                <c:pt idx="568">
                  <c:v>44337</c:v>
                </c:pt>
                <c:pt idx="569">
                  <c:v>44340</c:v>
                </c:pt>
                <c:pt idx="570">
                  <c:v>44341</c:v>
                </c:pt>
                <c:pt idx="571">
                  <c:v>44342</c:v>
                </c:pt>
                <c:pt idx="572">
                  <c:v>44343</c:v>
                </c:pt>
                <c:pt idx="573">
                  <c:v>44344</c:v>
                </c:pt>
                <c:pt idx="574">
                  <c:v>44347</c:v>
                </c:pt>
                <c:pt idx="575">
                  <c:v>44348</c:v>
                </c:pt>
                <c:pt idx="576">
                  <c:v>44349</c:v>
                </c:pt>
                <c:pt idx="577">
                  <c:v>44350</c:v>
                </c:pt>
                <c:pt idx="578">
                  <c:v>44351</c:v>
                </c:pt>
                <c:pt idx="579">
                  <c:v>44354</c:v>
                </c:pt>
                <c:pt idx="580">
                  <c:v>44355</c:v>
                </c:pt>
                <c:pt idx="581">
                  <c:v>44356</c:v>
                </c:pt>
                <c:pt idx="582">
                  <c:v>44357</c:v>
                </c:pt>
                <c:pt idx="583">
                  <c:v>44358</c:v>
                </c:pt>
                <c:pt idx="584">
                  <c:v>44361</c:v>
                </c:pt>
                <c:pt idx="585">
                  <c:v>44362</c:v>
                </c:pt>
                <c:pt idx="586">
                  <c:v>44363</c:v>
                </c:pt>
                <c:pt idx="587">
                  <c:v>44364</c:v>
                </c:pt>
                <c:pt idx="588">
                  <c:v>44365</c:v>
                </c:pt>
                <c:pt idx="589">
                  <c:v>44368</c:v>
                </c:pt>
                <c:pt idx="590">
                  <c:v>44369</c:v>
                </c:pt>
                <c:pt idx="591">
                  <c:v>44370</c:v>
                </c:pt>
                <c:pt idx="592">
                  <c:v>44371</c:v>
                </c:pt>
                <c:pt idx="593">
                  <c:v>44372</c:v>
                </c:pt>
                <c:pt idx="594">
                  <c:v>44375</c:v>
                </c:pt>
                <c:pt idx="595">
                  <c:v>44376</c:v>
                </c:pt>
                <c:pt idx="596">
                  <c:v>44377</c:v>
                </c:pt>
                <c:pt idx="597">
                  <c:v>44378</c:v>
                </c:pt>
                <c:pt idx="598">
                  <c:v>44379</c:v>
                </c:pt>
                <c:pt idx="599">
                  <c:v>44382</c:v>
                </c:pt>
                <c:pt idx="600">
                  <c:v>44383</c:v>
                </c:pt>
                <c:pt idx="601">
                  <c:v>44384</c:v>
                </c:pt>
                <c:pt idx="602">
                  <c:v>44385</c:v>
                </c:pt>
                <c:pt idx="603">
                  <c:v>44386</c:v>
                </c:pt>
                <c:pt idx="604">
                  <c:v>44389</c:v>
                </c:pt>
                <c:pt idx="605">
                  <c:v>44390</c:v>
                </c:pt>
                <c:pt idx="606">
                  <c:v>44391</c:v>
                </c:pt>
                <c:pt idx="607">
                  <c:v>44392</c:v>
                </c:pt>
                <c:pt idx="608">
                  <c:v>44393</c:v>
                </c:pt>
                <c:pt idx="609">
                  <c:v>44396</c:v>
                </c:pt>
                <c:pt idx="610">
                  <c:v>44397</c:v>
                </c:pt>
                <c:pt idx="611">
                  <c:v>44398</c:v>
                </c:pt>
                <c:pt idx="612">
                  <c:v>44399</c:v>
                </c:pt>
                <c:pt idx="613">
                  <c:v>44400</c:v>
                </c:pt>
                <c:pt idx="614">
                  <c:v>44403</c:v>
                </c:pt>
                <c:pt idx="615">
                  <c:v>44404</c:v>
                </c:pt>
                <c:pt idx="616">
                  <c:v>44405</c:v>
                </c:pt>
                <c:pt idx="617">
                  <c:v>44406</c:v>
                </c:pt>
                <c:pt idx="618">
                  <c:v>44407</c:v>
                </c:pt>
                <c:pt idx="619">
                  <c:v>44410</c:v>
                </c:pt>
                <c:pt idx="620">
                  <c:v>44411</c:v>
                </c:pt>
                <c:pt idx="621">
                  <c:v>44412</c:v>
                </c:pt>
                <c:pt idx="622">
                  <c:v>44413</c:v>
                </c:pt>
                <c:pt idx="623">
                  <c:v>44414</c:v>
                </c:pt>
                <c:pt idx="624">
                  <c:v>44417</c:v>
                </c:pt>
                <c:pt idx="625">
                  <c:v>44418</c:v>
                </c:pt>
                <c:pt idx="626">
                  <c:v>44419</c:v>
                </c:pt>
                <c:pt idx="627">
                  <c:v>44420</c:v>
                </c:pt>
                <c:pt idx="628">
                  <c:v>44421</c:v>
                </c:pt>
                <c:pt idx="629">
                  <c:v>44424</c:v>
                </c:pt>
                <c:pt idx="630">
                  <c:v>44425</c:v>
                </c:pt>
                <c:pt idx="631">
                  <c:v>44426</c:v>
                </c:pt>
                <c:pt idx="632">
                  <c:v>44427</c:v>
                </c:pt>
                <c:pt idx="633">
                  <c:v>44428</c:v>
                </c:pt>
                <c:pt idx="634">
                  <c:v>44431</c:v>
                </c:pt>
                <c:pt idx="635">
                  <c:v>44431.368645833332</c:v>
                </c:pt>
                <c:pt idx="636">
                  <c:v>44431.405335648145</c:v>
                </c:pt>
                <c:pt idx="637">
                  <c:v>44431.405451388891</c:v>
                </c:pt>
                <c:pt idx="638">
                  <c:v>44431.40556712963</c:v>
                </c:pt>
                <c:pt idx="639">
                  <c:v>44431.405682870369</c:v>
                </c:pt>
                <c:pt idx="640">
                  <c:v>44432</c:v>
                </c:pt>
                <c:pt idx="641">
                  <c:v>44432.437962962962</c:v>
                </c:pt>
                <c:pt idx="642">
                  <c:v>44433</c:v>
                </c:pt>
                <c:pt idx="643">
                  <c:v>44434</c:v>
                </c:pt>
                <c:pt idx="644">
                  <c:v>44435</c:v>
                </c:pt>
                <c:pt idx="645">
                  <c:v>44438</c:v>
                </c:pt>
                <c:pt idx="646">
                  <c:v>44439</c:v>
                </c:pt>
                <c:pt idx="647">
                  <c:v>44440</c:v>
                </c:pt>
                <c:pt idx="648">
                  <c:v>44441</c:v>
                </c:pt>
                <c:pt idx="649">
                  <c:v>44442</c:v>
                </c:pt>
                <c:pt idx="650">
                  <c:v>44445</c:v>
                </c:pt>
                <c:pt idx="651">
                  <c:v>44446</c:v>
                </c:pt>
                <c:pt idx="652">
                  <c:v>44447</c:v>
                </c:pt>
                <c:pt idx="653">
                  <c:v>44448</c:v>
                </c:pt>
                <c:pt idx="654">
                  <c:v>44449</c:v>
                </c:pt>
                <c:pt idx="655">
                  <c:v>44452</c:v>
                </c:pt>
                <c:pt idx="656">
                  <c:v>44453</c:v>
                </c:pt>
                <c:pt idx="657">
                  <c:v>44454</c:v>
                </c:pt>
                <c:pt idx="658">
                  <c:v>44455</c:v>
                </c:pt>
                <c:pt idx="659">
                  <c:v>44456</c:v>
                </c:pt>
                <c:pt idx="660">
                  <c:v>44459</c:v>
                </c:pt>
                <c:pt idx="661">
                  <c:v>44460</c:v>
                </c:pt>
                <c:pt idx="662">
                  <c:v>44460.724131944444</c:v>
                </c:pt>
                <c:pt idx="663">
                  <c:v>44461</c:v>
                </c:pt>
                <c:pt idx="664">
                  <c:v>44461.360937500001</c:v>
                </c:pt>
                <c:pt idx="665">
                  <c:v>44462</c:v>
                </c:pt>
                <c:pt idx="666">
                  <c:v>44463</c:v>
                </c:pt>
                <c:pt idx="667">
                  <c:v>44466</c:v>
                </c:pt>
                <c:pt idx="668">
                  <c:v>44467</c:v>
                </c:pt>
                <c:pt idx="669">
                  <c:v>44468</c:v>
                </c:pt>
                <c:pt idx="670">
                  <c:v>44469</c:v>
                </c:pt>
                <c:pt idx="671">
                  <c:v>44470</c:v>
                </c:pt>
                <c:pt idx="672">
                  <c:v>44473</c:v>
                </c:pt>
                <c:pt idx="673">
                  <c:v>44474</c:v>
                </c:pt>
                <c:pt idx="674">
                  <c:v>44475</c:v>
                </c:pt>
                <c:pt idx="675">
                  <c:v>44476</c:v>
                </c:pt>
                <c:pt idx="676">
                  <c:v>44477</c:v>
                </c:pt>
                <c:pt idx="677">
                  <c:v>44480</c:v>
                </c:pt>
                <c:pt idx="678">
                  <c:v>44481</c:v>
                </c:pt>
                <c:pt idx="679">
                  <c:v>44482</c:v>
                </c:pt>
                <c:pt idx="680">
                  <c:v>44482.59611111111</c:v>
                </c:pt>
                <c:pt idx="681">
                  <c:v>44483</c:v>
                </c:pt>
                <c:pt idx="682">
                  <c:v>44484</c:v>
                </c:pt>
                <c:pt idx="683">
                  <c:v>44484.399236111109</c:v>
                </c:pt>
                <c:pt idx="684">
                  <c:v>44487</c:v>
                </c:pt>
                <c:pt idx="685">
                  <c:v>44488</c:v>
                </c:pt>
                <c:pt idx="686">
                  <c:v>44489</c:v>
                </c:pt>
                <c:pt idx="687">
                  <c:v>44490</c:v>
                </c:pt>
                <c:pt idx="688">
                  <c:v>44491</c:v>
                </c:pt>
                <c:pt idx="689">
                  <c:v>44494</c:v>
                </c:pt>
                <c:pt idx="690">
                  <c:v>44494.606666666667</c:v>
                </c:pt>
                <c:pt idx="691">
                  <c:v>44495</c:v>
                </c:pt>
                <c:pt idx="692">
                  <c:v>44496</c:v>
                </c:pt>
                <c:pt idx="693">
                  <c:v>44497</c:v>
                </c:pt>
                <c:pt idx="694">
                  <c:v>44498</c:v>
                </c:pt>
                <c:pt idx="695">
                  <c:v>44498.403009259258</c:v>
                </c:pt>
                <c:pt idx="696">
                  <c:v>44501</c:v>
                </c:pt>
                <c:pt idx="697">
                  <c:v>44502</c:v>
                </c:pt>
                <c:pt idx="698">
                  <c:v>44503</c:v>
                </c:pt>
                <c:pt idx="699">
                  <c:v>44504</c:v>
                </c:pt>
                <c:pt idx="700">
                  <c:v>44505</c:v>
                </c:pt>
                <c:pt idx="701">
                  <c:v>44508</c:v>
                </c:pt>
                <c:pt idx="702">
                  <c:v>44509</c:v>
                </c:pt>
                <c:pt idx="703">
                  <c:v>44510</c:v>
                </c:pt>
                <c:pt idx="704">
                  <c:v>44511</c:v>
                </c:pt>
                <c:pt idx="705">
                  <c:v>44512</c:v>
                </c:pt>
                <c:pt idx="706">
                  <c:v>44515</c:v>
                </c:pt>
                <c:pt idx="707">
                  <c:v>44516</c:v>
                </c:pt>
                <c:pt idx="708">
                  <c:v>44517</c:v>
                </c:pt>
                <c:pt idx="709">
                  <c:v>44518</c:v>
                </c:pt>
                <c:pt idx="710">
                  <c:v>44519</c:v>
                </c:pt>
                <c:pt idx="711">
                  <c:v>44522</c:v>
                </c:pt>
                <c:pt idx="712">
                  <c:v>44523</c:v>
                </c:pt>
                <c:pt idx="713">
                  <c:v>44524</c:v>
                </c:pt>
                <c:pt idx="714">
                  <c:v>44525</c:v>
                </c:pt>
                <c:pt idx="715">
                  <c:v>44526</c:v>
                </c:pt>
                <c:pt idx="716">
                  <c:v>44529</c:v>
                </c:pt>
                <c:pt idx="717">
                  <c:v>44530</c:v>
                </c:pt>
                <c:pt idx="718">
                  <c:v>44531</c:v>
                </c:pt>
                <c:pt idx="719">
                  <c:v>44532</c:v>
                </c:pt>
                <c:pt idx="720">
                  <c:v>44533</c:v>
                </c:pt>
                <c:pt idx="721">
                  <c:v>44536</c:v>
                </c:pt>
                <c:pt idx="722">
                  <c:v>44537</c:v>
                </c:pt>
                <c:pt idx="723">
                  <c:v>44538</c:v>
                </c:pt>
                <c:pt idx="724">
                  <c:v>44539</c:v>
                </c:pt>
                <c:pt idx="725">
                  <c:v>44540</c:v>
                </c:pt>
                <c:pt idx="726">
                  <c:v>44543</c:v>
                </c:pt>
                <c:pt idx="727">
                  <c:v>44544</c:v>
                </c:pt>
                <c:pt idx="728">
                  <c:v>44544.402986111112</c:v>
                </c:pt>
                <c:pt idx="729">
                  <c:v>44545</c:v>
                </c:pt>
                <c:pt idx="730">
                  <c:v>44546</c:v>
                </c:pt>
                <c:pt idx="731">
                  <c:v>44547</c:v>
                </c:pt>
                <c:pt idx="732">
                  <c:v>44547.387384259258</c:v>
                </c:pt>
                <c:pt idx="733">
                  <c:v>44550</c:v>
                </c:pt>
                <c:pt idx="734">
                  <c:v>44551</c:v>
                </c:pt>
                <c:pt idx="735">
                  <c:v>44552</c:v>
                </c:pt>
                <c:pt idx="736">
                  <c:v>44553</c:v>
                </c:pt>
                <c:pt idx="737">
                  <c:v>44554</c:v>
                </c:pt>
                <c:pt idx="738">
                  <c:v>44559</c:v>
                </c:pt>
                <c:pt idx="739">
                  <c:v>44560</c:v>
                </c:pt>
                <c:pt idx="740">
                  <c:v>44561</c:v>
                </c:pt>
                <c:pt idx="741">
                  <c:v>44565</c:v>
                </c:pt>
                <c:pt idx="742">
                  <c:v>44566</c:v>
                </c:pt>
                <c:pt idx="743">
                  <c:v>44567</c:v>
                </c:pt>
                <c:pt idx="744">
                  <c:v>44568</c:v>
                </c:pt>
                <c:pt idx="745">
                  <c:v>44571</c:v>
                </c:pt>
                <c:pt idx="746">
                  <c:v>44572</c:v>
                </c:pt>
                <c:pt idx="747">
                  <c:v>44573</c:v>
                </c:pt>
                <c:pt idx="748">
                  <c:v>44574</c:v>
                </c:pt>
                <c:pt idx="749">
                  <c:v>44575</c:v>
                </c:pt>
                <c:pt idx="750">
                  <c:v>44575.397962962961</c:v>
                </c:pt>
                <c:pt idx="751">
                  <c:v>44578</c:v>
                </c:pt>
                <c:pt idx="752">
                  <c:v>44579</c:v>
                </c:pt>
                <c:pt idx="753">
                  <c:v>44580</c:v>
                </c:pt>
                <c:pt idx="754">
                  <c:v>44581</c:v>
                </c:pt>
                <c:pt idx="755">
                  <c:v>44581.409583333334</c:v>
                </c:pt>
                <c:pt idx="756">
                  <c:v>44581.468263888892</c:v>
                </c:pt>
                <c:pt idx="757">
                  <c:v>44582</c:v>
                </c:pt>
                <c:pt idx="758">
                  <c:v>44585</c:v>
                </c:pt>
                <c:pt idx="759">
                  <c:v>44586</c:v>
                </c:pt>
                <c:pt idx="760">
                  <c:v>44588</c:v>
                </c:pt>
                <c:pt idx="761">
                  <c:v>44589</c:v>
                </c:pt>
                <c:pt idx="762">
                  <c:v>44592</c:v>
                </c:pt>
                <c:pt idx="763">
                  <c:v>44593</c:v>
                </c:pt>
                <c:pt idx="764">
                  <c:v>44594</c:v>
                </c:pt>
                <c:pt idx="765">
                  <c:v>44594.745821759258</c:v>
                </c:pt>
                <c:pt idx="766">
                  <c:v>44595</c:v>
                </c:pt>
                <c:pt idx="767">
                  <c:v>44596</c:v>
                </c:pt>
                <c:pt idx="768">
                  <c:v>44599</c:v>
                </c:pt>
                <c:pt idx="769">
                  <c:v>44600</c:v>
                </c:pt>
                <c:pt idx="770">
                  <c:v>44601</c:v>
                </c:pt>
                <c:pt idx="771">
                  <c:v>44602</c:v>
                </c:pt>
                <c:pt idx="772">
                  <c:v>44603</c:v>
                </c:pt>
                <c:pt idx="773">
                  <c:v>44606</c:v>
                </c:pt>
                <c:pt idx="774">
                  <c:v>44607</c:v>
                </c:pt>
                <c:pt idx="775">
                  <c:v>44608</c:v>
                </c:pt>
                <c:pt idx="776">
                  <c:v>44609</c:v>
                </c:pt>
                <c:pt idx="777">
                  <c:v>44610</c:v>
                </c:pt>
                <c:pt idx="778">
                  <c:v>44613</c:v>
                </c:pt>
                <c:pt idx="779">
                  <c:v>44614</c:v>
                </c:pt>
                <c:pt idx="780">
                  <c:v>44614.356886574074</c:v>
                </c:pt>
                <c:pt idx="781">
                  <c:v>44615</c:v>
                </c:pt>
                <c:pt idx="782">
                  <c:v>44615.744328703702</c:v>
                </c:pt>
                <c:pt idx="783">
                  <c:v>44616</c:v>
                </c:pt>
                <c:pt idx="784">
                  <c:v>44616.370775462965</c:v>
                </c:pt>
                <c:pt idx="785">
                  <c:v>44616.702511574076</c:v>
                </c:pt>
                <c:pt idx="786">
                  <c:v>44617</c:v>
                </c:pt>
                <c:pt idx="787">
                  <c:v>44620</c:v>
                </c:pt>
                <c:pt idx="788">
                  <c:v>44620.408402777779</c:v>
                </c:pt>
                <c:pt idx="789">
                  <c:v>44620.452384259261</c:v>
                </c:pt>
                <c:pt idx="790">
                  <c:v>44621</c:v>
                </c:pt>
                <c:pt idx="791">
                  <c:v>44621.399687500001</c:v>
                </c:pt>
                <c:pt idx="792">
                  <c:v>44622</c:v>
                </c:pt>
                <c:pt idx="793">
                  <c:v>44623</c:v>
                </c:pt>
                <c:pt idx="794">
                  <c:v>44624</c:v>
                </c:pt>
                <c:pt idx="795">
                  <c:v>44624.42869212963</c:v>
                </c:pt>
                <c:pt idx="796">
                  <c:v>44627</c:v>
                </c:pt>
                <c:pt idx="797">
                  <c:v>44628</c:v>
                </c:pt>
                <c:pt idx="798">
                  <c:v>44629</c:v>
                </c:pt>
                <c:pt idx="799">
                  <c:v>44630</c:v>
                </c:pt>
                <c:pt idx="800">
                  <c:v>44630.427442129629</c:v>
                </c:pt>
                <c:pt idx="801">
                  <c:v>44631</c:v>
                </c:pt>
                <c:pt idx="802">
                  <c:v>44631.395983796298</c:v>
                </c:pt>
                <c:pt idx="803">
                  <c:v>44634</c:v>
                </c:pt>
              </c:numCache>
            </c:numRef>
          </c:cat>
          <c:val>
            <c:numRef>
              <c:f>Ark1!$B$3:$B$806</c:f>
              <c:numCache>
                <c:formatCode>General</c:formatCode>
                <c:ptCount val="804"/>
                <c:pt idx="0">
                  <c:v>3.93</c:v>
                </c:pt>
                <c:pt idx="1">
                  <c:v>4</c:v>
                </c:pt>
                <c:pt idx="2">
                  <c:v>4.08</c:v>
                </c:pt>
                <c:pt idx="3">
                  <c:v>4.0599999999999996</c:v>
                </c:pt>
                <c:pt idx="4">
                  <c:v>4.1100000000000003</c:v>
                </c:pt>
                <c:pt idx="5">
                  <c:v>4.1100000000000003</c:v>
                </c:pt>
                <c:pt idx="6">
                  <c:v>4.0999999999999996</c:v>
                </c:pt>
                <c:pt idx="7">
                  <c:v>4.07</c:v>
                </c:pt>
                <c:pt idx="8">
                  <c:v>4.09</c:v>
                </c:pt>
                <c:pt idx="9">
                  <c:v>4.05</c:v>
                </c:pt>
                <c:pt idx="10">
                  <c:v>3.96</c:v>
                </c:pt>
                <c:pt idx="11">
                  <c:v>3.99</c:v>
                </c:pt>
                <c:pt idx="12">
                  <c:v>3.95</c:v>
                </c:pt>
                <c:pt idx="13">
                  <c:v>4.01</c:v>
                </c:pt>
                <c:pt idx="14">
                  <c:v>3.95</c:v>
                </c:pt>
                <c:pt idx="15">
                  <c:v>3.94</c:v>
                </c:pt>
                <c:pt idx="16">
                  <c:v>3.94</c:v>
                </c:pt>
                <c:pt idx="17">
                  <c:v>3.93</c:v>
                </c:pt>
                <c:pt idx="18">
                  <c:v>3.92</c:v>
                </c:pt>
                <c:pt idx="19">
                  <c:v>3.89</c:v>
                </c:pt>
                <c:pt idx="20">
                  <c:v>3.86</c:v>
                </c:pt>
                <c:pt idx="21">
                  <c:v>3.85</c:v>
                </c:pt>
                <c:pt idx="22">
                  <c:v>3.87</c:v>
                </c:pt>
                <c:pt idx="23">
                  <c:v>4.03</c:v>
                </c:pt>
                <c:pt idx="24">
                  <c:v>4.0599999999999996</c:v>
                </c:pt>
                <c:pt idx="25">
                  <c:v>3.99</c:v>
                </c:pt>
                <c:pt idx="26">
                  <c:v>3.97</c:v>
                </c:pt>
                <c:pt idx="27">
                  <c:v>3.95</c:v>
                </c:pt>
                <c:pt idx="28">
                  <c:v>3.91</c:v>
                </c:pt>
                <c:pt idx="29">
                  <c:v>3.95</c:v>
                </c:pt>
                <c:pt idx="30">
                  <c:v>3.95</c:v>
                </c:pt>
                <c:pt idx="31">
                  <c:v>3.98</c:v>
                </c:pt>
                <c:pt idx="32">
                  <c:v>3.95</c:v>
                </c:pt>
                <c:pt idx="33">
                  <c:v>3.91</c:v>
                </c:pt>
                <c:pt idx="34">
                  <c:v>3.94</c:v>
                </c:pt>
                <c:pt idx="35">
                  <c:v>3.91</c:v>
                </c:pt>
                <c:pt idx="36">
                  <c:v>3.92</c:v>
                </c:pt>
                <c:pt idx="37">
                  <c:v>3.9</c:v>
                </c:pt>
                <c:pt idx="38">
                  <c:v>3.89</c:v>
                </c:pt>
                <c:pt idx="39">
                  <c:v>3.9</c:v>
                </c:pt>
                <c:pt idx="40">
                  <c:v>3.89</c:v>
                </c:pt>
                <c:pt idx="41">
                  <c:v>3.88</c:v>
                </c:pt>
                <c:pt idx="42">
                  <c:v>3.95</c:v>
                </c:pt>
                <c:pt idx="43">
                  <c:v>3.92</c:v>
                </c:pt>
                <c:pt idx="44">
                  <c:v>3.93</c:v>
                </c:pt>
                <c:pt idx="45">
                  <c:v>3.89</c:v>
                </c:pt>
                <c:pt idx="46">
                  <c:v>3.9</c:v>
                </c:pt>
                <c:pt idx="47">
                  <c:v>3.87</c:v>
                </c:pt>
                <c:pt idx="48">
                  <c:v>3.86</c:v>
                </c:pt>
                <c:pt idx="49">
                  <c:v>3.95</c:v>
                </c:pt>
                <c:pt idx="50">
                  <c:v>3.91</c:v>
                </c:pt>
                <c:pt idx="51">
                  <c:v>3.99</c:v>
                </c:pt>
                <c:pt idx="52">
                  <c:v>4.0599999999999996</c:v>
                </c:pt>
                <c:pt idx="53">
                  <c:v>4.13</c:v>
                </c:pt>
                <c:pt idx="54">
                  <c:v>4.29</c:v>
                </c:pt>
                <c:pt idx="55">
                  <c:v>4.28</c:v>
                </c:pt>
                <c:pt idx="56">
                  <c:v>4.43</c:v>
                </c:pt>
                <c:pt idx="57">
                  <c:v>4.41</c:v>
                </c:pt>
                <c:pt idx="58">
                  <c:v>4.49</c:v>
                </c:pt>
                <c:pt idx="59">
                  <c:v>4.4800000000000004</c:v>
                </c:pt>
                <c:pt idx="60">
                  <c:v>4.53</c:v>
                </c:pt>
                <c:pt idx="61">
                  <c:v>4.5</c:v>
                </c:pt>
                <c:pt idx="62">
                  <c:v>4.6500000000000004</c:v>
                </c:pt>
                <c:pt idx="63">
                  <c:v>4.6100000000000003</c:v>
                </c:pt>
                <c:pt idx="64">
                  <c:v>4.7</c:v>
                </c:pt>
                <c:pt idx="65">
                  <c:v>4.62</c:v>
                </c:pt>
                <c:pt idx="66">
                  <c:v>4.49</c:v>
                </c:pt>
                <c:pt idx="67">
                  <c:v>4.5</c:v>
                </c:pt>
                <c:pt idx="68">
                  <c:v>4.5</c:v>
                </c:pt>
                <c:pt idx="69">
                  <c:v>4.5</c:v>
                </c:pt>
                <c:pt idx="70">
                  <c:v>4.63</c:v>
                </c:pt>
                <c:pt idx="71">
                  <c:v>4.5</c:v>
                </c:pt>
                <c:pt idx="72">
                  <c:v>4.53</c:v>
                </c:pt>
                <c:pt idx="73">
                  <c:v>4.54</c:v>
                </c:pt>
                <c:pt idx="74">
                  <c:v>4.55</c:v>
                </c:pt>
                <c:pt idx="75">
                  <c:v>4.6100000000000003</c:v>
                </c:pt>
                <c:pt idx="76">
                  <c:v>4.79</c:v>
                </c:pt>
                <c:pt idx="77">
                  <c:v>4.75</c:v>
                </c:pt>
                <c:pt idx="78">
                  <c:v>4.8099999999999996</c:v>
                </c:pt>
                <c:pt idx="79">
                  <c:v>4.92</c:v>
                </c:pt>
                <c:pt idx="80">
                  <c:v>4.97</c:v>
                </c:pt>
                <c:pt idx="81">
                  <c:v>4.9000000000000004</c:v>
                </c:pt>
                <c:pt idx="82">
                  <c:v>4.9000000000000004</c:v>
                </c:pt>
                <c:pt idx="83">
                  <c:v>4.8899999999999997</c:v>
                </c:pt>
                <c:pt idx="84">
                  <c:v>4.8</c:v>
                </c:pt>
                <c:pt idx="85">
                  <c:v>4.8499999999999996</c:v>
                </c:pt>
                <c:pt idx="86">
                  <c:v>4.8899999999999997</c:v>
                </c:pt>
                <c:pt idx="87">
                  <c:v>4.97</c:v>
                </c:pt>
                <c:pt idx="88">
                  <c:v>4.91</c:v>
                </c:pt>
                <c:pt idx="89">
                  <c:v>4.9800000000000004</c:v>
                </c:pt>
                <c:pt idx="90">
                  <c:v>5.09</c:v>
                </c:pt>
                <c:pt idx="91">
                  <c:v>5.15</c:v>
                </c:pt>
                <c:pt idx="92">
                  <c:v>5.16</c:v>
                </c:pt>
                <c:pt idx="93">
                  <c:v>5.12</c:v>
                </c:pt>
                <c:pt idx="94">
                  <c:v>5.17</c:v>
                </c:pt>
                <c:pt idx="95">
                  <c:v>5.18</c:v>
                </c:pt>
                <c:pt idx="96">
                  <c:v>5.04</c:v>
                </c:pt>
                <c:pt idx="97">
                  <c:v>5.03</c:v>
                </c:pt>
                <c:pt idx="98">
                  <c:v>5.13</c:v>
                </c:pt>
                <c:pt idx="99">
                  <c:v>5.25</c:v>
                </c:pt>
                <c:pt idx="100">
                  <c:v>5.15</c:v>
                </c:pt>
                <c:pt idx="101">
                  <c:v>5.08</c:v>
                </c:pt>
                <c:pt idx="102">
                  <c:v>5.1100000000000003</c:v>
                </c:pt>
                <c:pt idx="103">
                  <c:v>5.18</c:v>
                </c:pt>
                <c:pt idx="104">
                  <c:v>5.0999999999999996</c:v>
                </c:pt>
                <c:pt idx="105">
                  <c:v>5.05</c:v>
                </c:pt>
                <c:pt idx="106">
                  <c:v>4.91</c:v>
                </c:pt>
                <c:pt idx="107">
                  <c:v>4.5999999999999996</c:v>
                </c:pt>
                <c:pt idx="108">
                  <c:v>4.57</c:v>
                </c:pt>
                <c:pt idx="109">
                  <c:v>4.5</c:v>
                </c:pt>
                <c:pt idx="110">
                  <c:v>4.42</c:v>
                </c:pt>
                <c:pt idx="111">
                  <c:v>4.3499999999999996</c:v>
                </c:pt>
                <c:pt idx="112">
                  <c:v>3.99</c:v>
                </c:pt>
                <c:pt idx="113">
                  <c:v>3.98</c:v>
                </c:pt>
                <c:pt idx="114">
                  <c:v>4.05</c:v>
                </c:pt>
                <c:pt idx="115">
                  <c:v>4</c:v>
                </c:pt>
                <c:pt idx="116">
                  <c:v>3.96</c:v>
                </c:pt>
                <c:pt idx="117">
                  <c:v>4.09</c:v>
                </c:pt>
                <c:pt idx="118">
                  <c:v>4.0999999999999996</c:v>
                </c:pt>
                <c:pt idx="119">
                  <c:v>4.08</c:v>
                </c:pt>
                <c:pt idx="120">
                  <c:v>4.07</c:v>
                </c:pt>
                <c:pt idx="121">
                  <c:v>4.09</c:v>
                </c:pt>
                <c:pt idx="122">
                  <c:v>4.1100000000000003</c:v>
                </c:pt>
                <c:pt idx="123">
                  <c:v>4.13</c:v>
                </c:pt>
                <c:pt idx="124">
                  <c:v>4.0999999999999996</c:v>
                </c:pt>
                <c:pt idx="125">
                  <c:v>4.17</c:v>
                </c:pt>
                <c:pt idx="126">
                  <c:v>4.2300000000000004</c:v>
                </c:pt>
                <c:pt idx="127">
                  <c:v>4.1900000000000004</c:v>
                </c:pt>
                <c:pt idx="128">
                  <c:v>4.22</c:v>
                </c:pt>
                <c:pt idx="129">
                  <c:v>4.22</c:v>
                </c:pt>
                <c:pt idx="130">
                  <c:v>4.22</c:v>
                </c:pt>
                <c:pt idx="131">
                  <c:v>4.21</c:v>
                </c:pt>
                <c:pt idx="132">
                  <c:v>4.2300000000000004</c:v>
                </c:pt>
                <c:pt idx="133">
                  <c:v>4.2699999999999996</c:v>
                </c:pt>
                <c:pt idx="134">
                  <c:v>4.4000000000000004</c:v>
                </c:pt>
                <c:pt idx="135">
                  <c:v>4.37</c:v>
                </c:pt>
                <c:pt idx="136">
                  <c:v>4.29</c:v>
                </c:pt>
                <c:pt idx="137">
                  <c:v>4.3099999999999996</c:v>
                </c:pt>
                <c:pt idx="138">
                  <c:v>4.3499999999999996</c:v>
                </c:pt>
                <c:pt idx="139">
                  <c:v>4.45</c:v>
                </c:pt>
                <c:pt idx="140">
                  <c:v>4.3499999999999996</c:v>
                </c:pt>
                <c:pt idx="141">
                  <c:v>4.33</c:v>
                </c:pt>
                <c:pt idx="142">
                  <c:v>4.24</c:v>
                </c:pt>
                <c:pt idx="143">
                  <c:v>4.17</c:v>
                </c:pt>
                <c:pt idx="144">
                  <c:v>4.1399999999999997</c:v>
                </c:pt>
                <c:pt idx="145">
                  <c:v>4.24</c:v>
                </c:pt>
                <c:pt idx="146">
                  <c:v>4.1900000000000004</c:v>
                </c:pt>
                <c:pt idx="147">
                  <c:v>4.1900000000000004</c:v>
                </c:pt>
                <c:pt idx="148">
                  <c:v>4.1100000000000003</c:v>
                </c:pt>
                <c:pt idx="149">
                  <c:v>4.1500000000000004</c:v>
                </c:pt>
                <c:pt idx="150">
                  <c:v>4.08</c:v>
                </c:pt>
                <c:pt idx="151">
                  <c:v>4.21</c:v>
                </c:pt>
                <c:pt idx="152">
                  <c:v>4.18</c:v>
                </c:pt>
                <c:pt idx="153">
                  <c:v>4.41</c:v>
                </c:pt>
                <c:pt idx="154">
                  <c:v>4.45</c:v>
                </c:pt>
                <c:pt idx="155">
                  <c:v>4.47</c:v>
                </c:pt>
                <c:pt idx="156">
                  <c:v>4.38</c:v>
                </c:pt>
                <c:pt idx="157">
                  <c:v>4.34</c:v>
                </c:pt>
                <c:pt idx="158">
                  <c:v>4.34</c:v>
                </c:pt>
                <c:pt idx="159">
                  <c:v>4.3499999999999996</c:v>
                </c:pt>
                <c:pt idx="160">
                  <c:v>4.18</c:v>
                </c:pt>
                <c:pt idx="161">
                  <c:v>4.1500000000000004</c:v>
                </c:pt>
                <c:pt idx="162">
                  <c:v>4.16</c:v>
                </c:pt>
                <c:pt idx="163">
                  <c:v>4.1100000000000003</c:v>
                </c:pt>
                <c:pt idx="164">
                  <c:v>4.26</c:v>
                </c:pt>
                <c:pt idx="165">
                  <c:v>4.29</c:v>
                </c:pt>
                <c:pt idx="166">
                  <c:v>4.1900000000000004</c:v>
                </c:pt>
                <c:pt idx="167">
                  <c:v>4.16</c:v>
                </c:pt>
                <c:pt idx="168">
                  <c:v>4.24</c:v>
                </c:pt>
                <c:pt idx="169">
                  <c:v>4.2300000000000004</c:v>
                </c:pt>
                <c:pt idx="170">
                  <c:v>4.21</c:v>
                </c:pt>
                <c:pt idx="171">
                  <c:v>4.13</c:v>
                </c:pt>
                <c:pt idx="172">
                  <c:v>4.04</c:v>
                </c:pt>
                <c:pt idx="173">
                  <c:v>4.1399999999999997</c:v>
                </c:pt>
                <c:pt idx="174">
                  <c:v>4.17</c:v>
                </c:pt>
                <c:pt idx="175">
                  <c:v>4.0999999999999996</c:v>
                </c:pt>
                <c:pt idx="176">
                  <c:v>4.1399999999999997</c:v>
                </c:pt>
                <c:pt idx="177">
                  <c:v>4.2</c:v>
                </c:pt>
                <c:pt idx="178">
                  <c:v>4.1500000000000004</c:v>
                </c:pt>
                <c:pt idx="179">
                  <c:v>4.0999999999999996</c:v>
                </c:pt>
                <c:pt idx="180">
                  <c:v>4.07</c:v>
                </c:pt>
                <c:pt idx="181">
                  <c:v>4.09</c:v>
                </c:pt>
                <c:pt idx="182">
                  <c:v>4.09</c:v>
                </c:pt>
                <c:pt idx="183">
                  <c:v>4.17</c:v>
                </c:pt>
                <c:pt idx="184">
                  <c:v>4.0999999999999996</c:v>
                </c:pt>
                <c:pt idx="185">
                  <c:v>4.1100000000000003</c:v>
                </c:pt>
                <c:pt idx="186">
                  <c:v>4.0999999999999996</c:v>
                </c:pt>
                <c:pt idx="187">
                  <c:v>4.1399999999999997</c:v>
                </c:pt>
                <c:pt idx="188">
                  <c:v>4.09</c:v>
                </c:pt>
                <c:pt idx="189">
                  <c:v>4.16</c:v>
                </c:pt>
                <c:pt idx="190">
                  <c:v>4.1900000000000004</c:v>
                </c:pt>
                <c:pt idx="191">
                  <c:v>4.46</c:v>
                </c:pt>
                <c:pt idx="192">
                  <c:v>4.55</c:v>
                </c:pt>
                <c:pt idx="193">
                  <c:v>4.59</c:v>
                </c:pt>
                <c:pt idx="194">
                  <c:v>4.6900000000000004</c:v>
                </c:pt>
                <c:pt idx="195">
                  <c:v>4.6399999999999997</c:v>
                </c:pt>
                <c:pt idx="196">
                  <c:v>4.6500000000000004</c:v>
                </c:pt>
                <c:pt idx="197">
                  <c:v>4.74</c:v>
                </c:pt>
                <c:pt idx="198">
                  <c:v>4.84</c:v>
                </c:pt>
                <c:pt idx="199">
                  <c:v>4.7699999999999996</c:v>
                </c:pt>
                <c:pt idx="200">
                  <c:v>4.75</c:v>
                </c:pt>
                <c:pt idx="201">
                  <c:v>4.53</c:v>
                </c:pt>
                <c:pt idx="202">
                  <c:v>4.67</c:v>
                </c:pt>
                <c:pt idx="203">
                  <c:v>4.7699999999999996</c:v>
                </c:pt>
                <c:pt idx="204">
                  <c:v>4.6900000000000004</c:v>
                </c:pt>
                <c:pt idx="205">
                  <c:v>4.68</c:v>
                </c:pt>
                <c:pt idx="206">
                  <c:v>4.6900000000000004</c:v>
                </c:pt>
                <c:pt idx="207">
                  <c:v>4.74</c:v>
                </c:pt>
                <c:pt idx="208">
                  <c:v>4.8</c:v>
                </c:pt>
                <c:pt idx="209">
                  <c:v>4.71</c:v>
                </c:pt>
                <c:pt idx="210">
                  <c:v>4.5999999999999996</c:v>
                </c:pt>
                <c:pt idx="211">
                  <c:v>4.79</c:v>
                </c:pt>
                <c:pt idx="212">
                  <c:v>4.6100000000000003</c:v>
                </c:pt>
                <c:pt idx="213">
                  <c:v>4.6100000000000003</c:v>
                </c:pt>
                <c:pt idx="214">
                  <c:v>4.5199999999999996</c:v>
                </c:pt>
                <c:pt idx="215">
                  <c:v>4.59</c:v>
                </c:pt>
                <c:pt idx="216">
                  <c:v>4.54</c:v>
                </c:pt>
                <c:pt idx="217">
                  <c:v>4.54</c:v>
                </c:pt>
                <c:pt idx="218">
                  <c:v>4.37</c:v>
                </c:pt>
                <c:pt idx="219">
                  <c:v>4.38</c:v>
                </c:pt>
                <c:pt idx="220">
                  <c:v>4.3499999999999996</c:v>
                </c:pt>
                <c:pt idx="221">
                  <c:v>4.33</c:v>
                </c:pt>
                <c:pt idx="222">
                  <c:v>4.47</c:v>
                </c:pt>
                <c:pt idx="223">
                  <c:v>4.45</c:v>
                </c:pt>
                <c:pt idx="224">
                  <c:v>4.41</c:v>
                </c:pt>
                <c:pt idx="225">
                  <c:v>4.3499999999999996</c:v>
                </c:pt>
                <c:pt idx="226">
                  <c:v>4.3099999999999996</c:v>
                </c:pt>
                <c:pt idx="227">
                  <c:v>4.32</c:v>
                </c:pt>
                <c:pt idx="228">
                  <c:v>4.26</c:v>
                </c:pt>
                <c:pt idx="229">
                  <c:v>4.24</c:v>
                </c:pt>
                <c:pt idx="230">
                  <c:v>4.29</c:v>
                </c:pt>
                <c:pt idx="231">
                  <c:v>4.2699999999999996</c:v>
                </c:pt>
                <c:pt idx="232">
                  <c:v>4.34</c:v>
                </c:pt>
                <c:pt idx="233">
                  <c:v>4.2300000000000004</c:v>
                </c:pt>
                <c:pt idx="234">
                  <c:v>4.25</c:v>
                </c:pt>
                <c:pt idx="235">
                  <c:v>4.3600000000000003</c:v>
                </c:pt>
                <c:pt idx="236">
                  <c:v>4.3099999999999996</c:v>
                </c:pt>
                <c:pt idx="237">
                  <c:v>4.33</c:v>
                </c:pt>
                <c:pt idx="238">
                  <c:v>4.3099999999999996</c:v>
                </c:pt>
                <c:pt idx="239">
                  <c:v>4.53</c:v>
                </c:pt>
                <c:pt idx="240">
                  <c:v>4.57</c:v>
                </c:pt>
                <c:pt idx="241">
                  <c:v>4.6399999999999997</c:v>
                </c:pt>
                <c:pt idx="242">
                  <c:v>4.63</c:v>
                </c:pt>
                <c:pt idx="243">
                  <c:v>4.7699999999999996</c:v>
                </c:pt>
                <c:pt idx="244">
                  <c:v>4.5999999999999996</c:v>
                </c:pt>
                <c:pt idx="245">
                  <c:v>4.42</c:v>
                </c:pt>
                <c:pt idx="246">
                  <c:v>4.2699999999999996</c:v>
                </c:pt>
                <c:pt idx="247">
                  <c:v>4.16</c:v>
                </c:pt>
                <c:pt idx="248">
                  <c:v>4.1500000000000004</c:v>
                </c:pt>
                <c:pt idx="249">
                  <c:v>4.17</c:v>
                </c:pt>
                <c:pt idx="250">
                  <c:v>4.21</c:v>
                </c:pt>
                <c:pt idx="251">
                  <c:v>4.05</c:v>
                </c:pt>
                <c:pt idx="252">
                  <c:v>4.0599999999999996</c:v>
                </c:pt>
                <c:pt idx="253">
                  <c:v>4.07</c:v>
                </c:pt>
                <c:pt idx="254">
                  <c:v>3.51</c:v>
                </c:pt>
                <c:pt idx="255">
                  <c:v>3.54</c:v>
                </c:pt>
                <c:pt idx="256">
                  <c:v>3.4</c:v>
                </c:pt>
                <c:pt idx="257">
                  <c:v>3.31</c:v>
                </c:pt>
                <c:pt idx="258">
                  <c:v>3.09</c:v>
                </c:pt>
                <c:pt idx="259">
                  <c:v>3.2</c:v>
                </c:pt>
                <c:pt idx="260">
                  <c:v>3.08</c:v>
                </c:pt>
                <c:pt idx="261">
                  <c:v>2.77</c:v>
                </c:pt>
                <c:pt idx="262">
                  <c:v>2.57</c:v>
                </c:pt>
                <c:pt idx="263">
                  <c:v>2.3199999999999998</c:v>
                </c:pt>
                <c:pt idx="264">
                  <c:v>2.16</c:v>
                </c:pt>
                <c:pt idx="265">
                  <c:v>2.1560000000000001</c:v>
                </c:pt>
                <c:pt idx="266">
                  <c:v>2.15</c:v>
                </c:pt>
                <c:pt idx="267">
                  <c:v>1.915</c:v>
                </c:pt>
                <c:pt idx="268">
                  <c:v>1.86</c:v>
                </c:pt>
                <c:pt idx="269">
                  <c:v>1.7849999999999999</c:v>
                </c:pt>
                <c:pt idx="270">
                  <c:v>1.57</c:v>
                </c:pt>
                <c:pt idx="271">
                  <c:v>1.56</c:v>
                </c:pt>
                <c:pt idx="272">
                  <c:v>1.87</c:v>
                </c:pt>
                <c:pt idx="273">
                  <c:v>1.85</c:v>
                </c:pt>
                <c:pt idx="274">
                  <c:v>1.885</c:v>
                </c:pt>
                <c:pt idx="275">
                  <c:v>1.77</c:v>
                </c:pt>
                <c:pt idx="276">
                  <c:v>1.925</c:v>
                </c:pt>
                <c:pt idx="277">
                  <c:v>2.06</c:v>
                </c:pt>
                <c:pt idx="278">
                  <c:v>1.95</c:v>
                </c:pt>
                <c:pt idx="279">
                  <c:v>2.0299999999999998</c:v>
                </c:pt>
                <c:pt idx="280">
                  <c:v>2.68</c:v>
                </c:pt>
                <c:pt idx="281">
                  <c:v>2.66</c:v>
                </c:pt>
                <c:pt idx="282">
                  <c:v>2.64</c:v>
                </c:pt>
                <c:pt idx="283">
                  <c:v>2.65</c:v>
                </c:pt>
                <c:pt idx="284">
                  <c:v>2.67</c:v>
                </c:pt>
                <c:pt idx="285">
                  <c:v>2.63</c:v>
                </c:pt>
                <c:pt idx="286">
                  <c:v>2.79</c:v>
                </c:pt>
                <c:pt idx="287">
                  <c:v>2.74</c:v>
                </c:pt>
                <c:pt idx="288">
                  <c:v>2.67</c:v>
                </c:pt>
                <c:pt idx="289">
                  <c:v>2.6</c:v>
                </c:pt>
                <c:pt idx="290">
                  <c:v>2.9</c:v>
                </c:pt>
                <c:pt idx="291">
                  <c:v>2.95</c:v>
                </c:pt>
                <c:pt idx="292">
                  <c:v>2.65</c:v>
                </c:pt>
                <c:pt idx="293">
                  <c:v>2.77</c:v>
                </c:pt>
                <c:pt idx="294">
                  <c:v>3.07</c:v>
                </c:pt>
                <c:pt idx="295">
                  <c:v>2.9</c:v>
                </c:pt>
                <c:pt idx="296">
                  <c:v>2.9</c:v>
                </c:pt>
                <c:pt idx="297">
                  <c:v>2.94</c:v>
                </c:pt>
                <c:pt idx="298">
                  <c:v>2.88</c:v>
                </c:pt>
                <c:pt idx="299">
                  <c:v>2.82</c:v>
                </c:pt>
                <c:pt idx="300">
                  <c:v>3</c:v>
                </c:pt>
                <c:pt idx="301">
                  <c:v>3.23</c:v>
                </c:pt>
                <c:pt idx="302">
                  <c:v>3.36</c:v>
                </c:pt>
                <c:pt idx="303">
                  <c:v>3.3</c:v>
                </c:pt>
                <c:pt idx="304">
                  <c:v>3.2</c:v>
                </c:pt>
                <c:pt idx="305">
                  <c:v>3.16</c:v>
                </c:pt>
                <c:pt idx="306">
                  <c:v>3.08</c:v>
                </c:pt>
                <c:pt idx="307">
                  <c:v>3.02</c:v>
                </c:pt>
                <c:pt idx="308">
                  <c:v>3.11</c:v>
                </c:pt>
                <c:pt idx="309">
                  <c:v>3.07</c:v>
                </c:pt>
                <c:pt idx="310">
                  <c:v>2.99</c:v>
                </c:pt>
                <c:pt idx="311">
                  <c:v>2.94</c:v>
                </c:pt>
                <c:pt idx="312">
                  <c:v>3.33</c:v>
                </c:pt>
                <c:pt idx="313">
                  <c:v>3.73</c:v>
                </c:pt>
                <c:pt idx="314">
                  <c:v>3.45</c:v>
                </c:pt>
                <c:pt idx="315">
                  <c:v>3.29</c:v>
                </c:pt>
                <c:pt idx="316">
                  <c:v>3.16</c:v>
                </c:pt>
                <c:pt idx="317">
                  <c:v>3.33</c:v>
                </c:pt>
                <c:pt idx="318">
                  <c:v>3.28</c:v>
                </c:pt>
                <c:pt idx="319">
                  <c:v>3.43</c:v>
                </c:pt>
                <c:pt idx="320">
                  <c:v>3.28</c:v>
                </c:pt>
                <c:pt idx="321">
                  <c:v>3.53</c:v>
                </c:pt>
                <c:pt idx="322">
                  <c:v>3.38</c:v>
                </c:pt>
                <c:pt idx="323">
                  <c:v>3.31</c:v>
                </c:pt>
                <c:pt idx="324">
                  <c:v>3.1</c:v>
                </c:pt>
                <c:pt idx="325">
                  <c:v>2.98</c:v>
                </c:pt>
                <c:pt idx="326">
                  <c:v>2.9</c:v>
                </c:pt>
                <c:pt idx="327">
                  <c:v>3.18</c:v>
                </c:pt>
                <c:pt idx="328">
                  <c:v>3.19</c:v>
                </c:pt>
                <c:pt idx="329">
                  <c:v>3.07</c:v>
                </c:pt>
                <c:pt idx="330">
                  <c:v>3.18</c:v>
                </c:pt>
                <c:pt idx="331">
                  <c:v>3.14</c:v>
                </c:pt>
                <c:pt idx="332">
                  <c:v>3.08</c:v>
                </c:pt>
                <c:pt idx="333">
                  <c:v>3.12</c:v>
                </c:pt>
                <c:pt idx="334">
                  <c:v>2.96</c:v>
                </c:pt>
                <c:pt idx="335">
                  <c:v>2.97</c:v>
                </c:pt>
                <c:pt idx="336">
                  <c:v>2.86</c:v>
                </c:pt>
                <c:pt idx="337">
                  <c:v>2.83</c:v>
                </c:pt>
                <c:pt idx="338">
                  <c:v>3</c:v>
                </c:pt>
                <c:pt idx="339">
                  <c:v>2.96</c:v>
                </c:pt>
                <c:pt idx="340">
                  <c:v>2.9</c:v>
                </c:pt>
                <c:pt idx="341">
                  <c:v>2.91</c:v>
                </c:pt>
                <c:pt idx="342">
                  <c:v>2.76</c:v>
                </c:pt>
                <c:pt idx="343">
                  <c:v>2.73</c:v>
                </c:pt>
                <c:pt idx="344">
                  <c:v>2.81</c:v>
                </c:pt>
                <c:pt idx="345">
                  <c:v>2.69</c:v>
                </c:pt>
                <c:pt idx="346">
                  <c:v>2.67</c:v>
                </c:pt>
                <c:pt idx="347">
                  <c:v>2.68</c:v>
                </c:pt>
                <c:pt idx="348">
                  <c:v>2.68</c:v>
                </c:pt>
                <c:pt idx="349">
                  <c:v>2.7</c:v>
                </c:pt>
                <c:pt idx="350">
                  <c:v>2.66</c:v>
                </c:pt>
                <c:pt idx="351">
                  <c:v>2.62</c:v>
                </c:pt>
                <c:pt idx="352">
                  <c:v>2.72</c:v>
                </c:pt>
                <c:pt idx="353">
                  <c:v>2.69</c:v>
                </c:pt>
                <c:pt idx="354">
                  <c:v>2.78</c:v>
                </c:pt>
                <c:pt idx="355">
                  <c:v>2.77</c:v>
                </c:pt>
                <c:pt idx="356">
                  <c:v>2.84</c:v>
                </c:pt>
                <c:pt idx="357">
                  <c:v>2.74</c:v>
                </c:pt>
                <c:pt idx="358">
                  <c:v>2.78</c:v>
                </c:pt>
                <c:pt idx="359">
                  <c:v>2.91</c:v>
                </c:pt>
                <c:pt idx="360">
                  <c:v>2.92</c:v>
                </c:pt>
                <c:pt idx="361">
                  <c:v>2.65</c:v>
                </c:pt>
                <c:pt idx="362">
                  <c:v>2.86</c:v>
                </c:pt>
                <c:pt idx="363">
                  <c:v>2.84</c:v>
                </c:pt>
                <c:pt idx="364">
                  <c:v>2.87</c:v>
                </c:pt>
                <c:pt idx="365">
                  <c:v>2.89</c:v>
                </c:pt>
                <c:pt idx="366">
                  <c:v>2.93</c:v>
                </c:pt>
                <c:pt idx="367">
                  <c:v>2.91</c:v>
                </c:pt>
                <c:pt idx="368">
                  <c:v>3.1</c:v>
                </c:pt>
                <c:pt idx="369">
                  <c:v>3</c:v>
                </c:pt>
                <c:pt idx="370">
                  <c:v>3.12</c:v>
                </c:pt>
                <c:pt idx="371">
                  <c:v>3.2</c:v>
                </c:pt>
                <c:pt idx="372">
                  <c:v>3.14</c:v>
                </c:pt>
                <c:pt idx="373">
                  <c:v>3.15</c:v>
                </c:pt>
                <c:pt idx="374">
                  <c:v>3.2</c:v>
                </c:pt>
                <c:pt idx="375">
                  <c:v>3.3</c:v>
                </c:pt>
                <c:pt idx="376">
                  <c:v>3.41</c:v>
                </c:pt>
                <c:pt idx="377">
                  <c:v>3.35</c:v>
                </c:pt>
                <c:pt idx="378">
                  <c:v>3.4</c:v>
                </c:pt>
                <c:pt idx="379">
                  <c:v>3.34</c:v>
                </c:pt>
                <c:pt idx="380">
                  <c:v>3.39</c:v>
                </c:pt>
                <c:pt idx="381">
                  <c:v>3.38</c:v>
                </c:pt>
                <c:pt idx="382">
                  <c:v>3.39</c:v>
                </c:pt>
                <c:pt idx="383">
                  <c:v>3.4</c:v>
                </c:pt>
                <c:pt idx="384">
                  <c:v>3.5</c:v>
                </c:pt>
                <c:pt idx="385">
                  <c:v>3.5</c:v>
                </c:pt>
                <c:pt idx="386">
                  <c:v>3.4</c:v>
                </c:pt>
                <c:pt idx="387">
                  <c:v>3.49</c:v>
                </c:pt>
                <c:pt idx="388">
                  <c:v>3.49</c:v>
                </c:pt>
                <c:pt idx="389">
                  <c:v>3.56</c:v>
                </c:pt>
                <c:pt idx="390">
                  <c:v>3.53</c:v>
                </c:pt>
                <c:pt idx="391">
                  <c:v>3.57</c:v>
                </c:pt>
                <c:pt idx="392">
                  <c:v>3.59</c:v>
                </c:pt>
                <c:pt idx="393">
                  <c:v>3.56</c:v>
                </c:pt>
                <c:pt idx="394">
                  <c:v>3.59</c:v>
                </c:pt>
                <c:pt idx="395">
                  <c:v>3.58</c:v>
                </c:pt>
                <c:pt idx="396">
                  <c:v>3.66</c:v>
                </c:pt>
                <c:pt idx="397">
                  <c:v>3.7</c:v>
                </c:pt>
                <c:pt idx="398">
                  <c:v>3.69</c:v>
                </c:pt>
                <c:pt idx="399">
                  <c:v>3.74</c:v>
                </c:pt>
                <c:pt idx="400">
                  <c:v>3.52</c:v>
                </c:pt>
                <c:pt idx="401">
                  <c:v>3.63</c:v>
                </c:pt>
                <c:pt idx="402">
                  <c:v>3.67</c:v>
                </c:pt>
                <c:pt idx="403">
                  <c:v>3.75</c:v>
                </c:pt>
                <c:pt idx="404">
                  <c:v>3.71</c:v>
                </c:pt>
                <c:pt idx="405">
                  <c:v>3.85</c:v>
                </c:pt>
                <c:pt idx="406">
                  <c:v>3.86</c:v>
                </c:pt>
                <c:pt idx="407">
                  <c:v>4.01</c:v>
                </c:pt>
                <c:pt idx="408">
                  <c:v>4</c:v>
                </c:pt>
                <c:pt idx="409">
                  <c:v>4.1100000000000003</c:v>
                </c:pt>
                <c:pt idx="410">
                  <c:v>4.22</c:v>
                </c:pt>
                <c:pt idx="411">
                  <c:v>4.3600000000000003</c:v>
                </c:pt>
                <c:pt idx="412">
                  <c:v>4.34</c:v>
                </c:pt>
                <c:pt idx="413">
                  <c:v>4.38</c:v>
                </c:pt>
                <c:pt idx="414">
                  <c:v>4.46</c:v>
                </c:pt>
                <c:pt idx="415">
                  <c:v>4.46</c:v>
                </c:pt>
                <c:pt idx="416">
                  <c:v>4.43</c:v>
                </c:pt>
                <c:pt idx="417">
                  <c:v>4.4000000000000004</c:v>
                </c:pt>
                <c:pt idx="418">
                  <c:v>4.42</c:v>
                </c:pt>
                <c:pt idx="419">
                  <c:v>4.47</c:v>
                </c:pt>
                <c:pt idx="420">
                  <c:v>4.5599999999999996</c:v>
                </c:pt>
                <c:pt idx="421">
                  <c:v>4.5199999999999996</c:v>
                </c:pt>
                <c:pt idx="422">
                  <c:v>4.68</c:v>
                </c:pt>
                <c:pt idx="423">
                  <c:v>4.5999999999999996</c:v>
                </c:pt>
                <c:pt idx="424">
                  <c:v>4.6500000000000004</c:v>
                </c:pt>
                <c:pt idx="425">
                  <c:v>4.59</c:v>
                </c:pt>
                <c:pt idx="426">
                  <c:v>4.59</c:v>
                </c:pt>
                <c:pt idx="427">
                  <c:v>4.5</c:v>
                </c:pt>
                <c:pt idx="428">
                  <c:v>4.49</c:v>
                </c:pt>
                <c:pt idx="429">
                  <c:v>4.3</c:v>
                </c:pt>
                <c:pt idx="430">
                  <c:v>4.49</c:v>
                </c:pt>
                <c:pt idx="431">
                  <c:v>4.7</c:v>
                </c:pt>
                <c:pt idx="432">
                  <c:v>4.76</c:v>
                </c:pt>
                <c:pt idx="433">
                  <c:v>4.78</c:v>
                </c:pt>
                <c:pt idx="434">
                  <c:v>4.84</c:v>
                </c:pt>
                <c:pt idx="435">
                  <c:v>5.13</c:v>
                </c:pt>
                <c:pt idx="436">
                  <c:v>5.08</c:v>
                </c:pt>
                <c:pt idx="437">
                  <c:v>5.15</c:v>
                </c:pt>
                <c:pt idx="438">
                  <c:v>5.0599999999999996</c:v>
                </c:pt>
                <c:pt idx="439">
                  <c:v>5.01</c:v>
                </c:pt>
                <c:pt idx="440">
                  <c:v>5</c:v>
                </c:pt>
                <c:pt idx="441">
                  <c:v>5.01</c:v>
                </c:pt>
                <c:pt idx="442">
                  <c:v>5.26</c:v>
                </c:pt>
                <c:pt idx="443">
                  <c:v>5.51</c:v>
                </c:pt>
                <c:pt idx="444">
                  <c:v>5.44</c:v>
                </c:pt>
                <c:pt idx="445">
                  <c:v>5.5</c:v>
                </c:pt>
                <c:pt idx="446">
                  <c:v>5.56</c:v>
                </c:pt>
                <c:pt idx="447">
                  <c:v>5.64</c:v>
                </c:pt>
                <c:pt idx="448">
                  <c:v>5.61</c:v>
                </c:pt>
                <c:pt idx="449">
                  <c:v>5.35</c:v>
                </c:pt>
                <c:pt idx="450">
                  <c:v>5.37</c:v>
                </c:pt>
                <c:pt idx="451">
                  <c:v>5.27</c:v>
                </c:pt>
                <c:pt idx="452">
                  <c:v>5.29</c:v>
                </c:pt>
                <c:pt idx="453">
                  <c:v>5.43</c:v>
                </c:pt>
                <c:pt idx="454">
                  <c:v>5.57</c:v>
                </c:pt>
                <c:pt idx="455">
                  <c:v>5.55</c:v>
                </c:pt>
                <c:pt idx="456">
                  <c:v>5.62</c:v>
                </c:pt>
                <c:pt idx="457">
                  <c:v>5.69</c:v>
                </c:pt>
                <c:pt idx="458">
                  <c:v>5.6</c:v>
                </c:pt>
                <c:pt idx="459">
                  <c:v>5.43</c:v>
                </c:pt>
                <c:pt idx="460">
                  <c:v>5.54</c:v>
                </c:pt>
                <c:pt idx="461">
                  <c:v>5.72</c:v>
                </c:pt>
                <c:pt idx="462">
                  <c:v>5.86</c:v>
                </c:pt>
                <c:pt idx="463">
                  <c:v>5.78</c:v>
                </c:pt>
                <c:pt idx="464">
                  <c:v>5.5</c:v>
                </c:pt>
                <c:pt idx="465">
                  <c:v>5.64</c:v>
                </c:pt>
                <c:pt idx="466">
                  <c:v>5.61</c:v>
                </c:pt>
                <c:pt idx="467">
                  <c:v>5.55</c:v>
                </c:pt>
                <c:pt idx="468">
                  <c:v>5.62</c:v>
                </c:pt>
                <c:pt idx="469">
                  <c:v>5.6</c:v>
                </c:pt>
                <c:pt idx="470">
                  <c:v>5.32</c:v>
                </c:pt>
                <c:pt idx="471">
                  <c:v>5.48</c:v>
                </c:pt>
                <c:pt idx="472">
                  <c:v>5.52</c:v>
                </c:pt>
                <c:pt idx="473">
                  <c:v>5.51</c:v>
                </c:pt>
                <c:pt idx="474">
                  <c:v>5.5</c:v>
                </c:pt>
                <c:pt idx="475">
                  <c:v>5.42</c:v>
                </c:pt>
                <c:pt idx="476">
                  <c:v>5.27</c:v>
                </c:pt>
                <c:pt idx="477">
                  <c:v>5.31</c:v>
                </c:pt>
                <c:pt idx="478">
                  <c:v>5.16</c:v>
                </c:pt>
                <c:pt idx="479">
                  <c:v>5.41</c:v>
                </c:pt>
                <c:pt idx="480">
                  <c:v>5.3</c:v>
                </c:pt>
                <c:pt idx="481">
                  <c:v>5.31</c:v>
                </c:pt>
                <c:pt idx="482">
                  <c:v>5.33</c:v>
                </c:pt>
                <c:pt idx="483">
                  <c:v>5.41</c:v>
                </c:pt>
                <c:pt idx="484">
                  <c:v>5.45</c:v>
                </c:pt>
                <c:pt idx="485">
                  <c:v>5.4</c:v>
                </c:pt>
                <c:pt idx="486">
                  <c:v>5.41</c:v>
                </c:pt>
                <c:pt idx="487">
                  <c:v>5.62</c:v>
                </c:pt>
                <c:pt idx="488">
                  <c:v>5.56</c:v>
                </c:pt>
                <c:pt idx="489">
                  <c:v>5.74</c:v>
                </c:pt>
                <c:pt idx="490">
                  <c:v>5.74</c:v>
                </c:pt>
                <c:pt idx="491">
                  <c:v>5.79</c:v>
                </c:pt>
                <c:pt idx="492">
                  <c:v>5.94</c:v>
                </c:pt>
                <c:pt idx="493">
                  <c:v>5.93</c:v>
                </c:pt>
                <c:pt idx="494">
                  <c:v>5.89</c:v>
                </c:pt>
                <c:pt idx="495">
                  <c:v>5.94</c:v>
                </c:pt>
                <c:pt idx="496">
                  <c:v>6.06</c:v>
                </c:pt>
                <c:pt idx="497">
                  <c:v>5.95</c:v>
                </c:pt>
                <c:pt idx="498">
                  <c:v>6.07</c:v>
                </c:pt>
                <c:pt idx="499">
                  <c:v>6.02</c:v>
                </c:pt>
                <c:pt idx="500">
                  <c:v>6.18</c:v>
                </c:pt>
                <c:pt idx="501">
                  <c:v>6.32</c:v>
                </c:pt>
                <c:pt idx="502">
                  <c:v>6.29</c:v>
                </c:pt>
                <c:pt idx="503">
                  <c:v>6.26</c:v>
                </c:pt>
                <c:pt idx="504">
                  <c:v>6.22</c:v>
                </c:pt>
                <c:pt idx="505">
                  <c:v>6.17</c:v>
                </c:pt>
                <c:pt idx="506">
                  <c:v>6.28</c:v>
                </c:pt>
                <c:pt idx="507">
                  <c:v>6.12</c:v>
                </c:pt>
                <c:pt idx="508">
                  <c:v>6.21</c:v>
                </c:pt>
                <c:pt idx="509">
                  <c:v>6.23</c:v>
                </c:pt>
                <c:pt idx="510">
                  <c:v>6.12</c:v>
                </c:pt>
                <c:pt idx="511">
                  <c:v>6.14</c:v>
                </c:pt>
                <c:pt idx="512">
                  <c:v>6.05</c:v>
                </c:pt>
                <c:pt idx="513">
                  <c:v>6.04</c:v>
                </c:pt>
                <c:pt idx="514">
                  <c:v>5.93</c:v>
                </c:pt>
                <c:pt idx="515">
                  <c:v>5.8</c:v>
                </c:pt>
                <c:pt idx="516">
                  <c:v>5.88</c:v>
                </c:pt>
                <c:pt idx="517">
                  <c:v>5.97</c:v>
                </c:pt>
                <c:pt idx="518">
                  <c:v>6.15</c:v>
                </c:pt>
                <c:pt idx="519">
                  <c:v>6.09</c:v>
                </c:pt>
                <c:pt idx="520">
                  <c:v>6.04</c:v>
                </c:pt>
                <c:pt idx="521">
                  <c:v>6.19</c:v>
                </c:pt>
                <c:pt idx="522">
                  <c:v>6.15</c:v>
                </c:pt>
                <c:pt idx="523">
                  <c:v>6.08</c:v>
                </c:pt>
                <c:pt idx="524">
                  <c:v>6.09</c:v>
                </c:pt>
                <c:pt idx="525">
                  <c:v>5.98</c:v>
                </c:pt>
                <c:pt idx="526">
                  <c:v>5.88</c:v>
                </c:pt>
                <c:pt idx="527">
                  <c:v>5.9</c:v>
                </c:pt>
                <c:pt idx="528">
                  <c:v>5.67</c:v>
                </c:pt>
                <c:pt idx="529">
                  <c:v>5.75</c:v>
                </c:pt>
                <c:pt idx="530">
                  <c:v>5.84</c:v>
                </c:pt>
                <c:pt idx="531">
                  <c:v>5.95</c:v>
                </c:pt>
                <c:pt idx="532">
                  <c:v>5.98</c:v>
                </c:pt>
                <c:pt idx="533">
                  <c:v>6.06</c:v>
                </c:pt>
                <c:pt idx="534">
                  <c:v>6.32</c:v>
                </c:pt>
                <c:pt idx="535">
                  <c:v>6.42</c:v>
                </c:pt>
                <c:pt idx="536">
                  <c:v>6.4</c:v>
                </c:pt>
                <c:pt idx="537">
                  <c:v>6.44</c:v>
                </c:pt>
                <c:pt idx="538">
                  <c:v>6.34</c:v>
                </c:pt>
                <c:pt idx="539">
                  <c:v>6.12</c:v>
                </c:pt>
                <c:pt idx="540">
                  <c:v>6.26</c:v>
                </c:pt>
                <c:pt idx="541">
                  <c:v>6.1</c:v>
                </c:pt>
                <c:pt idx="542">
                  <c:v>6.05</c:v>
                </c:pt>
                <c:pt idx="543">
                  <c:v>6.05</c:v>
                </c:pt>
                <c:pt idx="544">
                  <c:v>6.09</c:v>
                </c:pt>
                <c:pt idx="545">
                  <c:v>6.14</c:v>
                </c:pt>
                <c:pt idx="546">
                  <c:v>6.09</c:v>
                </c:pt>
                <c:pt idx="547">
                  <c:v>6.25</c:v>
                </c:pt>
                <c:pt idx="548">
                  <c:v>6.33</c:v>
                </c:pt>
                <c:pt idx="549">
                  <c:v>6.15</c:v>
                </c:pt>
                <c:pt idx="550">
                  <c:v>6.34</c:v>
                </c:pt>
                <c:pt idx="551">
                  <c:v>6.13</c:v>
                </c:pt>
                <c:pt idx="552">
                  <c:v>6.04</c:v>
                </c:pt>
                <c:pt idx="553">
                  <c:v>5.72</c:v>
                </c:pt>
                <c:pt idx="554">
                  <c:v>5.68</c:v>
                </c:pt>
                <c:pt idx="555">
                  <c:v>5.79</c:v>
                </c:pt>
                <c:pt idx="556">
                  <c:v>5.87</c:v>
                </c:pt>
                <c:pt idx="557">
                  <c:v>5.93</c:v>
                </c:pt>
                <c:pt idx="558">
                  <c:v>5.97</c:v>
                </c:pt>
                <c:pt idx="559">
                  <c:v>5.9</c:v>
                </c:pt>
                <c:pt idx="560">
                  <c:v>5.91</c:v>
                </c:pt>
                <c:pt idx="561">
                  <c:v>6.1</c:v>
                </c:pt>
                <c:pt idx="562">
                  <c:v>6</c:v>
                </c:pt>
                <c:pt idx="563">
                  <c:v>6.25</c:v>
                </c:pt>
                <c:pt idx="564">
                  <c:v>6.19</c:v>
                </c:pt>
                <c:pt idx="565">
                  <c:v>6.11</c:v>
                </c:pt>
                <c:pt idx="566">
                  <c:v>6.09</c:v>
                </c:pt>
                <c:pt idx="567">
                  <c:v>6.03</c:v>
                </c:pt>
                <c:pt idx="568">
                  <c:v>6.16</c:v>
                </c:pt>
                <c:pt idx="569">
                  <c:v>6.23</c:v>
                </c:pt>
                <c:pt idx="570">
                  <c:v>6.11</c:v>
                </c:pt>
                <c:pt idx="571">
                  <c:v>6.28</c:v>
                </c:pt>
                <c:pt idx="572">
                  <c:v>6.13</c:v>
                </c:pt>
                <c:pt idx="573">
                  <c:v>6.2</c:v>
                </c:pt>
                <c:pt idx="574">
                  <c:v>6.29</c:v>
                </c:pt>
                <c:pt idx="575">
                  <c:v>6.29</c:v>
                </c:pt>
                <c:pt idx="576">
                  <c:v>6.27</c:v>
                </c:pt>
                <c:pt idx="577">
                  <c:v>6.27</c:v>
                </c:pt>
                <c:pt idx="578">
                  <c:v>6.27</c:v>
                </c:pt>
                <c:pt idx="579">
                  <c:v>6.57</c:v>
                </c:pt>
                <c:pt idx="580">
                  <c:v>6.34</c:v>
                </c:pt>
                <c:pt idx="581">
                  <c:v>6.4</c:v>
                </c:pt>
                <c:pt idx="582">
                  <c:v>6.5</c:v>
                </c:pt>
                <c:pt idx="583">
                  <c:v>6.42</c:v>
                </c:pt>
                <c:pt idx="584">
                  <c:v>6.42</c:v>
                </c:pt>
                <c:pt idx="585">
                  <c:v>6.25</c:v>
                </c:pt>
                <c:pt idx="586">
                  <c:v>6.18</c:v>
                </c:pt>
                <c:pt idx="587">
                  <c:v>6</c:v>
                </c:pt>
                <c:pt idx="588">
                  <c:v>6.1</c:v>
                </c:pt>
                <c:pt idx="589">
                  <c:v>6.06</c:v>
                </c:pt>
                <c:pt idx="590">
                  <c:v>6.29</c:v>
                </c:pt>
                <c:pt idx="591">
                  <c:v>6.21</c:v>
                </c:pt>
                <c:pt idx="592">
                  <c:v>6.2</c:v>
                </c:pt>
                <c:pt idx="593">
                  <c:v>6.35</c:v>
                </c:pt>
                <c:pt idx="594">
                  <c:v>6.45</c:v>
                </c:pt>
                <c:pt idx="595">
                  <c:v>6.5</c:v>
                </c:pt>
                <c:pt idx="596">
                  <c:v>6.6</c:v>
                </c:pt>
                <c:pt idx="597">
                  <c:v>6.51</c:v>
                </c:pt>
                <c:pt idx="598">
                  <c:v>6.48</c:v>
                </c:pt>
                <c:pt idx="599">
                  <c:v>6.61</c:v>
                </c:pt>
                <c:pt idx="600">
                  <c:v>6.26</c:v>
                </c:pt>
                <c:pt idx="601">
                  <c:v>6.34</c:v>
                </c:pt>
                <c:pt idx="602">
                  <c:v>6.6</c:v>
                </c:pt>
                <c:pt idx="603">
                  <c:v>6.4</c:v>
                </c:pt>
                <c:pt idx="604">
                  <c:v>6.28</c:v>
                </c:pt>
                <c:pt idx="605">
                  <c:v>6.3</c:v>
                </c:pt>
                <c:pt idx="606">
                  <c:v>6.42</c:v>
                </c:pt>
                <c:pt idx="607">
                  <c:v>6.56</c:v>
                </c:pt>
                <c:pt idx="608">
                  <c:v>6.5</c:v>
                </c:pt>
                <c:pt idx="609">
                  <c:v>6.58</c:v>
                </c:pt>
                <c:pt idx="610">
                  <c:v>6.78</c:v>
                </c:pt>
                <c:pt idx="611">
                  <c:v>6.86</c:v>
                </c:pt>
                <c:pt idx="612">
                  <c:v>6.67</c:v>
                </c:pt>
                <c:pt idx="613">
                  <c:v>6.8</c:v>
                </c:pt>
                <c:pt idx="614">
                  <c:v>6.88</c:v>
                </c:pt>
                <c:pt idx="615">
                  <c:v>6.84</c:v>
                </c:pt>
                <c:pt idx="616">
                  <c:v>6.91</c:v>
                </c:pt>
                <c:pt idx="617">
                  <c:v>7.07</c:v>
                </c:pt>
                <c:pt idx="618">
                  <c:v>6.97</c:v>
                </c:pt>
                <c:pt idx="619">
                  <c:v>6.99</c:v>
                </c:pt>
                <c:pt idx="620">
                  <c:v>7.04</c:v>
                </c:pt>
                <c:pt idx="621">
                  <c:v>7.12</c:v>
                </c:pt>
                <c:pt idx="622">
                  <c:v>7.16</c:v>
                </c:pt>
                <c:pt idx="623">
                  <c:v>7.3</c:v>
                </c:pt>
                <c:pt idx="624">
                  <c:v>7.35</c:v>
                </c:pt>
                <c:pt idx="625">
                  <c:v>7.34</c:v>
                </c:pt>
                <c:pt idx="626">
                  <c:v>7.36</c:v>
                </c:pt>
                <c:pt idx="627">
                  <c:v>7.41</c:v>
                </c:pt>
                <c:pt idx="628">
                  <c:v>7.36</c:v>
                </c:pt>
                <c:pt idx="629">
                  <c:v>7.3</c:v>
                </c:pt>
                <c:pt idx="630">
                  <c:v>7.4</c:v>
                </c:pt>
                <c:pt idx="631">
                  <c:v>7.29</c:v>
                </c:pt>
                <c:pt idx="632">
                  <c:v>7.3</c:v>
                </c:pt>
                <c:pt idx="633">
                  <c:v>7.19</c:v>
                </c:pt>
                <c:pt idx="634">
                  <c:v>7.19</c:v>
                </c:pt>
                <c:pt idx="635">
                  <c:v>7.15</c:v>
                </c:pt>
                <c:pt idx="636">
                  <c:v>7.1</c:v>
                </c:pt>
                <c:pt idx="637">
                  <c:v>7.05</c:v>
                </c:pt>
                <c:pt idx="638">
                  <c:v>6.95</c:v>
                </c:pt>
                <c:pt idx="639">
                  <c:v>6.93</c:v>
                </c:pt>
                <c:pt idx="640">
                  <c:v>6.9</c:v>
                </c:pt>
                <c:pt idx="641">
                  <c:v>6.89</c:v>
                </c:pt>
                <c:pt idx="642">
                  <c:v>6.9</c:v>
                </c:pt>
                <c:pt idx="643">
                  <c:v>6.91</c:v>
                </c:pt>
                <c:pt idx="644">
                  <c:v>6.84</c:v>
                </c:pt>
                <c:pt idx="645">
                  <c:v>6.88</c:v>
                </c:pt>
                <c:pt idx="646">
                  <c:v>6.83</c:v>
                </c:pt>
                <c:pt idx="647">
                  <c:v>6.64</c:v>
                </c:pt>
                <c:pt idx="648">
                  <c:v>6.42</c:v>
                </c:pt>
                <c:pt idx="649">
                  <c:v>6.3</c:v>
                </c:pt>
                <c:pt idx="650">
                  <c:v>6.18</c:v>
                </c:pt>
                <c:pt idx="651">
                  <c:v>6.14</c:v>
                </c:pt>
                <c:pt idx="652">
                  <c:v>6.14</c:v>
                </c:pt>
                <c:pt idx="653">
                  <c:v>6</c:v>
                </c:pt>
                <c:pt idx="654">
                  <c:v>6.02</c:v>
                </c:pt>
                <c:pt idx="655">
                  <c:v>6.01</c:v>
                </c:pt>
                <c:pt idx="656">
                  <c:v>5.95</c:v>
                </c:pt>
                <c:pt idx="657">
                  <c:v>5.95</c:v>
                </c:pt>
                <c:pt idx="658">
                  <c:v>5.99</c:v>
                </c:pt>
                <c:pt idx="659">
                  <c:v>5.92</c:v>
                </c:pt>
                <c:pt idx="660">
                  <c:v>5.88</c:v>
                </c:pt>
                <c:pt idx="661">
                  <c:v>5.8</c:v>
                </c:pt>
                <c:pt idx="662">
                  <c:v>5.79</c:v>
                </c:pt>
                <c:pt idx="663">
                  <c:v>5.78</c:v>
                </c:pt>
                <c:pt idx="664">
                  <c:v>5.83</c:v>
                </c:pt>
                <c:pt idx="665">
                  <c:v>5.87</c:v>
                </c:pt>
                <c:pt idx="666">
                  <c:v>5.7</c:v>
                </c:pt>
                <c:pt idx="667">
                  <c:v>5.88</c:v>
                </c:pt>
                <c:pt idx="668">
                  <c:v>5.87</c:v>
                </c:pt>
                <c:pt idx="669">
                  <c:v>5.81</c:v>
                </c:pt>
                <c:pt idx="670">
                  <c:v>5.91</c:v>
                </c:pt>
                <c:pt idx="671">
                  <c:v>5.8</c:v>
                </c:pt>
                <c:pt idx="672">
                  <c:v>5.76</c:v>
                </c:pt>
                <c:pt idx="673">
                  <c:v>5.65</c:v>
                </c:pt>
                <c:pt idx="674">
                  <c:v>5.64</c:v>
                </c:pt>
                <c:pt idx="675">
                  <c:v>5.77</c:v>
                </c:pt>
                <c:pt idx="676">
                  <c:v>5.66</c:v>
                </c:pt>
                <c:pt idx="677">
                  <c:v>5.5</c:v>
                </c:pt>
                <c:pt idx="678">
                  <c:v>5.45</c:v>
                </c:pt>
                <c:pt idx="679">
                  <c:v>5.49</c:v>
                </c:pt>
                <c:pt idx="680">
                  <c:v>5.5</c:v>
                </c:pt>
                <c:pt idx="681">
                  <c:v>5.52</c:v>
                </c:pt>
                <c:pt idx="682">
                  <c:v>5.35</c:v>
                </c:pt>
                <c:pt idx="683">
                  <c:v>5.32</c:v>
                </c:pt>
                <c:pt idx="684">
                  <c:v>5.28</c:v>
                </c:pt>
                <c:pt idx="685">
                  <c:v>5.32</c:v>
                </c:pt>
                <c:pt idx="686">
                  <c:v>5.26</c:v>
                </c:pt>
                <c:pt idx="687">
                  <c:v>5.2</c:v>
                </c:pt>
                <c:pt idx="688">
                  <c:v>5.31</c:v>
                </c:pt>
                <c:pt idx="689">
                  <c:v>5.27</c:v>
                </c:pt>
                <c:pt idx="690">
                  <c:v>5.2</c:v>
                </c:pt>
                <c:pt idx="691">
                  <c:v>5.12</c:v>
                </c:pt>
                <c:pt idx="692">
                  <c:v>5.08</c:v>
                </c:pt>
                <c:pt idx="693">
                  <c:v>5.14</c:v>
                </c:pt>
                <c:pt idx="694">
                  <c:v>5.55</c:v>
                </c:pt>
                <c:pt idx="695">
                  <c:v>5.4</c:v>
                </c:pt>
                <c:pt idx="696">
                  <c:v>5.3</c:v>
                </c:pt>
                <c:pt idx="697">
                  <c:v>5.39</c:v>
                </c:pt>
                <c:pt idx="698">
                  <c:v>5.48</c:v>
                </c:pt>
                <c:pt idx="699">
                  <c:v>5.4</c:v>
                </c:pt>
                <c:pt idx="700">
                  <c:v>5.51</c:v>
                </c:pt>
                <c:pt idx="701">
                  <c:v>5.54</c:v>
                </c:pt>
                <c:pt idx="702">
                  <c:v>5.63</c:v>
                </c:pt>
                <c:pt idx="703">
                  <c:v>5.54</c:v>
                </c:pt>
                <c:pt idx="704">
                  <c:v>5.52</c:v>
                </c:pt>
                <c:pt idx="705">
                  <c:v>5.51</c:v>
                </c:pt>
                <c:pt idx="706">
                  <c:v>5.51</c:v>
                </c:pt>
                <c:pt idx="707">
                  <c:v>5.42</c:v>
                </c:pt>
                <c:pt idx="708">
                  <c:v>5.57</c:v>
                </c:pt>
                <c:pt idx="709">
                  <c:v>5.54</c:v>
                </c:pt>
                <c:pt idx="710">
                  <c:v>5.81</c:v>
                </c:pt>
                <c:pt idx="711">
                  <c:v>5.7</c:v>
                </c:pt>
                <c:pt idx="712">
                  <c:v>5.44</c:v>
                </c:pt>
                <c:pt idx="713">
                  <c:v>5.39</c:v>
                </c:pt>
                <c:pt idx="714">
                  <c:v>5.36</c:v>
                </c:pt>
                <c:pt idx="715">
                  <c:v>5.38</c:v>
                </c:pt>
                <c:pt idx="716">
                  <c:v>5.32</c:v>
                </c:pt>
                <c:pt idx="717">
                  <c:v>5.32</c:v>
                </c:pt>
                <c:pt idx="718">
                  <c:v>5.27</c:v>
                </c:pt>
                <c:pt idx="719">
                  <c:v>5.17</c:v>
                </c:pt>
                <c:pt idx="720">
                  <c:v>5.05</c:v>
                </c:pt>
                <c:pt idx="721">
                  <c:v>5</c:v>
                </c:pt>
                <c:pt idx="722">
                  <c:v>5.0599999999999996</c:v>
                </c:pt>
                <c:pt idx="723">
                  <c:v>5.22</c:v>
                </c:pt>
                <c:pt idx="724">
                  <c:v>5.24</c:v>
                </c:pt>
                <c:pt idx="725">
                  <c:v>5.35</c:v>
                </c:pt>
                <c:pt idx="726">
                  <c:v>5.21</c:v>
                </c:pt>
                <c:pt idx="727">
                  <c:v>7.01</c:v>
                </c:pt>
                <c:pt idx="728">
                  <c:v>6.94</c:v>
                </c:pt>
                <c:pt idx="729">
                  <c:v>6.84</c:v>
                </c:pt>
                <c:pt idx="730">
                  <c:v>6.7</c:v>
                </c:pt>
                <c:pt idx="731">
                  <c:v>6.8</c:v>
                </c:pt>
                <c:pt idx="732">
                  <c:v>6.75</c:v>
                </c:pt>
                <c:pt idx="733">
                  <c:v>6.75</c:v>
                </c:pt>
                <c:pt idx="734">
                  <c:v>6.75</c:v>
                </c:pt>
                <c:pt idx="735">
                  <c:v>6.75</c:v>
                </c:pt>
                <c:pt idx="736">
                  <c:v>6.72</c:v>
                </c:pt>
                <c:pt idx="737">
                  <c:v>6.84</c:v>
                </c:pt>
                <c:pt idx="738">
                  <c:v>6.87</c:v>
                </c:pt>
                <c:pt idx="739">
                  <c:v>6.75</c:v>
                </c:pt>
                <c:pt idx="740">
                  <c:v>6.85</c:v>
                </c:pt>
                <c:pt idx="741">
                  <c:v>6.75</c:v>
                </c:pt>
                <c:pt idx="742">
                  <c:v>6.76</c:v>
                </c:pt>
                <c:pt idx="743">
                  <c:v>6.59</c:v>
                </c:pt>
                <c:pt idx="744">
                  <c:v>6.62</c:v>
                </c:pt>
                <c:pt idx="745">
                  <c:v>6.72</c:v>
                </c:pt>
                <c:pt idx="746">
                  <c:v>6.69</c:v>
                </c:pt>
                <c:pt idx="747">
                  <c:v>6.8</c:v>
                </c:pt>
                <c:pt idx="748">
                  <c:v>6.66</c:v>
                </c:pt>
                <c:pt idx="749">
                  <c:v>6.65</c:v>
                </c:pt>
                <c:pt idx="750">
                  <c:v>6.69</c:v>
                </c:pt>
                <c:pt idx="751">
                  <c:v>6.7</c:v>
                </c:pt>
                <c:pt idx="752">
                  <c:v>6.69</c:v>
                </c:pt>
                <c:pt idx="753">
                  <c:v>6.69</c:v>
                </c:pt>
                <c:pt idx="754">
                  <c:v>7.2</c:v>
                </c:pt>
                <c:pt idx="755">
                  <c:v>7.2</c:v>
                </c:pt>
                <c:pt idx="756">
                  <c:v>7.2</c:v>
                </c:pt>
                <c:pt idx="757">
                  <c:v>7.21</c:v>
                </c:pt>
                <c:pt idx="758">
                  <c:v>7.23</c:v>
                </c:pt>
                <c:pt idx="759">
                  <c:v>7.24</c:v>
                </c:pt>
                <c:pt idx="760">
                  <c:v>7.2</c:v>
                </c:pt>
                <c:pt idx="761">
                  <c:v>7.2</c:v>
                </c:pt>
                <c:pt idx="762">
                  <c:v>7.23</c:v>
                </c:pt>
                <c:pt idx="763">
                  <c:v>7.3</c:v>
                </c:pt>
                <c:pt idx="764">
                  <c:v>7.3</c:v>
                </c:pt>
                <c:pt idx="765">
                  <c:v>7.27</c:v>
                </c:pt>
                <c:pt idx="766">
                  <c:v>7.22</c:v>
                </c:pt>
                <c:pt idx="767">
                  <c:v>7.36</c:v>
                </c:pt>
                <c:pt idx="768">
                  <c:v>7.32</c:v>
                </c:pt>
                <c:pt idx="769">
                  <c:v>7.38</c:v>
                </c:pt>
                <c:pt idx="770">
                  <c:v>7.3</c:v>
                </c:pt>
                <c:pt idx="771">
                  <c:v>7.34</c:v>
                </c:pt>
                <c:pt idx="772">
                  <c:v>7.25</c:v>
                </c:pt>
                <c:pt idx="773">
                  <c:v>7.32</c:v>
                </c:pt>
                <c:pt idx="774">
                  <c:v>7.3</c:v>
                </c:pt>
                <c:pt idx="775">
                  <c:v>7.3</c:v>
                </c:pt>
                <c:pt idx="776">
                  <c:v>7.3</c:v>
                </c:pt>
                <c:pt idx="777">
                  <c:v>7.3</c:v>
                </c:pt>
                <c:pt idx="778">
                  <c:v>7.38</c:v>
                </c:pt>
                <c:pt idx="779">
                  <c:v>7.3</c:v>
                </c:pt>
                <c:pt idx="780">
                  <c:v>7.3</c:v>
                </c:pt>
                <c:pt idx="781">
                  <c:v>7.3</c:v>
                </c:pt>
                <c:pt idx="782">
                  <c:v>7.26</c:v>
                </c:pt>
                <c:pt idx="783">
                  <c:v>7.21</c:v>
                </c:pt>
                <c:pt idx="784">
                  <c:v>7.24</c:v>
                </c:pt>
                <c:pt idx="785">
                  <c:v>7.24</c:v>
                </c:pt>
                <c:pt idx="786">
                  <c:v>7.25</c:v>
                </c:pt>
                <c:pt idx="787">
                  <c:v>7.45</c:v>
                </c:pt>
                <c:pt idx="788">
                  <c:v>7.53</c:v>
                </c:pt>
                <c:pt idx="789">
                  <c:v>7.69</c:v>
                </c:pt>
                <c:pt idx="790">
                  <c:v>7.8</c:v>
                </c:pt>
                <c:pt idx="791">
                  <c:v>7.76</c:v>
                </c:pt>
                <c:pt idx="792">
                  <c:v>7.71</c:v>
                </c:pt>
                <c:pt idx="793">
                  <c:v>7.71</c:v>
                </c:pt>
                <c:pt idx="794">
                  <c:v>7.8</c:v>
                </c:pt>
                <c:pt idx="795">
                  <c:v>7.75</c:v>
                </c:pt>
                <c:pt idx="796">
                  <c:v>7.7</c:v>
                </c:pt>
                <c:pt idx="797">
                  <c:v>7.69</c:v>
                </c:pt>
                <c:pt idx="798">
                  <c:v>7.7</c:v>
                </c:pt>
                <c:pt idx="799">
                  <c:v>7.7</c:v>
                </c:pt>
                <c:pt idx="800">
                  <c:v>7.7</c:v>
                </c:pt>
                <c:pt idx="801">
                  <c:v>7.7</c:v>
                </c:pt>
                <c:pt idx="802">
                  <c:v>8.1</c:v>
                </c:pt>
                <c:pt idx="803">
                  <c:v>8.2799999999999994</c:v>
                </c:pt>
              </c:numCache>
            </c:numRef>
          </c:val>
          <c:smooth val="0"/>
          <c:extLst>
            <c:ext xmlns:c16="http://schemas.microsoft.com/office/drawing/2014/chart" uri="{C3380CC4-5D6E-409C-BE32-E72D297353CC}">
              <c16:uniqueId val="{00000000-13D9-8342-A5AE-7DCD2F8F5487}"/>
            </c:ext>
          </c:extLst>
        </c:ser>
        <c:dLbls>
          <c:showLegendKey val="0"/>
          <c:showVal val="0"/>
          <c:showCatName val="0"/>
          <c:showSerName val="0"/>
          <c:showPercent val="0"/>
          <c:showBubbleSize val="0"/>
        </c:dLbls>
        <c:smooth val="0"/>
        <c:axId val="547917567"/>
        <c:axId val="1"/>
      </c:lineChart>
      <c:dateAx>
        <c:axId val="547917567"/>
        <c:scaling>
          <c:orientation val="minMax"/>
        </c:scaling>
        <c:delete val="0"/>
        <c:axPos val="b"/>
        <c:numFmt formatCode="mmm\-yy" sourceLinked="0"/>
        <c:majorTickMark val="out"/>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
        <c:crosses val="autoZero"/>
        <c:auto val="1"/>
        <c:lblOffset val="100"/>
        <c:baseTimeUnit val="days"/>
      </c:dateAx>
      <c:valAx>
        <c:axId val="1"/>
        <c:scaling>
          <c:orientation val="minMax"/>
        </c:scaling>
        <c:delete val="0"/>
        <c:axPos val="l"/>
        <c:numFmt formatCode="General" sourceLinked="1"/>
        <c:majorTickMark val="out"/>
        <c:minorTickMark val="none"/>
        <c:tickLblPos val="nextTo"/>
        <c:spPr>
          <a:noFill/>
          <a:ln>
            <a:solidFill>
              <a:schemeClr val="tx1"/>
            </a:solid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47917567"/>
        <c:crosses val="autoZero"/>
        <c:crossBetween val="between"/>
      </c:valAx>
      <c:spPr>
        <a:noFill/>
        <a:ln w="25400">
          <a:noFill/>
        </a:ln>
      </c:spPr>
    </c:plotArea>
    <c:plotVisOnly val="1"/>
    <c:dispBlanksAs val="gap"/>
    <c:showDLblsOverMax val="0"/>
  </c:chart>
  <c:spPr>
    <a:solidFill>
      <a:schemeClr val="bg1"/>
    </a:solidFill>
    <a:ln w="9525" cap="flat" cmpd="sng" algn="ctr">
      <a:solidFill>
        <a:schemeClr val="tx1">
          <a:lumMod val="15000"/>
          <a:lumOff val="85000"/>
        </a:schemeClr>
      </a:solidFill>
      <a:round/>
    </a:ln>
    <a:effectLst/>
  </c:spPr>
  <c:txPr>
    <a:bodyPr/>
    <a:lstStyle/>
    <a:p>
      <a:pPr>
        <a:defRPr/>
      </a:pPr>
      <a:endParaRPr lang="en-US"/>
    </a:p>
  </c:txPr>
  <c:externalData r:id="rId1">
    <c:autoUpdate val="0"/>
  </c:externalData>
</c:chartSpace>
</file>

<file path=ppt/charts/chartEx1.xml><?xml version="1.0" encoding="utf-8"?>
<cx:chartSpace xmlns:a="http://schemas.openxmlformats.org/drawingml/2006/main" xmlns:r="http://schemas.openxmlformats.org/officeDocument/2006/relationships" xmlns:cx="http://schemas.microsoft.com/office/drawing/2014/chartex">
  <cx:chartData>
    <cx:externalData r:id="rId1" cx:autoUpdate="0"/>
    <cx:data id="0">
      <cx:strDim type="cat">
        <cx:f>LBO!$C$150:$C$155</cx:f>
        <cx:lvl ptCount="6">
          <cx:pt idx="0">Opening Equity Value</cx:pt>
          <cx:pt idx="1">Transaction Costs</cx:pt>
          <cx:pt idx="2">Multiple Expansion</cx:pt>
          <cx:pt idx="3">EBITDA Uplift</cx:pt>
          <cx:pt idx="4">Net Cash Creation</cx:pt>
          <cx:pt idx="5">Closing Equity Value</cx:pt>
        </cx:lvl>
      </cx:strDim>
      <cx:numDim type="val">
        <cx:f>LBO!$AI$150:$AI$155</cx:f>
        <cx:lvl ptCount="6" formatCode="_(* #,##0_);_(* \(#,##0\);_(* &quot;-&quot;??_);_(@_)">
          <cx:pt idx="0">701173465.68048441</cx:pt>
          <cx:pt idx="1">15797076.342883935</cx:pt>
          <cx:pt idx="2">265747217.80187654</cx:pt>
          <cx:pt idx="3">307966154.07187396</cx:pt>
          <cx:pt idx="4">-127659499.0672037</cx:pt>
          <cx:pt idx="5">1163024414.829915</cx:pt>
        </cx:lvl>
      </cx:numDim>
    </cx:data>
  </cx:chartData>
  <cx:chart>
    <cx:title pos="t" align="ctr" overlay="0">
      <cx:tx>
        <cx:rich>
          <a:bodyPr spcFirstLastPara="1" vertOverflow="ellipsis" horzOverflow="overflow" wrap="square" lIns="0" tIns="0" rIns="0" bIns="0" anchor="ctr" anchorCtr="1"/>
          <a:lstStyle/>
          <a:p>
            <a:pPr rtl="0">
              <a:defRPr sz="1400">
                <a:solidFill>
                  <a:sysClr val="windowText" lastClr="000000"/>
                </a:solidFill>
              </a:defRPr>
            </a:pPr>
            <a:r>
              <a:rPr lang="en-GB" sz="1400" b="0" i="0" baseline="0">
                <a:solidFill>
                  <a:sysClr val="windowText" lastClr="000000"/>
                </a:solidFill>
                <a:effectLst/>
              </a:rPr>
              <a:t>Equity Value Creation Bridge</a:t>
            </a:r>
            <a:endParaRPr lang="en-AU" sz="1400">
              <a:solidFill>
                <a:sysClr val="windowText" lastClr="000000"/>
              </a:solidFill>
              <a:effectLst/>
            </a:endParaRPr>
          </a:p>
        </cx:rich>
      </cx:tx>
    </cx:title>
    <cx:plotArea>
      <cx:plotAreaRegion>
        <cx:series layoutId="waterfall" uniqueId="{2C7B03D0-370C-424D-80F1-C7D47E8F556B}">
          <cx:spPr>
            <a:ln>
              <a:noFill/>
            </a:ln>
          </cx:spPr>
          <cx:dataLabels pos="outEnd">
            <cx:txPr>
              <a:bodyPr vertOverflow="overflow" horzOverflow="overflow" wrap="square" lIns="0" tIns="0" rIns="0" bIns="0"/>
              <a:lstStyle/>
              <a:p>
                <a:pPr algn="ctr" rtl="0">
                  <a:defRPr sz="900" b="0" i="0">
                    <a:solidFill>
                      <a:sysClr val="windowText" lastClr="000000"/>
                    </a:solidFill>
                    <a:latin typeface="Calibri" panose="020F0502020204030204" pitchFamily="34" charset="0"/>
                    <a:ea typeface="Calibri" panose="020F0502020204030204" pitchFamily="34" charset="0"/>
                    <a:cs typeface="Calibri" panose="020F0502020204030204" pitchFamily="34" charset="0"/>
                  </a:defRPr>
                </a:pPr>
                <a:endParaRPr lang="en-AU">
                  <a:solidFill>
                    <a:sysClr val="windowText" lastClr="000000"/>
                  </a:solidFill>
                </a:endParaRPr>
              </a:p>
            </cx:txPr>
            <cx:visibility seriesName="0" categoryName="0" value="1"/>
          </cx:dataLabels>
          <cx:dataId val="0"/>
          <cx:layoutPr>
            <cx:visibility connectorLines="1"/>
            <cx:subtotals>
              <cx:idx val="0"/>
              <cx:idx val="5"/>
            </cx:subtotals>
          </cx:layoutPr>
        </cx:series>
      </cx:plotAreaRegion>
      <cx:axis id="0">
        <cx:catScaling gapWidth="0.5"/>
        <cx:tickLabels/>
        <cx:txPr>
          <a:bodyPr vertOverflow="overflow" horzOverflow="overflow" wrap="square" lIns="0" tIns="0" rIns="0" bIns="0"/>
          <a:lstStyle/>
          <a:p>
            <a:pPr algn="ctr" rtl="0">
              <a:defRPr sz="900" b="0" i="0">
                <a:solidFill>
                  <a:sysClr val="windowText" lastClr="000000"/>
                </a:solidFill>
                <a:latin typeface="Calibri" panose="020F0502020204030204" pitchFamily="34" charset="0"/>
                <a:ea typeface="Calibri" panose="020F0502020204030204" pitchFamily="34" charset="0"/>
                <a:cs typeface="Calibri" panose="020F0502020204030204" pitchFamily="34" charset="0"/>
              </a:defRPr>
            </a:pPr>
            <a:endParaRPr lang="en-AU">
              <a:solidFill>
                <a:sysClr val="windowText" lastClr="000000"/>
              </a:solidFill>
            </a:endParaRPr>
          </a:p>
        </cx:txPr>
      </cx:axis>
      <cx:axis id="1" hidden="1">
        <cx:valScaling/>
        <cx:tickLabels/>
        <cx:txPr>
          <a:bodyPr vertOverflow="overflow" horzOverflow="overflow" wrap="square" lIns="0" tIns="0" rIns="0" bIns="0"/>
          <a:lstStyle/>
          <a:p>
            <a:pPr algn="ctr" rtl="0">
              <a:defRPr sz="900" b="0" i="0">
                <a:solidFill>
                  <a:sysClr val="windowText" lastClr="000000"/>
                </a:solidFill>
                <a:latin typeface="Calibri" panose="020F0502020204030204" pitchFamily="34" charset="0"/>
                <a:ea typeface="Calibri" panose="020F0502020204030204" pitchFamily="34" charset="0"/>
                <a:cs typeface="Calibri" panose="020F0502020204030204" pitchFamily="34" charset="0"/>
              </a:defRPr>
            </a:pPr>
            <a:endParaRPr lang="en-AU">
              <a:solidFill>
                <a:sysClr val="windowText" lastClr="000000"/>
              </a:solidFill>
            </a:endParaRPr>
          </a:p>
        </cx:txPr>
      </cx:axis>
    </cx:plotArea>
  </cx:chart>
  <cx:spPr>
    <a:noFill/>
    <a:ln w="9525">
      <a:solidFill>
        <a:schemeClr val="tx1"/>
      </a:solidFill>
    </a:ln>
  </cx:spPr>
  <cx:fmtOvrs>
    <cx:fmtOvr idx="2">
      <cx:spPr>
        <a:solidFill>
          <a:schemeClr val="accent1"/>
        </a:solidFill>
      </cx:spPr>
    </cx:fmtOvr>
    <cx:fmtOvr idx="1">
      <cx:spPr>
        <a:solidFill>
          <a:srgbClr val="FF0000"/>
        </a:solidFill>
      </cx:spPr>
    </cx:fmtOvr>
    <cx:fmtOvr idx="0">
      <cx:spPr>
        <a:solidFill>
          <a:srgbClr val="92D050"/>
        </a:solidFill>
      </cx:spPr>
    </cx:fmtOvr>
  </cx:fmtOvrs>
</cx: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395">
  <cs:axisTitle>
    <cs:lnRef idx="0"/>
    <cs:fillRef idx="0"/>
    <cs:effectRef idx="0"/>
    <cs:fontRef idx="minor">
      <a:schemeClr val="tx1">
        <a:lumMod val="65000"/>
        <a:lumOff val="35000"/>
      </a:schemeClr>
    </cs:fontRef>
    <cs:defRPr sz="9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cs:chartArea>
  <cs:dataLabel>
    <cs:lnRef idx="0"/>
    <cs:fillRef idx="0"/>
    <cs:effectRef idx="0"/>
    <cs:fontRef idx="minor">
      <a:schemeClr val="tx1">
        <a:lumMod val="65000"/>
        <a:lumOff val="35000"/>
      </a:schemeClr>
    </cs:fontRef>
    <cs:defRPr sz="9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5"/>
  <cs:dataPointWireframe>
    <cs:lnRef idx="0">
      <cs:styleClr val="auto"/>
    </cs:lnRef>
    <cs:fillRef idx="0"/>
    <cs:effectRef idx="0"/>
    <cs:fontRef idx="minor">
      <a:schemeClr val="tx1"/>
    </cs:fontRef>
    <cs:spPr>
      <a:ln w="2857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15000"/>
            <a:lumOff val="8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seriesAxis>
  <cs:seriesLine>
    <cs:lnRef idx="0"/>
    <cs:fillRef idx="0"/>
    <cs:effectRef idx="0"/>
    <cs:fontRef idx="minor">
      <a:schemeClr val="tx1"/>
    </cs:fontRef>
    <cs:spPr>
      <a:ln w="9525" cap="flat">
        <a:solidFill>
          <a:srgbClr val="D9D9D9"/>
        </a:solidFill>
        <a:round/>
      </a:ln>
    </cs:spPr>
  </cs:seriesLine>
  <cs:title>
    <cs:lnRef idx="0"/>
    <cs:fillRef idx="0"/>
    <cs:effectRef idx="0"/>
    <cs:fontRef idx="minor">
      <a:schemeClr val="tx1">
        <a:lumMod val="65000"/>
        <a:lumOff val="35000"/>
      </a:schemeClr>
    </cs:fontRef>
    <cs:defRPr sz="140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cs:valueAxis>
  <cs:wall>
    <cs:lnRef idx="0"/>
    <cs:fillRef idx="0"/>
    <cs:effectRef idx="0"/>
    <cs:fontRef idx="minor">
      <a:schemeClr val="tx1"/>
    </cs:fontRef>
  </cs:wall>
</cs:chartStyle>
</file>

<file path=ppt/comments/modernComment_4A0_F3D605D1.xml><?xml version="1.0" encoding="utf-8"?>
<p188:cmLst xmlns:a="http://schemas.openxmlformats.org/drawingml/2006/main" xmlns:r="http://schemas.openxmlformats.org/officeDocument/2006/relationships" xmlns:p188="http://schemas.microsoft.com/office/powerpoint/2018/8/main">
  <p188:cm id="{CCDCB63A-AA2A-48A1-BCF7-6619E7088375}" authorId="{F5992C9F-144F-14E1-0EFF-5C80D07F3F50}" status="resolved" created="2023-05-22T07:19:16.586" complete="100000">
    <ac:txMkLst xmlns:ac="http://schemas.microsoft.com/office/drawing/2013/main/command">
      <pc:docMk xmlns:pc="http://schemas.microsoft.com/office/powerpoint/2013/main/command"/>
      <pc:sldMk xmlns:pc="http://schemas.microsoft.com/office/powerpoint/2013/main/command" cId="4090889681" sldId="1184"/>
      <ac:spMk id="7" creationId="{C80CFA45-F89E-01CD-AC34-E0792D460E9A}"/>
      <ac:txMk cp="66" len="45">
        <ac:context len="182" hash="947810617"/>
      </ac:txMk>
    </ac:txMkLst>
    <p188:txBody>
      <a:bodyPr/>
      <a:lstStyle/>
      <a:p>
        <a:r>
          <a:rPr lang="en-AU"/>
          <a:t>Can I say this LOL</a:t>
        </a:r>
      </a:p>
    </p188:txBody>
  </p188:cm>
</p188:cmLst>
</file>

<file path=ppt/comments/modernComment_490_37B694B6.xml><?xml version="1.0" encoding="utf-8"?>
<p188:cmLst xmlns:a="http://schemas.openxmlformats.org/drawingml/2006/main" xmlns:r="http://schemas.openxmlformats.org/officeDocument/2006/relationships" xmlns:p188="http://schemas.microsoft.com/office/powerpoint/2018/8/main">
  <p188:cm id="{BB9E2331-F258-4229-989B-9EE85AFE34A0}" authorId="{F5992C9F-144F-14E1-0EFF-5C80D07F3F50}" created="2023-05-22T12:14:58.938">
    <ac:txMkLst xmlns:ac="http://schemas.microsoft.com/office/drawing/2013/main/command">
      <pc:docMk xmlns:pc="http://schemas.microsoft.com/office/powerpoint/2013/main/command"/>
      <pc:sldMk xmlns:pc="http://schemas.microsoft.com/office/powerpoint/2013/main/command" cId="934712502" sldId="1168"/>
      <ac:spMk id="35" creationId="{C92EBAC9-310D-4686-0428-4A35DA9FD924}"/>
      <ac:txMk cp="208">
        <ac:context len="209" hash="3452986620"/>
      </ac:txMk>
    </ac:txMkLst>
    <p188:pos x="1938752" y="760330"/>
    <p188:replyLst>
      <p188:reply id="{91F2E4F2-A22F-4F26-B406-34D2F1A89CCD}" authorId="{C80FAA09-69DC-E13D-C3FA-E77836864592}" created="2023-05-23T02:52:58.514">
        <p188:txBody>
          <a:bodyPr/>
          <a:lstStyle/>
          <a:p>
            <a:r>
              <a:rPr lang="en-US"/>
              <a:t>We will make mention of synergies</a:t>
            </a:r>
          </a:p>
        </p188:txBody>
      </p188:reply>
    </p188:replyLst>
    <p188:txBody>
      <a:bodyPr/>
      <a:lstStyle/>
      <a:p>
        <a:r>
          <a:rPr lang="en-AU"/>
          <a:t>Not sure if this is true</a:t>
        </a:r>
      </a:p>
    </p188:txBody>
  </p188:cm>
  <p188:cm id="{B9CA4394-EDAE-4A7B-9C28-ABD4768330F9}" authorId="{F5992C9F-144F-14E1-0EFF-5C80D07F3F50}" created="2023-05-22T12:17:33.693">
    <ac:txMkLst xmlns:ac="http://schemas.microsoft.com/office/drawing/2013/main/command">
      <pc:docMk xmlns:pc="http://schemas.microsoft.com/office/powerpoint/2013/main/command"/>
      <pc:sldMk xmlns:pc="http://schemas.microsoft.com/office/powerpoint/2013/main/command" cId="934712502" sldId="1168"/>
      <ac:spMk id="43" creationId="{E28D399E-08A4-DB5C-2CC7-04D638CA7902}"/>
      <ac:txMk cp="166">
        <ac:context len="167" hash="485831444"/>
      </ac:txMk>
    </ac:txMkLst>
    <p188:pos x="3620522" y="211432"/>
    <p188:replyLst>
      <p188:reply id="{B5118730-96F7-467E-9EF4-556ABCEB7C9C}" authorId="{C80FAA09-69DC-E13D-C3FA-E77836864592}" created="2023-05-23T02:45:24.098">
        <p188:txBody>
          <a:bodyPr/>
          <a:lstStyle/>
          <a:p>
            <a:r>
              <a:rPr lang="en-US"/>
              <a:t>Read ASX announcement - not related to BGH and is actually a bad thing for the acquisition of Virtus - makes it harder for bolt on acquisitions later on</a:t>
            </a:r>
          </a:p>
        </p188:txBody>
      </p188:reply>
    </p188:replyLst>
    <p188:txBody>
      <a:bodyPr/>
      <a:lstStyle/>
      <a:p>
        <a:r>
          <a:rPr lang="en-AU"/>
          <a:t>Need to fix</a:t>
        </a:r>
      </a:p>
    </p188:txBody>
  </p188:cm>
</p188:cmLst>
</file>

<file path=ppt/comments/modernComment_495_A00624BB.xml><?xml version="1.0" encoding="utf-8"?>
<p188:cmLst xmlns:a="http://schemas.openxmlformats.org/drawingml/2006/main" xmlns:r="http://schemas.openxmlformats.org/officeDocument/2006/relationships" xmlns:p188="http://schemas.microsoft.com/office/powerpoint/2018/8/main">
  <p188:cm id="{940A15E8-5E2A-45B0-943B-533D41FB2F34}" authorId="{3D29611C-753B-5995-1E82-0FF15CB5F39B}" status="resolved" created="2023-05-22T14:34:39.177" complete="100000">
    <ac:deMkLst xmlns:ac="http://schemas.microsoft.com/office/drawing/2013/main/command">
      <pc:docMk xmlns:pc="http://schemas.microsoft.com/office/powerpoint/2013/main/command"/>
      <pc:sldMk xmlns:pc="http://schemas.microsoft.com/office/powerpoint/2013/main/command" cId="2684757179" sldId="1173"/>
      <ac:picMk id="35" creationId="{F97AB1F6-F76F-638A-FFBB-B4B21B18DD5D}"/>
    </ac:deMkLst>
    <p188:replyLst>
      <p188:reply id="{5652B70F-A4B4-4062-924D-84DC561C1229}" authorId="{C80FAA09-69DC-E13D-C3FA-E77836864592}" created="2023-05-23T02:15:23.731">
        <p188:txBody>
          <a:bodyPr/>
          <a:lstStyle/>
          <a:p>
            <a:r>
              <a:rPr lang="en-US"/>
              <a:t>I have sent an excel doc with graph info to the chat</a:t>
            </a:r>
          </a:p>
        </p188:txBody>
      </p188:reply>
    </p188:replyLst>
    <p188:txBody>
      <a:bodyPr/>
      <a:lstStyle/>
      <a:p>
        <a:r>
          <a:rPr lang="en-AU"/>
          <a:t>Change graph to formatted from excel; change x-axis formatting to mmm-yy; Inc font size of callouts </a:t>
        </a:r>
      </a:p>
    </p188:txBody>
  </p188:cm>
</p188:cmLst>
</file>

<file path=ppt/comments/modernComment_496_714F0F4C.xml><?xml version="1.0" encoding="utf-8"?>
<p188:cmLst xmlns:a="http://schemas.openxmlformats.org/drawingml/2006/main" xmlns:r="http://schemas.openxmlformats.org/officeDocument/2006/relationships" xmlns:p188="http://schemas.microsoft.com/office/powerpoint/2018/8/main">
  <p188:cm id="{CAF81A3D-774B-4070-8A94-C737419874FC}" authorId="{F5992C9F-144F-14E1-0EFF-5C80D07F3F50}" created="2023-05-22T02:11:18.179">
    <ac:txMkLst xmlns:ac="http://schemas.microsoft.com/office/drawing/2013/main/command">
      <pc:docMk xmlns:pc="http://schemas.microsoft.com/office/powerpoint/2013/main/command"/>
      <pc:sldMk xmlns:pc="http://schemas.microsoft.com/office/powerpoint/2013/main/command" cId="1901006668" sldId="1174"/>
      <ac:graphicFrameMk id="26" creationId="{006024AA-6A43-D14B-A938-388A9F8ECE85}"/>
      <ac:tblMk/>
      <ac:tcMk rowId="941749254" colId="2929818628"/>
      <ac:txMk cp="0" len="15">
        <ac:context len="673" hash="3874792882"/>
      </ac:txMk>
    </ac:txMkLst>
    <p188:pos x="7180145" y="3149683"/>
    <p188:replyLst>
      <p188:reply id="{D8BE7C5C-BA6D-4451-B589-BE9C11A802E7}" authorId="{C80FAA09-69DC-E13D-C3FA-E77836864592}" created="2023-05-23T02:04:57.108">
        <p188:txBody>
          <a:bodyPr/>
          <a:lstStyle/>
          <a:p>
            <a:r>
              <a:rPr lang="en-US"/>
              <a:t>Also we will move the exclusive DD part to a situation overview / timeline, doesn't really fit for this slide</a:t>
            </a:r>
          </a:p>
        </p188:txBody>
      </p188:reply>
    </p188:replyLst>
    <p188:txBody>
      <a:bodyPr/>
      <a:lstStyle/>
      <a:p>
        <a:r>
          <a:rPr lang="en-AU"/>
          <a:t>change</a:t>
        </a:r>
      </a:p>
    </p188:txBody>
  </p188:cm>
  <p188:cm id="{DD455198-7C0F-4F97-8119-01787E33F28E}" authorId="{F5992C9F-144F-14E1-0EFF-5C80D07F3F50}" created="2023-05-22T12:47:01.366">
    <ac:txMkLst xmlns:ac="http://schemas.microsoft.com/office/drawing/2013/main/command">
      <pc:docMk xmlns:pc="http://schemas.microsoft.com/office/powerpoint/2013/main/command"/>
      <pc:sldMk xmlns:pc="http://schemas.microsoft.com/office/powerpoint/2013/main/command" cId="1901006668" sldId="1174"/>
      <ac:graphicFrameMk id="26" creationId="{006024AA-6A43-D14B-A938-388A9F8ECE85}"/>
      <ac:tblMk/>
      <ac:tcMk rowId="2398524099" colId="1600806769"/>
      <ac:txMk cp="622" len="37">
        <ac:context len="661" hash="3017024641"/>
      </ac:txMk>
    </ac:txMkLst>
    <p188:pos x="10882441" y="2811607"/>
    <p188:replyLst>
      <p188:reply id="{678FD71A-A754-4D58-A892-CA558BDF8F82}" authorId="{C80FAA09-69DC-E13D-C3FA-E77836864592}" created="2023-05-23T02:04:33.499">
        <p188:txBody>
          <a:bodyPr/>
          <a:lstStyle/>
          <a:p>
            <a:r>
              <a:rPr lang="en-US"/>
              <a:t>all bids that are accepted/progressed by the board get DD, there is no more sole exclusivity</a:t>
            </a:r>
          </a:p>
        </p188:txBody>
      </p188:reply>
    </p188:replyLst>
    <p188:txBody>
      <a:bodyPr/>
      <a:lstStyle/>
      <a:p>
        <a:r>
          <a:rPr lang="en-AU"/>
          <a:t>Cannot find anywhere whether we will get due diligence or not</a:t>
        </a:r>
      </a:p>
    </p188:txBody>
  </p188:cm>
  <p188:cm id="{AFAABC71-B8B6-4601-A2AD-A5DA4394EFB1}" authorId="{F5992C9F-144F-14E1-0EFF-5C80D07F3F50}" created="2023-05-22T13:05:49.641">
    <ac:txMkLst xmlns:ac="http://schemas.microsoft.com/office/drawing/2013/main/command">
      <pc:docMk xmlns:pc="http://schemas.microsoft.com/office/powerpoint/2013/main/command"/>
      <pc:sldMk xmlns:pc="http://schemas.microsoft.com/office/powerpoint/2013/main/command" cId="1901006668" sldId="1174"/>
      <ac:graphicFrameMk id="26" creationId="{006024AA-6A43-D14B-A938-388A9F8ECE85}"/>
      <ac:tblMk/>
      <ac:tcMk rowId="2398524099" colId="1600806769"/>
      <ac:txMk cp="576" len="15">
        <ac:context len="661" hash="3017024641"/>
      </ac:txMk>
    </ac:txMkLst>
    <p188:pos x="10053101" y="2598956"/>
    <p188:replyLst>
      <p188:reply id="{7FB6AAEE-2839-4744-AD5C-C286616E0E01}" authorId="{C80FAA09-69DC-E13D-C3FA-E77836864592}" created="2023-05-23T02:05:17.328">
        <p188:txBody>
          <a:bodyPr/>
          <a:lstStyle/>
          <a:p>
            <a:r>
              <a:rPr lang="en-US"/>
              <a:t>Confirmed - more complicated and there were developments after this though</a:t>
            </a:r>
          </a:p>
        </p188:txBody>
      </p188:reply>
    </p188:replyLst>
    <p188:txBody>
      <a:bodyPr/>
      <a:lstStyle/>
      <a:p>
        <a:r>
          <a:rPr lang="en-AU"/>
          <a:t>Can someone confirm with me</a:t>
        </a:r>
      </a:p>
    </p188:txBody>
  </p188:cm>
</p188:cmLst>
</file>

<file path=ppt/comments/modernComment_497_8A44D6C.xml><?xml version="1.0" encoding="utf-8"?>
<p188:cmLst xmlns:a="http://schemas.openxmlformats.org/drawingml/2006/main" xmlns:r="http://schemas.openxmlformats.org/officeDocument/2006/relationships" xmlns:p188="http://schemas.microsoft.com/office/powerpoint/2018/8/main">
  <p188:cm id="{7F56A3FE-2171-41A5-B033-EDBE9FB2B92A}" authorId="{F5992C9F-144F-14E1-0EFF-5C80D07F3F50}" created="2023-05-22T13:19:41.972">
    <ac:txMkLst xmlns:ac="http://schemas.microsoft.com/office/drawing/2013/main/command">
      <pc:docMk xmlns:pc="http://schemas.microsoft.com/office/powerpoint/2013/main/command"/>
      <pc:sldMk xmlns:pc="http://schemas.microsoft.com/office/powerpoint/2013/main/command" cId="144985452" sldId="1175"/>
      <ac:spMk id="18" creationId="{33405EAF-29FE-2A55-8A16-14F5521D8D0F}"/>
      <ac:txMk cp="0" len="7">
        <ac:context len="8" hash="2704353141"/>
      </ac:txMk>
    </ac:txMkLst>
    <p188:pos x="1118902" y="216047"/>
    <p188:txBody>
      <a:bodyPr/>
      <a:lstStyle/>
      <a:p>
        <a:r>
          <a:rPr lang="en-AU"/>
          <a:t>Can someone check numbers</a:t>
        </a:r>
      </a:p>
    </p188:txBody>
  </p188:cm>
</p188: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98B661F-F405-45B0-ADA4-FD72DF43608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a:extLst>
              <a:ext uri="{FF2B5EF4-FFF2-40B4-BE49-F238E27FC236}">
                <a16:creationId xmlns:a16="http://schemas.microsoft.com/office/drawing/2014/main" id="{9F4B30CB-C900-4C6B-A669-7A561B61D7B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C3132D7-9011-4246-8223-798796E0FE5E}" type="datetimeFigureOut">
              <a:rPr lang="en-AU" smtClean="0"/>
              <a:t>11/02/2025</a:t>
            </a:fld>
            <a:endParaRPr lang="en-AU"/>
          </a:p>
        </p:txBody>
      </p:sp>
      <p:sp>
        <p:nvSpPr>
          <p:cNvPr id="4" name="Footer Placeholder 3">
            <a:extLst>
              <a:ext uri="{FF2B5EF4-FFF2-40B4-BE49-F238E27FC236}">
                <a16:creationId xmlns:a16="http://schemas.microsoft.com/office/drawing/2014/main" id="{95CCC591-3EC7-4E39-8085-2689A6615C9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5" name="Slide Number Placeholder 4">
            <a:extLst>
              <a:ext uri="{FF2B5EF4-FFF2-40B4-BE49-F238E27FC236}">
                <a16:creationId xmlns:a16="http://schemas.microsoft.com/office/drawing/2014/main" id="{5BAE5D33-5D5B-4024-8A44-6C5093BDEAF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08B4B17-7D4C-498B-86E3-F1BFDA4FD8B9}" type="slidenum">
              <a:rPr lang="en-AU" smtClean="0"/>
              <a:t>‹#›</a:t>
            </a:fld>
            <a:endParaRPr lang="en-AU"/>
          </a:p>
        </p:txBody>
      </p:sp>
    </p:spTree>
    <p:extLst>
      <p:ext uri="{BB962C8B-B14F-4D97-AF65-F5344CB8AC3E}">
        <p14:creationId xmlns:p14="http://schemas.microsoft.com/office/powerpoint/2010/main" val="145816583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8B0B8B3-D249-49ED-BEDC-B1789B27CE17}" type="datetimeFigureOut">
              <a:rPr lang="en-AU" smtClean="0"/>
              <a:t>11/02/2025</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8A855D-2B08-4F98-A4A1-3FF6D853F998}" type="slidenum">
              <a:rPr lang="en-AU" smtClean="0"/>
              <a:t>‹#›</a:t>
            </a:fld>
            <a:endParaRPr lang="en-AU"/>
          </a:p>
        </p:txBody>
      </p:sp>
    </p:spTree>
    <p:extLst>
      <p:ext uri="{BB962C8B-B14F-4D97-AF65-F5344CB8AC3E}">
        <p14:creationId xmlns:p14="http://schemas.microsoft.com/office/powerpoint/2010/main" val="42170440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E8A855D-2B08-4F98-A4A1-3FF6D853F998}" type="slidenum">
              <a:rPr lang="en-AU" smtClean="0"/>
              <a:t>12</a:t>
            </a:fld>
            <a:endParaRPr lang="en-AU"/>
          </a:p>
        </p:txBody>
      </p:sp>
    </p:spTree>
    <p:extLst>
      <p:ext uri="{BB962C8B-B14F-4D97-AF65-F5344CB8AC3E}">
        <p14:creationId xmlns:p14="http://schemas.microsoft.com/office/powerpoint/2010/main" val="24898669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E8A855D-2B08-4F98-A4A1-3FF6D853F998}" type="slidenum">
              <a:rPr lang="en-AU" smtClean="0"/>
              <a:t>23</a:t>
            </a:fld>
            <a:endParaRPr lang="en-AU"/>
          </a:p>
        </p:txBody>
      </p:sp>
    </p:spTree>
    <p:extLst>
      <p:ext uri="{BB962C8B-B14F-4D97-AF65-F5344CB8AC3E}">
        <p14:creationId xmlns:p14="http://schemas.microsoft.com/office/powerpoint/2010/main" val="39324943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Presentation Cover">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69FF771C-DA9D-4675-BA7A-D1C266199448}"/>
              </a:ext>
            </a:extLst>
          </p:cNvPr>
          <p:cNvSpPr/>
          <p:nvPr userDrawn="1"/>
        </p:nvSpPr>
        <p:spPr>
          <a:xfrm>
            <a:off x="0" y="4665663"/>
            <a:ext cx="12191998" cy="219233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0" name="Rectangle 9">
            <a:extLst>
              <a:ext uri="{FF2B5EF4-FFF2-40B4-BE49-F238E27FC236}">
                <a16:creationId xmlns:a16="http://schemas.microsoft.com/office/drawing/2014/main" id="{2E6B62E6-5700-4607-A530-AC24D44C6C16}"/>
              </a:ext>
            </a:extLst>
          </p:cNvPr>
          <p:cNvSpPr/>
          <p:nvPr userDrawn="1"/>
        </p:nvSpPr>
        <p:spPr>
          <a:xfrm>
            <a:off x="-1" y="0"/>
            <a:ext cx="12191999" cy="4660899"/>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a:t>INSERT COVER PHOTO</a:t>
            </a:r>
          </a:p>
        </p:txBody>
      </p:sp>
      <p:sp>
        <p:nvSpPr>
          <p:cNvPr id="19" name="Rectangle 18">
            <a:extLst>
              <a:ext uri="{FF2B5EF4-FFF2-40B4-BE49-F238E27FC236}">
                <a16:creationId xmlns:a16="http://schemas.microsoft.com/office/drawing/2014/main" id="{9F32BAFE-E7D9-4AA4-A8D3-0B463C713279}"/>
              </a:ext>
            </a:extLst>
          </p:cNvPr>
          <p:cNvSpPr/>
          <p:nvPr userDrawn="1"/>
        </p:nvSpPr>
        <p:spPr>
          <a:xfrm>
            <a:off x="241745" y="4951414"/>
            <a:ext cx="1614488" cy="1614488"/>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tx1"/>
              </a:solidFill>
            </a:endParaRPr>
          </a:p>
        </p:txBody>
      </p:sp>
      <p:sp>
        <p:nvSpPr>
          <p:cNvPr id="3" name="Title 2">
            <a:extLst>
              <a:ext uri="{FF2B5EF4-FFF2-40B4-BE49-F238E27FC236}">
                <a16:creationId xmlns:a16="http://schemas.microsoft.com/office/drawing/2014/main" id="{5F133C4F-B950-4EC7-BBB3-616D4834DE70}"/>
              </a:ext>
            </a:extLst>
          </p:cNvPr>
          <p:cNvSpPr>
            <a:spLocks noGrp="1"/>
          </p:cNvSpPr>
          <p:nvPr>
            <p:ph type="title" hasCustomPrompt="1"/>
          </p:nvPr>
        </p:nvSpPr>
        <p:spPr>
          <a:xfrm>
            <a:off x="2105121" y="5348270"/>
            <a:ext cx="8671273" cy="827976"/>
          </a:xfrm>
        </p:spPr>
        <p:txBody>
          <a:bodyPr/>
          <a:lstStyle>
            <a:lvl1pPr>
              <a:defRPr cap="small" baseline="0"/>
            </a:lvl1pPr>
          </a:lstStyle>
          <a:p>
            <a:r>
              <a:rPr lang="en-US">
                <a:solidFill>
                  <a:schemeClr val="tx1"/>
                </a:solidFill>
              </a:rPr>
              <a:t>Presentation Title</a:t>
            </a:r>
            <a:endParaRPr lang="en-AU">
              <a:solidFill>
                <a:schemeClr val="tx1"/>
              </a:solidFill>
            </a:endParaRPr>
          </a:p>
        </p:txBody>
      </p:sp>
      <p:cxnSp>
        <p:nvCxnSpPr>
          <p:cNvPr id="24" name="Straight Connector 23">
            <a:extLst>
              <a:ext uri="{FF2B5EF4-FFF2-40B4-BE49-F238E27FC236}">
                <a16:creationId xmlns:a16="http://schemas.microsoft.com/office/drawing/2014/main" id="{83AF27C9-6A28-4546-9CF8-9C4641A1644C}"/>
              </a:ext>
            </a:extLst>
          </p:cNvPr>
          <p:cNvCxnSpPr>
            <a:cxnSpLocks/>
          </p:cNvCxnSpPr>
          <p:nvPr userDrawn="1"/>
        </p:nvCxnSpPr>
        <p:spPr>
          <a:xfrm>
            <a:off x="0" y="4655345"/>
            <a:ext cx="12192000" cy="0"/>
          </a:xfrm>
          <a:prstGeom prst="line">
            <a:avLst/>
          </a:prstGeom>
          <a:ln>
            <a:solidFill>
              <a:schemeClr val="accent6"/>
            </a:solidFill>
            <a:prstDash val="lgDash"/>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73195469-996A-471B-B16D-8F58AFA231AB}"/>
              </a:ext>
            </a:extLst>
          </p:cNvPr>
          <p:cNvCxnSpPr>
            <a:cxnSpLocks/>
          </p:cNvCxnSpPr>
          <p:nvPr userDrawn="1"/>
        </p:nvCxnSpPr>
        <p:spPr>
          <a:xfrm>
            <a:off x="0" y="4711325"/>
            <a:ext cx="12192000" cy="0"/>
          </a:xfrm>
          <a:prstGeom prst="line">
            <a:avLst/>
          </a:prstGeom>
          <a:ln w="57150">
            <a:solidFill>
              <a:srgbClr val="F4F2E2"/>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1F722D23-C6DA-4F88-B1CD-F7519BB23C35}"/>
              </a:ext>
            </a:extLst>
          </p:cNvPr>
          <p:cNvCxnSpPr>
            <a:cxnSpLocks/>
          </p:cNvCxnSpPr>
          <p:nvPr userDrawn="1"/>
        </p:nvCxnSpPr>
        <p:spPr>
          <a:xfrm>
            <a:off x="0" y="4768936"/>
            <a:ext cx="12192000" cy="0"/>
          </a:xfrm>
          <a:prstGeom prst="line">
            <a:avLst/>
          </a:prstGeom>
          <a:ln w="19050">
            <a:solidFill>
              <a:srgbClr val="F4F2E2"/>
            </a:solidFill>
          </a:ln>
        </p:spPr>
        <p:style>
          <a:lnRef idx="1">
            <a:schemeClr val="accent1"/>
          </a:lnRef>
          <a:fillRef idx="0">
            <a:schemeClr val="accent1"/>
          </a:fillRef>
          <a:effectRef idx="0">
            <a:schemeClr val="accent1"/>
          </a:effectRef>
          <a:fontRef idx="minor">
            <a:schemeClr val="tx1"/>
          </a:fontRef>
        </p:style>
      </p:cxnSp>
      <p:grpSp>
        <p:nvGrpSpPr>
          <p:cNvPr id="35" name="Group 34">
            <a:extLst>
              <a:ext uri="{FF2B5EF4-FFF2-40B4-BE49-F238E27FC236}">
                <a16:creationId xmlns:a16="http://schemas.microsoft.com/office/drawing/2014/main" id="{48D99110-06CF-49EA-8268-237129CBBCF6}"/>
              </a:ext>
            </a:extLst>
          </p:cNvPr>
          <p:cNvGrpSpPr/>
          <p:nvPr userDrawn="1"/>
        </p:nvGrpSpPr>
        <p:grpSpPr>
          <a:xfrm>
            <a:off x="0" y="7930376"/>
            <a:ext cx="12192000" cy="163912"/>
            <a:chOff x="0" y="7930376"/>
            <a:chExt cx="12192000" cy="163912"/>
          </a:xfrm>
          <a:solidFill>
            <a:schemeClr val="tx2">
              <a:lumMod val="20000"/>
              <a:lumOff val="80000"/>
            </a:schemeClr>
          </a:solidFill>
        </p:grpSpPr>
        <p:sp>
          <p:nvSpPr>
            <p:cNvPr id="36" name="Rectangle 35">
              <a:extLst>
                <a:ext uri="{FF2B5EF4-FFF2-40B4-BE49-F238E27FC236}">
                  <a16:creationId xmlns:a16="http://schemas.microsoft.com/office/drawing/2014/main" id="{F4D89D00-6503-44DC-B237-E1E36E021D0A}"/>
                </a:ext>
              </a:extLst>
            </p:cNvPr>
            <p:cNvSpPr/>
            <p:nvPr userDrawn="1"/>
          </p:nvSpPr>
          <p:spPr>
            <a:xfrm flipV="1">
              <a:off x="0" y="7930376"/>
              <a:ext cx="12192000" cy="45719"/>
            </a:xfrm>
            <a:prstGeom prst="rect">
              <a:avLst/>
            </a:prstGeom>
            <a:grpFill/>
            <a:ln>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7" name="Rectangle 36">
              <a:extLst>
                <a:ext uri="{FF2B5EF4-FFF2-40B4-BE49-F238E27FC236}">
                  <a16:creationId xmlns:a16="http://schemas.microsoft.com/office/drawing/2014/main" id="{D638C36C-3C91-4976-84A2-F940F5FABE51}"/>
                </a:ext>
              </a:extLst>
            </p:cNvPr>
            <p:cNvSpPr/>
            <p:nvPr userDrawn="1"/>
          </p:nvSpPr>
          <p:spPr>
            <a:xfrm>
              <a:off x="5853661" y="7948893"/>
              <a:ext cx="484678" cy="145395"/>
            </a:xfrm>
            <a:prstGeom prst="rect">
              <a:avLst/>
            </a:prstGeom>
            <a:grpFill/>
            <a:ln>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grpSp>
        <p:nvGrpSpPr>
          <p:cNvPr id="38" name="Group 37">
            <a:extLst>
              <a:ext uri="{FF2B5EF4-FFF2-40B4-BE49-F238E27FC236}">
                <a16:creationId xmlns:a16="http://schemas.microsoft.com/office/drawing/2014/main" id="{E90B8923-0F8D-4606-BBFF-985974255595}"/>
              </a:ext>
            </a:extLst>
          </p:cNvPr>
          <p:cNvGrpSpPr/>
          <p:nvPr userDrawn="1"/>
        </p:nvGrpSpPr>
        <p:grpSpPr>
          <a:xfrm>
            <a:off x="0" y="-1244108"/>
            <a:ext cx="12192000" cy="155166"/>
            <a:chOff x="0" y="-1244108"/>
            <a:chExt cx="12192000" cy="155166"/>
          </a:xfrm>
          <a:solidFill>
            <a:schemeClr val="tx2">
              <a:lumMod val="20000"/>
              <a:lumOff val="80000"/>
            </a:schemeClr>
          </a:solidFill>
        </p:grpSpPr>
        <p:sp>
          <p:nvSpPr>
            <p:cNvPr id="39" name="Rectangle 38">
              <a:extLst>
                <a:ext uri="{FF2B5EF4-FFF2-40B4-BE49-F238E27FC236}">
                  <a16:creationId xmlns:a16="http://schemas.microsoft.com/office/drawing/2014/main" id="{C4D6D3F6-4EC0-437B-8341-595A99CF6269}"/>
                </a:ext>
              </a:extLst>
            </p:cNvPr>
            <p:cNvSpPr/>
            <p:nvPr userDrawn="1"/>
          </p:nvSpPr>
          <p:spPr>
            <a:xfrm flipV="1">
              <a:off x="0" y="-1134661"/>
              <a:ext cx="12192000" cy="45719"/>
            </a:xfrm>
            <a:prstGeom prst="rect">
              <a:avLst/>
            </a:prstGeom>
            <a:grpFill/>
            <a:ln>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0" name="Rectangle 39">
              <a:extLst>
                <a:ext uri="{FF2B5EF4-FFF2-40B4-BE49-F238E27FC236}">
                  <a16:creationId xmlns:a16="http://schemas.microsoft.com/office/drawing/2014/main" id="{EDA7DECA-174C-4C79-908E-D8EFFF33DDBF}"/>
                </a:ext>
              </a:extLst>
            </p:cNvPr>
            <p:cNvSpPr/>
            <p:nvPr userDrawn="1"/>
          </p:nvSpPr>
          <p:spPr>
            <a:xfrm>
              <a:off x="5853661" y="-1244108"/>
              <a:ext cx="484678" cy="127302"/>
            </a:xfrm>
            <a:prstGeom prst="rect">
              <a:avLst/>
            </a:prstGeom>
            <a:grpFill/>
            <a:ln>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cxnSp>
        <p:nvCxnSpPr>
          <p:cNvPr id="27" name="Straight Connector 26">
            <a:extLst>
              <a:ext uri="{FF2B5EF4-FFF2-40B4-BE49-F238E27FC236}">
                <a16:creationId xmlns:a16="http://schemas.microsoft.com/office/drawing/2014/main" id="{D8F27B62-77CF-4203-BB7B-D47FC80EA1D9}"/>
              </a:ext>
            </a:extLst>
          </p:cNvPr>
          <p:cNvCxnSpPr>
            <a:cxnSpLocks/>
          </p:cNvCxnSpPr>
          <p:nvPr userDrawn="1"/>
        </p:nvCxnSpPr>
        <p:spPr>
          <a:xfrm>
            <a:off x="2097977" y="6960752"/>
            <a:ext cx="8678417" cy="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313697897"/>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Section Head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C2EC00F0-4C18-4DC8-81D8-CDAD86AA5973}"/>
              </a:ext>
            </a:extLst>
          </p:cNvPr>
          <p:cNvSpPr/>
          <p:nvPr userDrawn="1"/>
        </p:nvSpPr>
        <p:spPr>
          <a:xfrm>
            <a:off x="0" y="0"/>
            <a:ext cx="12192000" cy="5537151"/>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a:t>INSERT COVER PHOTO</a:t>
            </a:r>
          </a:p>
        </p:txBody>
      </p:sp>
      <p:sp>
        <p:nvSpPr>
          <p:cNvPr id="2" name="Title 1">
            <a:extLst>
              <a:ext uri="{FF2B5EF4-FFF2-40B4-BE49-F238E27FC236}">
                <a16:creationId xmlns:a16="http://schemas.microsoft.com/office/drawing/2014/main" id="{A42F2675-E79D-4626-98DE-7FBCE3D91489}"/>
              </a:ext>
            </a:extLst>
          </p:cNvPr>
          <p:cNvSpPr>
            <a:spLocks noGrp="1"/>
          </p:cNvSpPr>
          <p:nvPr>
            <p:ph type="title" hasCustomPrompt="1"/>
          </p:nvPr>
        </p:nvSpPr>
        <p:spPr>
          <a:xfrm>
            <a:off x="203278" y="5786581"/>
            <a:ext cx="10457430" cy="849746"/>
          </a:xfrm>
        </p:spPr>
        <p:txBody>
          <a:bodyPr anchor="b"/>
          <a:lstStyle>
            <a:lvl1pPr>
              <a:defRPr/>
            </a:lvl1pPr>
          </a:lstStyle>
          <a:p>
            <a:r>
              <a:rPr lang="en-US"/>
              <a:t>IV. Section Title</a:t>
            </a:r>
            <a:endParaRPr lang="en-AU"/>
          </a:p>
        </p:txBody>
      </p:sp>
      <p:cxnSp>
        <p:nvCxnSpPr>
          <p:cNvPr id="5" name="Straight Connector 4">
            <a:extLst>
              <a:ext uri="{FF2B5EF4-FFF2-40B4-BE49-F238E27FC236}">
                <a16:creationId xmlns:a16="http://schemas.microsoft.com/office/drawing/2014/main" id="{D5FB110F-78D7-4DFD-B7D2-753B43744ECE}"/>
              </a:ext>
            </a:extLst>
          </p:cNvPr>
          <p:cNvCxnSpPr>
            <a:cxnSpLocks/>
          </p:cNvCxnSpPr>
          <p:nvPr userDrawn="1"/>
        </p:nvCxnSpPr>
        <p:spPr>
          <a:xfrm>
            <a:off x="0" y="5531644"/>
            <a:ext cx="12192000" cy="0"/>
          </a:xfrm>
          <a:prstGeom prst="line">
            <a:avLst/>
          </a:prstGeom>
          <a:ln>
            <a:solidFill>
              <a:schemeClr val="accent6"/>
            </a:solidFill>
            <a:prstDash val="lgDash"/>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790B7866-FD33-416B-A8D4-D41A61AD0AD1}"/>
              </a:ext>
            </a:extLst>
          </p:cNvPr>
          <p:cNvCxnSpPr>
            <a:cxnSpLocks/>
          </p:cNvCxnSpPr>
          <p:nvPr userDrawn="1"/>
        </p:nvCxnSpPr>
        <p:spPr>
          <a:xfrm>
            <a:off x="0" y="5582862"/>
            <a:ext cx="12192000" cy="0"/>
          </a:xfrm>
          <a:prstGeom prst="line">
            <a:avLst/>
          </a:prstGeom>
          <a:ln w="57150">
            <a:solidFill>
              <a:srgbClr val="F4F2E2"/>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625FB4E6-789F-4201-91B1-2C96D2CEB975}"/>
              </a:ext>
            </a:extLst>
          </p:cNvPr>
          <p:cNvCxnSpPr>
            <a:cxnSpLocks/>
          </p:cNvCxnSpPr>
          <p:nvPr userDrawn="1"/>
        </p:nvCxnSpPr>
        <p:spPr>
          <a:xfrm>
            <a:off x="0" y="5640473"/>
            <a:ext cx="12192000" cy="0"/>
          </a:xfrm>
          <a:prstGeom prst="line">
            <a:avLst/>
          </a:prstGeom>
          <a:ln w="19050">
            <a:solidFill>
              <a:srgbClr val="F4F2E2"/>
            </a:solidFill>
          </a:ln>
        </p:spPr>
        <p:style>
          <a:lnRef idx="1">
            <a:schemeClr val="accent1"/>
          </a:lnRef>
          <a:fillRef idx="0">
            <a:schemeClr val="accent1"/>
          </a:fillRef>
          <a:effectRef idx="0">
            <a:schemeClr val="accent1"/>
          </a:effectRef>
          <a:fontRef idx="minor">
            <a:schemeClr val="tx1"/>
          </a:fontRef>
        </p:style>
      </p:cxnSp>
      <p:grpSp>
        <p:nvGrpSpPr>
          <p:cNvPr id="19" name="Group 18">
            <a:extLst>
              <a:ext uri="{FF2B5EF4-FFF2-40B4-BE49-F238E27FC236}">
                <a16:creationId xmlns:a16="http://schemas.microsoft.com/office/drawing/2014/main" id="{3414B17E-1228-45A9-839D-3EE5EEC49943}"/>
              </a:ext>
            </a:extLst>
          </p:cNvPr>
          <p:cNvGrpSpPr/>
          <p:nvPr userDrawn="1"/>
        </p:nvGrpSpPr>
        <p:grpSpPr>
          <a:xfrm>
            <a:off x="0" y="7930376"/>
            <a:ext cx="12192000" cy="163912"/>
            <a:chOff x="0" y="7930376"/>
            <a:chExt cx="12192000" cy="163912"/>
          </a:xfrm>
          <a:solidFill>
            <a:schemeClr val="tx2">
              <a:lumMod val="20000"/>
              <a:lumOff val="80000"/>
            </a:schemeClr>
          </a:solidFill>
        </p:grpSpPr>
        <p:sp>
          <p:nvSpPr>
            <p:cNvPr id="20" name="Rectangle 19">
              <a:extLst>
                <a:ext uri="{FF2B5EF4-FFF2-40B4-BE49-F238E27FC236}">
                  <a16:creationId xmlns:a16="http://schemas.microsoft.com/office/drawing/2014/main" id="{AE35FC93-EF36-4CFD-8E3B-355C1FE671E6}"/>
                </a:ext>
              </a:extLst>
            </p:cNvPr>
            <p:cNvSpPr/>
            <p:nvPr userDrawn="1"/>
          </p:nvSpPr>
          <p:spPr>
            <a:xfrm flipV="1">
              <a:off x="0" y="7930376"/>
              <a:ext cx="12192000" cy="45719"/>
            </a:xfrm>
            <a:prstGeom prst="rect">
              <a:avLst/>
            </a:prstGeom>
            <a:grpFill/>
            <a:ln>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1" name="Rectangle 20">
              <a:extLst>
                <a:ext uri="{FF2B5EF4-FFF2-40B4-BE49-F238E27FC236}">
                  <a16:creationId xmlns:a16="http://schemas.microsoft.com/office/drawing/2014/main" id="{89FEF6FD-BB9D-4A7B-84D1-369D7873DC21}"/>
                </a:ext>
              </a:extLst>
            </p:cNvPr>
            <p:cNvSpPr/>
            <p:nvPr userDrawn="1"/>
          </p:nvSpPr>
          <p:spPr>
            <a:xfrm>
              <a:off x="5853661" y="7948893"/>
              <a:ext cx="484678" cy="145395"/>
            </a:xfrm>
            <a:prstGeom prst="rect">
              <a:avLst/>
            </a:prstGeom>
            <a:grpFill/>
            <a:ln>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grpSp>
        <p:nvGrpSpPr>
          <p:cNvPr id="22" name="Group 21">
            <a:extLst>
              <a:ext uri="{FF2B5EF4-FFF2-40B4-BE49-F238E27FC236}">
                <a16:creationId xmlns:a16="http://schemas.microsoft.com/office/drawing/2014/main" id="{6EFC3B2F-D733-4CB2-8B7E-B2502F406D65}"/>
              </a:ext>
            </a:extLst>
          </p:cNvPr>
          <p:cNvGrpSpPr/>
          <p:nvPr userDrawn="1"/>
        </p:nvGrpSpPr>
        <p:grpSpPr>
          <a:xfrm>
            <a:off x="0" y="-1244108"/>
            <a:ext cx="12192000" cy="155166"/>
            <a:chOff x="0" y="-1244108"/>
            <a:chExt cx="12192000" cy="155166"/>
          </a:xfrm>
          <a:solidFill>
            <a:schemeClr val="tx2">
              <a:lumMod val="20000"/>
              <a:lumOff val="80000"/>
            </a:schemeClr>
          </a:solidFill>
        </p:grpSpPr>
        <p:sp>
          <p:nvSpPr>
            <p:cNvPr id="23" name="Rectangle 22">
              <a:extLst>
                <a:ext uri="{FF2B5EF4-FFF2-40B4-BE49-F238E27FC236}">
                  <a16:creationId xmlns:a16="http://schemas.microsoft.com/office/drawing/2014/main" id="{CA0784A9-BB6F-4144-9428-FA718D5F6CB8}"/>
                </a:ext>
              </a:extLst>
            </p:cNvPr>
            <p:cNvSpPr/>
            <p:nvPr userDrawn="1"/>
          </p:nvSpPr>
          <p:spPr>
            <a:xfrm flipV="1">
              <a:off x="0" y="-1134661"/>
              <a:ext cx="12192000" cy="45719"/>
            </a:xfrm>
            <a:prstGeom prst="rect">
              <a:avLst/>
            </a:prstGeom>
            <a:grpFill/>
            <a:ln>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4" name="Rectangle 23">
              <a:extLst>
                <a:ext uri="{FF2B5EF4-FFF2-40B4-BE49-F238E27FC236}">
                  <a16:creationId xmlns:a16="http://schemas.microsoft.com/office/drawing/2014/main" id="{ADEEA66C-0BA2-47A5-8508-3642741920F1}"/>
                </a:ext>
              </a:extLst>
            </p:cNvPr>
            <p:cNvSpPr/>
            <p:nvPr userDrawn="1"/>
          </p:nvSpPr>
          <p:spPr>
            <a:xfrm>
              <a:off x="5853661" y="-1244108"/>
              <a:ext cx="484678" cy="127302"/>
            </a:xfrm>
            <a:prstGeom prst="rect">
              <a:avLst/>
            </a:prstGeom>
            <a:grpFill/>
            <a:ln>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spTree>
    <p:extLst>
      <p:ext uri="{BB962C8B-B14F-4D97-AF65-F5344CB8AC3E}">
        <p14:creationId xmlns:p14="http://schemas.microsoft.com/office/powerpoint/2010/main" val="1343881794"/>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No Content">
    <p:spTree>
      <p:nvGrpSpPr>
        <p:cNvPr id="1" name=""/>
        <p:cNvGrpSpPr/>
        <p:nvPr/>
      </p:nvGrpSpPr>
      <p:grpSpPr>
        <a:xfrm>
          <a:off x="0" y="0"/>
          <a:ext cx="0" cy="0"/>
          <a:chOff x="0" y="0"/>
          <a:chExt cx="0" cy="0"/>
        </a:xfrm>
      </p:grpSpPr>
      <p:sp>
        <p:nvSpPr>
          <p:cNvPr id="9" name="Content Placeholder 2">
            <a:extLst>
              <a:ext uri="{FF2B5EF4-FFF2-40B4-BE49-F238E27FC236}">
                <a16:creationId xmlns:a16="http://schemas.microsoft.com/office/drawing/2014/main" id="{F71CF020-88B9-4381-B725-0BAD760BE305}"/>
              </a:ext>
            </a:extLst>
          </p:cNvPr>
          <p:cNvSpPr>
            <a:spLocks noGrp="1"/>
          </p:cNvSpPr>
          <p:nvPr>
            <p:ph idx="13" hasCustomPrompt="1"/>
          </p:nvPr>
        </p:nvSpPr>
        <p:spPr>
          <a:xfrm>
            <a:off x="300038" y="1080052"/>
            <a:ext cx="11591758" cy="245828"/>
          </a:xfrm>
        </p:spPr>
        <p:txBody>
          <a:bodyPr anchor="b">
            <a:noAutofit/>
          </a:bodyPr>
          <a:lstStyle>
            <a:lvl1pPr marL="0" indent="0">
              <a:buNone/>
              <a:defRPr sz="1000" b="1">
                <a:solidFill>
                  <a:schemeClr val="accent2"/>
                </a:solidFill>
                <a:latin typeface="Calibri" panose="020F0502020204030204" pitchFamily="34" charset="0"/>
                <a:cs typeface="Calibri" panose="020F0502020204030204" pitchFamily="34" charset="0"/>
              </a:defRPr>
            </a:lvl1pPr>
            <a:lvl5pPr marL="1828800" indent="0">
              <a:buNone/>
              <a:defRPr/>
            </a:lvl5pPr>
          </a:lstStyle>
          <a:p>
            <a:pPr lvl="0"/>
            <a:r>
              <a:rPr lang="en-US"/>
              <a:t>Lead Line</a:t>
            </a:r>
            <a:endParaRPr lang="en-AU"/>
          </a:p>
        </p:txBody>
      </p:sp>
      <p:sp>
        <p:nvSpPr>
          <p:cNvPr id="4" name="Footer Placeholder 3">
            <a:extLst>
              <a:ext uri="{FF2B5EF4-FFF2-40B4-BE49-F238E27FC236}">
                <a16:creationId xmlns:a16="http://schemas.microsoft.com/office/drawing/2014/main" id="{C764C981-AD0D-491A-AD75-5823DA0DB5BA}"/>
              </a:ext>
            </a:extLst>
          </p:cNvPr>
          <p:cNvSpPr>
            <a:spLocks noGrp="1"/>
          </p:cNvSpPr>
          <p:nvPr>
            <p:ph type="ftr" sz="quarter" idx="17"/>
          </p:nvPr>
        </p:nvSpPr>
        <p:spPr/>
        <p:txBody>
          <a:bodyPr/>
          <a:lstStyle/>
          <a:p>
            <a:r>
              <a:rPr lang="en-AU"/>
              <a:t>Source:</a:t>
            </a:r>
          </a:p>
        </p:txBody>
      </p:sp>
      <p:sp>
        <p:nvSpPr>
          <p:cNvPr id="14" name="Title 13">
            <a:extLst>
              <a:ext uri="{FF2B5EF4-FFF2-40B4-BE49-F238E27FC236}">
                <a16:creationId xmlns:a16="http://schemas.microsoft.com/office/drawing/2014/main" id="{FD0640B9-20DC-4AF5-BA94-B42192CE6D1E}"/>
              </a:ext>
            </a:extLst>
          </p:cNvPr>
          <p:cNvSpPr>
            <a:spLocks noGrp="1"/>
          </p:cNvSpPr>
          <p:nvPr>
            <p:ph type="title" hasCustomPrompt="1"/>
          </p:nvPr>
        </p:nvSpPr>
        <p:spPr>
          <a:xfrm>
            <a:off x="300038" y="611212"/>
            <a:ext cx="9065635" cy="406360"/>
          </a:xfrm>
        </p:spPr>
        <p:txBody>
          <a:bodyPr>
            <a:normAutofit/>
          </a:bodyPr>
          <a:lstStyle>
            <a:lvl1pPr>
              <a:defRPr sz="2200" b="1">
                <a:latin typeface="Calibri" panose="020F0502020204030204" pitchFamily="34" charset="0"/>
                <a:cs typeface="Calibri" panose="020F0502020204030204" pitchFamily="34" charset="0"/>
              </a:defRPr>
            </a:lvl1pPr>
          </a:lstStyle>
          <a:p>
            <a:r>
              <a:rPr lang="en-US"/>
              <a:t>Slide Title</a:t>
            </a:r>
            <a:endParaRPr lang="en-AU"/>
          </a:p>
        </p:txBody>
      </p:sp>
    </p:spTree>
    <p:extLst>
      <p:ext uri="{BB962C8B-B14F-4D97-AF65-F5344CB8AC3E}">
        <p14:creationId xmlns:p14="http://schemas.microsoft.com/office/powerpoint/2010/main" val="1502526559"/>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 Content">
    <p:spTree>
      <p:nvGrpSpPr>
        <p:cNvPr id="1" name=""/>
        <p:cNvGrpSpPr/>
        <p:nvPr/>
      </p:nvGrpSpPr>
      <p:grpSpPr>
        <a:xfrm>
          <a:off x="0" y="0"/>
          <a:ext cx="0" cy="0"/>
          <a:chOff x="0" y="0"/>
          <a:chExt cx="0" cy="0"/>
        </a:xfrm>
      </p:grpSpPr>
      <p:sp>
        <p:nvSpPr>
          <p:cNvPr id="9" name="Content Placeholder 2">
            <a:extLst>
              <a:ext uri="{FF2B5EF4-FFF2-40B4-BE49-F238E27FC236}">
                <a16:creationId xmlns:a16="http://schemas.microsoft.com/office/drawing/2014/main" id="{3ABB1D4E-F2F1-449D-A8EB-399FF8CEC27B}"/>
              </a:ext>
            </a:extLst>
          </p:cNvPr>
          <p:cNvSpPr>
            <a:spLocks noGrp="1"/>
          </p:cNvSpPr>
          <p:nvPr>
            <p:ph idx="13" hasCustomPrompt="1"/>
          </p:nvPr>
        </p:nvSpPr>
        <p:spPr>
          <a:xfrm>
            <a:off x="300038" y="1080052"/>
            <a:ext cx="11591757" cy="245828"/>
          </a:xfrm>
        </p:spPr>
        <p:txBody>
          <a:bodyPr anchor="ctr">
            <a:noAutofit/>
          </a:bodyPr>
          <a:lstStyle>
            <a:lvl1pPr marL="0" indent="0">
              <a:buNone/>
              <a:defRPr sz="1000" b="1">
                <a:solidFill>
                  <a:schemeClr val="accent2"/>
                </a:solidFill>
                <a:latin typeface="Calibri" panose="020F0502020204030204" pitchFamily="34" charset="0"/>
                <a:cs typeface="Calibri" panose="020F0502020204030204" pitchFamily="34" charset="0"/>
              </a:defRPr>
            </a:lvl1pPr>
            <a:lvl5pPr marL="1828800" indent="0">
              <a:buNone/>
              <a:defRPr/>
            </a:lvl5pPr>
          </a:lstStyle>
          <a:p>
            <a:pPr lvl="0"/>
            <a:r>
              <a:rPr lang="en-US"/>
              <a:t>Lead Line</a:t>
            </a:r>
            <a:endParaRPr lang="en-AU"/>
          </a:p>
        </p:txBody>
      </p:sp>
      <p:cxnSp>
        <p:nvCxnSpPr>
          <p:cNvPr id="12" name="Straight Connector 11">
            <a:extLst>
              <a:ext uri="{FF2B5EF4-FFF2-40B4-BE49-F238E27FC236}">
                <a16:creationId xmlns:a16="http://schemas.microsoft.com/office/drawing/2014/main" id="{97ACC540-744E-43AB-8D11-BE1D25AC984C}"/>
              </a:ext>
            </a:extLst>
          </p:cNvPr>
          <p:cNvCxnSpPr>
            <a:cxnSpLocks/>
          </p:cNvCxnSpPr>
          <p:nvPr userDrawn="1"/>
        </p:nvCxnSpPr>
        <p:spPr>
          <a:xfrm>
            <a:off x="301945" y="1685956"/>
            <a:ext cx="5713343" cy="0"/>
          </a:xfrm>
          <a:prstGeom prst="line">
            <a:avLst/>
          </a:prstGeom>
          <a:ln w="12700">
            <a:solidFill>
              <a:schemeClr val="tx1"/>
            </a:solidFill>
          </a:ln>
        </p:spPr>
        <p:style>
          <a:lnRef idx="2">
            <a:schemeClr val="dk1"/>
          </a:lnRef>
          <a:fillRef idx="0">
            <a:schemeClr val="dk1"/>
          </a:fillRef>
          <a:effectRef idx="1">
            <a:schemeClr val="dk1"/>
          </a:effectRef>
          <a:fontRef idx="minor">
            <a:schemeClr val="tx1"/>
          </a:fontRef>
        </p:style>
      </p:cxnSp>
      <p:sp>
        <p:nvSpPr>
          <p:cNvPr id="48" name="Content Placeholder 2">
            <a:extLst>
              <a:ext uri="{FF2B5EF4-FFF2-40B4-BE49-F238E27FC236}">
                <a16:creationId xmlns:a16="http://schemas.microsoft.com/office/drawing/2014/main" id="{93E4672F-FB28-4FA7-8178-377DD29E78E6}"/>
              </a:ext>
            </a:extLst>
          </p:cNvPr>
          <p:cNvSpPr>
            <a:spLocks noGrp="1"/>
          </p:cNvSpPr>
          <p:nvPr>
            <p:ph idx="17" hasCustomPrompt="1"/>
          </p:nvPr>
        </p:nvSpPr>
        <p:spPr>
          <a:xfrm>
            <a:off x="300038" y="1748436"/>
            <a:ext cx="11591757" cy="4513221"/>
          </a:xfrm>
        </p:spPr>
        <p:txBody>
          <a:bodyPr>
            <a:normAutofit/>
          </a:bodyPr>
          <a:lstStyle>
            <a:lvl1pPr marL="0" indent="0">
              <a:buNone/>
              <a:defRPr sz="1200">
                <a:solidFill>
                  <a:schemeClr val="tx1"/>
                </a:solidFill>
              </a:defRPr>
            </a:lvl1pPr>
            <a:lvl5pPr marL="1828800" indent="0">
              <a:buNone/>
              <a:defRPr/>
            </a:lvl5pPr>
          </a:lstStyle>
          <a:p>
            <a:pPr lvl="0"/>
            <a:r>
              <a:rPr lang="en-US"/>
              <a:t>Content – Text / Dot Points / Graphs / Images</a:t>
            </a:r>
            <a:endParaRPr lang="en-AU"/>
          </a:p>
        </p:txBody>
      </p:sp>
      <p:sp>
        <p:nvSpPr>
          <p:cNvPr id="49" name="Content Placeholder 2">
            <a:extLst>
              <a:ext uri="{FF2B5EF4-FFF2-40B4-BE49-F238E27FC236}">
                <a16:creationId xmlns:a16="http://schemas.microsoft.com/office/drawing/2014/main" id="{EEEC4B97-98FE-4E10-9E41-529459888404}"/>
              </a:ext>
            </a:extLst>
          </p:cNvPr>
          <p:cNvSpPr>
            <a:spLocks noGrp="1"/>
          </p:cNvSpPr>
          <p:nvPr>
            <p:ph idx="18" hasCustomPrompt="1"/>
          </p:nvPr>
        </p:nvSpPr>
        <p:spPr>
          <a:xfrm>
            <a:off x="300038" y="1440128"/>
            <a:ext cx="5713343" cy="245828"/>
          </a:xfrm>
        </p:spPr>
        <p:txBody>
          <a:bodyPr>
            <a:noAutofit/>
          </a:bodyPr>
          <a:lstStyle>
            <a:lvl1pPr marL="0" indent="0">
              <a:buNone/>
              <a:defRPr sz="1250" b="1">
                <a:solidFill>
                  <a:schemeClr val="tx1"/>
                </a:solidFill>
                <a:latin typeface="Calibri" panose="020F0502020204030204" pitchFamily="34" charset="0"/>
                <a:cs typeface="Calibri" panose="020F0502020204030204" pitchFamily="34" charset="0"/>
              </a:defRPr>
            </a:lvl1pPr>
            <a:lvl5pPr marL="1828800" indent="0">
              <a:buNone/>
              <a:defRPr/>
            </a:lvl5pPr>
          </a:lstStyle>
          <a:p>
            <a:pPr lvl="0"/>
            <a:r>
              <a:rPr lang="en-US"/>
              <a:t>Heading</a:t>
            </a:r>
            <a:endParaRPr lang="en-AU"/>
          </a:p>
        </p:txBody>
      </p:sp>
      <p:sp>
        <p:nvSpPr>
          <p:cNvPr id="6" name="Footer Placeholder 5">
            <a:extLst>
              <a:ext uri="{FF2B5EF4-FFF2-40B4-BE49-F238E27FC236}">
                <a16:creationId xmlns:a16="http://schemas.microsoft.com/office/drawing/2014/main" id="{3994EEA5-E1CB-4EE1-BAAE-366089BC6860}"/>
              </a:ext>
            </a:extLst>
          </p:cNvPr>
          <p:cNvSpPr>
            <a:spLocks noGrp="1"/>
          </p:cNvSpPr>
          <p:nvPr>
            <p:ph type="ftr" sz="quarter" idx="21"/>
          </p:nvPr>
        </p:nvSpPr>
        <p:spPr/>
        <p:txBody>
          <a:bodyPr/>
          <a:lstStyle/>
          <a:p>
            <a:r>
              <a:rPr lang="en-AU"/>
              <a:t>Source:</a:t>
            </a:r>
          </a:p>
        </p:txBody>
      </p:sp>
      <p:sp>
        <p:nvSpPr>
          <p:cNvPr id="7" name="Slide Number Placeholder 6">
            <a:extLst>
              <a:ext uri="{FF2B5EF4-FFF2-40B4-BE49-F238E27FC236}">
                <a16:creationId xmlns:a16="http://schemas.microsoft.com/office/drawing/2014/main" id="{4099E699-D5A5-4BD3-9AE3-E252FE21585B}"/>
              </a:ext>
            </a:extLst>
          </p:cNvPr>
          <p:cNvSpPr>
            <a:spLocks noGrp="1"/>
          </p:cNvSpPr>
          <p:nvPr>
            <p:ph type="sldNum" sz="quarter" idx="22"/>
          </p:nvPr>
        </p:nvSpPr>
        <p:spPr>
          <a:xfrm>
            <a:off x="11464019" y="6442153"/>
            <a:ext cx="427777" cy="418228"/>
          </a:xfrm>
          <a:prstGeom prst="rect">
            <a:avLst/>
          </a:prstGeom>
        </p:spPr>
        <p:txBody>
          <a:bodyPr/>
          <a:lstStyle/>
          <a:p>
            <a:fld id="{88469565-17C8-4C3A-8D7F-D64CC4EE4314}" type="slidenum">
              <a:rPr lang="en-AU" smtClean="0"/>
              <a:pPr/>
              <a:t>‹#›</a:t>
            </a:fld>
            <a:endParaRPr lang="en-AU"/>
          </a:p>
        </p:txBody>
      </p:sp>
      <p:sp>
        <p:nvSpPr>
          <p:cNvPr id="23" name="Title 13">
            <a:extLst>
              <a:ext uri="{FF2B5EF4-FFF2-40B4-BE49-F238E27FC236}">
                <a16:creationId xmlns:a16="http://schemas.microsoft.com/office/drawing/2014/main" id="{BBDE5F1D-1C22-4575-AEE3-F7560A33B939}"/>
              </a:ext>
            </a:extLst>
          </p:cNvPr>
          <p:cNvSpPr>
            <a:spLocks noGrp="1"/>
          </p:cNvSpPr>
          <p:nvPr>
            <p:ph type="title" hasCustomPrompt="1"/>
          </p:nvPr>
        </p:nvSpPr>
        <p:spPr>
          <a:xfrm>
            <a:off x="300038" y="611212"/>
            <a:ext cx="9065635" cy="406360"/>
          </a:xfrm>
        </p:spPr>
        <p:txBody>
          <a:bodyPr>
            <a:normAutofit/>
          </a:bodyPr>
          <a:lstStyle>
            <a:lvl1pPr>
              <a:defRPr sz="2200" b="1">
                <a:latin typeface="Calibri" panose="020F0502020204030204" pitchFamily="34" charset="0"/>
                <a:cs typeface="Calibri" panose="020F0502020204030204" pitchFamily="34" charset="0"/>
              </a:defRPr>
            </a:lvl1pPr>
          </a:lstStyle>
          <a:p>
            <a:r>
              <a:rPr lang="en-US"/>
              <a:t>Slide Title</a:t>
            </a:r>
            <a:endParaRPr lang="en-AU"/>
          </a:p>
        </p:txBody>
      </p:sp>
    </p:spTree>
    <p:extLst>
      <p:ext uri="{BB962C8B-B14F-4D97-AF65-F5344CB8AC3E}">
        <p14:creationId xmlns:p14="http://schemas.microsoft.com/office/powerpoint/2010/main" val="196073740"/>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EF79F1A-7268-49F1-B9EA-81FAA8774544}"/>
              </a:ext>
            </a:extLst>
          </p:cNvPr>
          <p:cNvSpPr>
            <a:spLocks noGrp="1"/>
          </p:cNvSpPr>
          <p:nvPr>
            <p:ph idx="1" hasCustomPrompt="1"/>
          </p:nvPr>
        </p:nvSpPr>
        <p:spPr>
          <a:xfrm>
            <a:off x="304171" y="1748437"/>
            <a:ext cx="5711149" cy="4513215"/>
          </a:xfrm>
        </p:spPr>
        <p:txBody>
          <a:bodyPr>
            <a:normAutofit/>
          </a:bodyPr>
          <a:lstStyle>
            <a:lvl1pPr marL="0" indent="0">
              <a:buNone/>
              <a:defRPr sz="1200">
                <a:solidFill>
                  <a:schemeClr val="tx1"/>
                </a:solidFill>
              </a:defRPr>
            </a:lvl1pPr>
            <a:lvl5pPr marL="1828800" indent="0">
              <a:buNone/>
              <a:defRPr/>
            </a:lvl5pPr>
          </a:lstStyle>
          <a:p>
            <a:pPr lvl="0"/>
            <a:r>
              <a:rPr lang="en-US"/>
              <a:t>Content – Text / Dot Points / Graphs / Images</a:t>
            </a:r>
            <a:endParaRPr lang="en-AU"/>
          </a:p>
        </p:txBody>
      </p:sp>
      <p:sp>
        <p:nvSpPr>
          <p:cNvPr id="9" name="Content Placeholder 2">
            <a:extLst>
              <a:ext uri="{FF2B5EF4-FFF2-40B4-BE49-F238E27FC236}">
                <a16:creationId xmlns:a16="http://schemas.microsoft.com/office/drawing/2014/main" id="{3ABB1D4E-F2F1-449D-A8EB-399FF8CEC27B}"/>
              </a:ext>
            </a:extLst>
          </p:cNvPr>
          <p:cNvSpPr>
            <a:spLocks noGrp="1"/>
          </p:cNvSpPr>
          <p:nvPr>
            <p:ph idx="13" hasCustomPrompt="1"/>
          </p:nvPr>
        </p:nvSpPr>
        <p:spPr>
          <a:xfrm>
            <a:off x="300038" y="1080052"/>
            <a:ext cx="11591758" cy="245828"/>
          </a:xfrm>
        </p:spPr>
        <p:txBody>
          <a:bodyPr anchor="b">
            <a:noAutofit/>
          </a:bodyPr>
          <a:lstStyle>
            <a:lvl1pPr marL="0" indent="0">
              <a:buNone/>
              <a:defRPr sz="1000" b="1">
                <a:solidFill>
                  <a:schemeClr val="accent2"/>
                </a:solidFill>
                <a:latin typeface="Calibri" panose="020F0502020204030204" pitchFamily="34" charset="0"/>
                <a:cs typeface="Calibri" panose="020F0502020204030204" pitchFamily="34" charset="0"/>
              </a:defRPr>
            </a:lvl1pPr>
            <a:lvl5pPr marL="1828800" indent="0">
              <a:buNone/>
              <a:defRPr/>
            </a:lvl5pPr>
          </a:lstStyle>
          <a:p>
            <a:pPr lvl="0"/>
            <a:r>
              <a:rPr lang="en-US"/>
              <a:t>Lead Line</a:t>
            </a:r>
            <a:endParaRPr lang="en-AU"/>
          </a:p>
        </p:txBody>
      </p:sp>
      <p:sp>
        <p:nvSpPr>
          <p:cNvPr id="10" name="Content Placeholder 2">
            <a:extLst>
              <a:ext uri="{FF2B5EF4-FFF2-40B4-BE49-F238E27FC236}">
                <a16:creationId xmlns:a16="http://schemas.microsoft.com/office/drawing/2014/main" id="{70E4910E-9C55-41A3-9214-6BBF6DB6DD16}"/>
              </a:ext>
            </a:extLst>
          </p:cNvPr>
          <p:cNvSpPr>
            <a:spLocks noGrp="1"/>
          </p:cNvSpPr>
          <p:nvPr>
            <p:ph idx="14" hasCustomPrompt="1"/>
          </p:nvPr>
        </p:nvSpPr>
        <p:spPr>
          <a:xfrm>
            <a:off x="306460" y="1440128"/>
            <a:ext cx="5708827" cy="245828"/>
          </a:xfrm>
        </p:spPr>
        <p:txBody>
          <a:bodyPr>
            <a:noAutofit/>
          </a:bodyPr>
          <a:lstStyle>
            <a:lvl1pPr marL="0" indent="0">
              <a:buNone/>
              <a:defRPr sz="1250" b="1">
                <a:solidFill>
                  <a:schemeClr val="tx1"/>
                </a:solidFill>
                <a:latin typeface="Calibri" panose="020F0502020204030204" pitchFamily="34" charset="0"/>
                <a:cs typeface="Calibri" panose="020F0502020204030204" pitchFamily="34" charset="0"/>
              </a:defRPr>
            </a:lvl1pPr>
            <a:lvl5pPr marL="1828800" indent="0">
              <a:buNone/>
              <a:defRPr/>
            </a:lvl5pPr>
          </a:lstStyle>
          <a:p>
            <a:pPr lvl="0"/>
            <a:r>
              <a:rPr lang="en-US"/>
              <a:t>Heading</a:t>
            </a:r>
            <a:endParaRPr lang="en-AU"/>
          </a:p>
        </p:txBody>
      </p:sp>
      <p:cxnSp>
        <p:nvCxnSpPr>
          <p:cNvPr id="12" name="Straight Connector 11">
            <a:extLst>
              <a:ext uri="{FF2B5EF4-FFF2-40B4-BE49-F238E27FC236}">
                <a16:creationId xmlns:a16="http://schemas.microsoft.com/office/drawing/2014/main" id="{97ACC540-744E-43AB-8D11-BE1D25AC984C}"/>
              </a:ext>
            </a:extLst>
          </p:cNvPr>
          <p:cNvCxnSpPr>
            <a:cxnSpLocks/>
          </p:cNvCxnSpPr>
          <p:nvPr userDrawn="1"/>
        </p:nvCxnSpPr>
        <p:spPr>
          <a:xfrm>
            <a:off x="301945" y="1685956"/>
            <a:ext cx="5713343" cy="0"/>
          </a:xfrm>
          <a:prstGeom prst="line">
            <a:avLst/>
          </a:prstGeom>
          <a:ln w="12700">
            <a:solidFill>
              <a:schemeClr val="tx1"/>
            </a:solidFill>
          </a:ln>
        </p:spPr>
        <p:style>
          <a:lnRef idx="2">
            <a:schemeClr val="dk1"/>
          </a:lnRef>
          <a:fillRef idx="0">
            <a:schemeClr val="dk1"/>
          </a:fillRef>
          <a:effectRef idx="1">
            <a:schemeClr val="dk1"/>
          </a:effectRef>
          <a:fontRef idx="minor">
            <a:schemeClr val="tx1"/>
          </a:fontRef>
        </p:style>
      </p:cxnSp>
      <p:sp>
        <p:nvSpPr>
          <p:cNvPr id="48" name="Content Placeholder 2">
            <a:extLst>
              <a:ext uri="{FF2B5EF4-FFF2-40B4-BE49-F238E27FC236}">
                <a16:creationId xmlns:a16="http://schemas.microsoft.com/office/drawing/2014/main" id="{93E4672F-FB28-4FA7-8178-377DD29E78E6}"/>
              </a:ext>
            </a:extLst>
          </p:cNvPr>
          <p:cNvSpPr>
            <a:spLocks noGrp="1"/>
          </p:cNvSpPr>
          <p:nvPr>
            <p:ph idx="17" hasCustomPrompt="1"/>
          </p:nvPr>
        </p:nvSpPr>
        <p:spPr>
          <a:xfrm>
            <a:off x="6176682" y="1748436"/>
            <a:ext cx="5715530" cy="4513221"/>
          </a:xfrm>
        </p:spPr>
        <p:txBody>
          <a:bodyPr>
            <a:normAutofit/>
          </a:bodyPr>
          <a:lstStyle>
            <a:lvl1pPr marL="0" indent="0">
              <a:buNone/>
              <a:defRPr sz="1200">
                <a:solidFill>
                  <a:schemeClr val="tx1"/>
                </a:solidFill>
              </a:defRPr>
            </a:lvl1pPr>
            <a:lvl5pPr marL="1828800" indent="0">
              <a:buNone/>
              <a:defRPr/>
            </a:lvl5pPr>
          </a:lstStyle>
          <a:p>
            <a:pPr lvl="0"/>
            <a:r>
              <a:rPr lang="en-US"/>
              <a:t>Content – Text / Dot Points / Graphs / Images</a:t>
            </a:r>
            <a:endParaRPr lang="en-AU"/>
          </a:p>
        </p:txBody>
      </p:sp>
      <p:sp>
        <p:nvSpPr>
          <p:cNvPr id="49" name="Content Placeholder 2">
            <a:extLst>
              <a:ext uri="{FF2B5EF4-FFF2-40B4-BE49-F238E27FC236}">
                <a16:creationId xmlns:a16="http://schemas.microsoft.com/office/drawing/2014/main" id="{EEEC4B97-98FE-4E10-9E41-529459888404}"/>
              </a:ext>
            </a:extLst>
          </p:cNvPr>
          <p:cNvSpPr>
            <a:spLocks noGrp="1"/>
          </p:cNvSpPr>
          <p:nvPr>
            <p:ph idx="18" hasCustomPrompt="1"/>
          </p:nvPr>
        </p:nvSpPr>
        <p:spPr>
          <a:xfrm>
            <a:off x="6176681" y="1440128"/>
            <a:ext cx="5713208" cy="245828"/>
          </a:xfrm>
        </p:spPr>
        <p:txBody>
          <a:bodyPr>
            <a:noAutofit/>
          </a:bodyPr>
          <a:lstStyle>
            <a:lvl1pPr marL="0" indent="0">
              <a:buNone/>
              <a:defRPr sz="1250" b="1">
                <a:solidFill>
                  <a:schemeClr val="tx1"/>
                </a:solidFill>
                <a:latin typeface="Calibri" panose="020F0502020204030204" pitchFamily="34" charset="0"/>
                <a:cs typeface="Calibri" panose="020F0502020204030204" pitchFamily="34" charset="0"/>
              </a:defRPr>
            </a:lvl1pPr>
            <a:lvl5pPr marL="1828800" indent="0">
              <a:buNone/>
              <a:defRPr/>
            </a:lvl5pPr>
          </a:lstStyle>
          <a:p>
            <a:pPr lvl="0"/>
            <a:r>
              <a:rPr lang="en-US"/>
              <a:t>Heading</a:t>
            </a:r>
            <a:endParaRPr lang="en-AU"/>
          </a:p>
        </p:txBody>
      </p:sp>
      <p:cxnSp>
        <p:nvCxnSpPr>
          <p:cNvPr id="50" name="Straight Connector 49">
            <a:extLst>
              <a:ext uri="{FF2B5EF4-FFF2-40B4-BE49-F238E27FC236}">
                <a16:creationId xmlns:a16="http://schemas.microsoft.com/office/drawing/2014/main" id="{5CC60AC1-D5D5-4BD8-8F86-EB284743E92A}"/>
              </a:ext>
            </a:extLst>
          </p:cNvPr>
          <p:cNvCxnSpPr>
            <a:cxnSpLocks/>
          </p:cNvCxnSpPr>
          <p:nvPr userDrawn="1"/>
        </p:nvCxnSpPr>
        <p:spPr>
          <a:xfrm>
            <a:off x="6174484" y="1685956"/>
            <a:ext cx="5717727" cy="0"/>
          </a:xfrm>
          <a:prstGeom prst="line">
            <a:avLst/>
          </a:prstGeom>
          <a:ln w="12700">
            <a:solidFill>
              <a:schemeClr val="tx1"/>
            </a:solidFill>
          </a:ln>
        </p:spPr>
        <p:style>
          <a:lnRef idx="2">
            <a:schemeClr val="dk1"/>
          </a:lnRef>
          <a:fillRef idx="0">
            <a:schemeClr val="dk1"/>
          </a:fillRef>
          <a:effectRef idx="1">
            <a:schemeClr val="dk1"/>
          </a:effectRef>
          <a:fontRef idx="minor">
            <a:schemeClr val="tx1"/>
          </a:fontRef>
        </p:style>
      </p:cxnSp>
      <p:sp>
        <p:nvSpPr>
          <p:cNvPr id="6" name="Footer Placeholder 5">
            <a:extLst>
              <a:ext uri="{FF2B5EF4-FFF2-40B4-BE49-F238E27FC236}">
                <a16:creationId xmlns:a16="http://schemas.microsoft.com/office/drawing/2014/main" id="{3994EEA5-E1CB-4EE1-BAAE-366089BC6860}"/>
              </a:ext>
            </a:extLst>
          </p:cNvPr>
          <p:cNvSpPr>
            <a:spLocks noGrp="1"/>
          </p:cNvSpPr>
          <p:nvPr>
            <p:ph type="ftr" sz="quarter" idx="21"/>
          </p:nvPr>
        </p:nvSpPr>
        <p:spPr/>
        <p:txBody>
          <a:bodyPr/>
          <a:lstStyle/>
          <a:p>
            <a:r>
              <a:rPr lang="en-AU"/>
              <a:t>Source:</a:t>
            </a:r>
          </a:p>
        </p:txBody>
      </p:sp>
      <p:sp>
        <p:nvSpPr>
          <p:cNvPr id="15" name="Title 13">
            <a:extLst>
              <a:ext uri="{FF2B5EF4-FFF2-40B4-BE49-F238E27FC236}">
                <a16:creationId xmlns:a16="http://schemas.microsoft.com/office/drawing/2014/main" id="{6EDC4F91-49C2-403D-95E4-BC9EEED17803}"/>
              </a:ext>
            </a:extLst>
          </p:cNvPr>
          <p:cNvSpPr>
            <a:spLocks noGrp="1"/>
          </p:cNvSpPr>
          <p:nvPr>
            <p:ph type="title" hasCustomPrompt="1"/>
          </p:nvPr>
        </p:nvSpPr>
        <p:spPr>
          <a:xfrm>
            <a:off x="306460" y="364684"/>
            <a:ext cx="9065635" cy="406360"/>
          </a:xfrm>
        </p:spPr>
        <p:txBody>
          <a:bodyPr>
            <a:normAutofit/>
          </a:bodyPr>
          <a:lstStyle>
            <a:lvl1pPr>
              <a:defRPr sz="2200" b="1">
                <a:latin typeface="Calibri" panose="020F0502020204030204" pitchFamily="34" charset="0"/>
                <a:cs typeface="Calibri" panose="020F0502020204030204" pitchFamily="34" charset="0"/>
              </a:defRPr>
            </a:lvl1pPr>
          </a:lstStyle>
          <a:p>
            <a:r>
              <a:rPr lang="en-US"/>
              <a:t>Slide Title</a:t>
            </a:r>
            <a:endParaRPr lang="en-AU"/>
          </a:p>
        </p:txBody>
      </p:sp>
    </p:spTree>
    <p:extLst>
      <p:ext uri="{BB962C8B-B14F-4D97-AF65-F5344CB8AC3E}">
        <p14:creationId xmlns:p14="http://schemas.microsoft.com/office/powerpoint/2010/main" val="3402153840"/>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 Content (1)">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EF79F1A-7268-49F1-B9EA-81FAA8774544}"/>
              </a:ext>
            </a:extLst>
          </p:cNvPr>
          <p:cNvSpPr>
            <a:spLocks noGrp="1"/>
          </p:cNvSpPr>
          <p:nvPr>
            <p:ph idx="1" hasCustomPrompt="1"/>
          </p:nvPr>
        </p:nvSpPr>
        <p:spPr>
          <a:xfrm>
            <a:off x="304171" y="1748435"/>
            <a:ext cx="5711149" cy="2071220"/>
          </a:xfrm>
        </p:spPr>
        <p:txBody>
          <a:bodyPr>
            <a:normAutofit/>
          </a:bodyPr>
          <a:lstStyle>
            <a:lvl1pPr marL="0" indent="0">
              <a:buNone/>
              <a:defRPr sz="1200">
                <a:solidFill>
                  <a:schemeClr val="tx1"/>
                </a:solidFill>
              </a:defRPr>
            </a:lvl1pPr>
            <a:lvl5pPr marL="1828800" indent="0">
              <a:buNone/>
              <a:defRPr/>
            </a:lvl5pPr>
          </a:lstStyle>
          <a:p>
            <a:pPr lvl="0"/>
            <a:r>
              <a:rPr lang="en-US"/>
              <a:t>Content – Text / Dot Points / Graphs / Images</a:t>
            </a:r>
            <a:endParaRPr lang="en-AU"/>
          </a:p>
        </p:txBody>
      </p:sp>
      <p:sp>
        <p:nvSpPr>
          <p:cNvPr id="9" name="Content Placeholder 2">
            <a:extLst>
              <a:ext uri="{FF2B5EF4-FFF2-40B4-BE49-F238E27FC236}">
                <a16:creationId xmlns:a16="http://schemas.microsoft.com/office/drawing/2014/main" id="{3ABB1D4E-F2F1-449D-A8EB-399FF8CEC27B}"/>
              </a:ext>
            </a:extLst>
          </p:cNvPr>
          <p:cNvSpPr>
            <a:spLocks noGrp="1"/>
          </p:cNvSpPr>
          <p:nvPr>
            <p:ph idx="13" hasCustomPrompt="1"/>
          </p:nvPr>
        </p:nvSpPr>
        <p:spPr>
          <a:xfrm>
            <a:off x="300038" y="1080052"/>
            <a:ext cx="11591758" cy="245828"/>
          </a:xfrm>
        </p:spPr>
        <p:txBody>
          <a:bodyPr anchor="b">
            <a:noAutofit/>
          </a:bodyPr>
          <a:lstStyle>
            <a:lvl1pPr marL="0" indent="0">
              <a:buNone/>
              <a:defRPr sz="1000" b="1">
                <a:solidFill>
                  <a:schemeClr val="accent2"/>
                </a:solidFill>
                <a:latin typeface="Calibri" panose="020F0502020204030204" pitchFamily="34" charset="0"/>
                <a:cs typeface="Calibri" panose="020F0502020204030204" pitchFamily="34" charset="0"/>
              </a:defRPr>
            </a:lvl1pPr>
            <a:lvl5pPr marL="1828800" indent="0">
              <a:buNone/>
              <a:defRPr/>
            </a:lvl5pPr>
          </a:lstStyle>
          <a:p>
            <a:pPr lvl="0"/>
            <a:r>
              <a:rPr lang="en-US"/>
              <a:t>Lead Line</a:t>
            </a:r>
            <a:endParaRPr lang="en-AU"/>
          </a:p>
        </p:txBody>
      </p:sp>
      <p:sp>
        <p:nvSpPr>
          <p:cNvPr id="10" name="Content Placeholder 2">
            <a:extLst>
              <a:ext uri="{FF2B5EF4-FFF2-40B4-BE49-F238E27FC236}">
                <a16:creationId xmlns:a16="http://schemas.microsoft.com/office/drawing/2014/main" id="{70E4910E-9C55-41A3-9214-6BBF6DB6DD16}"/>
              </a:ext>
            </a:extLst>
          </p:cNvPr>
          <p:cNvSpPr>
            <a:spLocks noGrp="1"/>
          </p:cNvSpPr>
          <p:nvPr>
            <p:ph idx="14" hasCustomPrompt="1"/>
          </p:nvPr>
        </p:nvSpPr>
        <p:spPr>
          <a:xfrm>
            <a:off x="306460" y="1440125"/>
            <a:ext cx="5708827" cy="245828"/>
          </a:xfrm>
        </p:spPr>
        <p:txBody>
          <a:bodyPr>
            <a:noAutofit/>
          </a:bodyPr>
          <a:lstStyle>
            <a:lvl1pPr marL="0" indent="0">
              <a:buNone/>
              <a:defRPr sz="1250" b="1">
                <a:solidFill>
                  <a:schemeClr val="tx1"/>
                </a:solidFill>
                <a:latin typeface="Calibri" panose="020F0502020204030204" pitchFamily="34" charset="0"/>
                <a:cs typeface="Calibri" panose="020F0502020204030204" pitchFamily="34" charset="0"/>
              </a:defRPr>
            </a:lvl1pPr>
            <a:lvl5pPr marL="1828800" indent="0">
              <a:buNone/>
              <a:defRPr/>
            </a:lvl5pPr>
          </a:lstStyle>
          <a:p>
            <a:pPr lvl="0"/>
            <a:r>
              <a:rPr lang="en-US"/>
              <a:t>Heading</a:t>
            </a:r>
            <a:endParaRPr lang="en-AU"/>
          </a:p>
        </p:txBody>
      </p:sp>
      <p:cxnSp>
        <p:nvCxnSpPr>
          <p:cNvPr id="12" name="Straight Connector 11">
            <a:extLst>
              <a:ext uri="{FF2B5EF4-FFF2-40B4-BE49-F238E27FC236}">
                <a16:creationId xmlns:a16="http://schemas.microsoft.com/office/drawing/2014/main" id="{97ACC540-744E-43AB-8D11-BE1D25AC984C}"/>
              </a:ext>
            </a:extLst>
          </p:cNvPr>
          <p:cNvCxnSpPr>
            <a:cxnSpLocks/>
          </p:cNvCxnSpPr>
          <p:nvPr userDrawn="1"/>
        </p:nvCxnSpPr>
        <p:spPr>
          <a:xfrm>
            <a:off x="301945" y="1685953"/>
            <a:ext cx="5713343" cy="0"/>
          </a:xfrm>
          <a:prstGeom prst="line">
            <a:avLst/>
          </a:prstGeom>
          <a:ln w="12700">
            <a:solidFill>
              <a:schemeClr val="tx1"/>
            </a:solidFill>
          </a:ln>
        </p:spPr>
        <p:style>
          <a:lnRef idx="2">
            <a:schemeClr val="dk1"/>
          </a:lnRef>
          <a:fillRef idx="0">
            <a:schemeClr val="dk1"/>
          </a:fillRef>
          <a:effectRef idx="1">
            <a:schemeClr val="dk1"/>
          </a:effectRef>
          <a:fontRef idx="minor">
            <a:schemeClr val="tx1"/>
          </a:fontRef>
        </p:style>
      </p:cxnSp>
      <p:sp>
        <p:nvSpPr>
          <p:cNvPr id="48" name="Content Placeholder 2">
            <a:extLst>
              <a:ext uri="{FF2B5EF4-FFF2-40B4-BE49-F238E27FC236}">
                <a16:creationId xmlns:a16="http://schemas.microsoft.com/office/drawing/2014/main" id="{93E4672F-FB28-4FA7-8178-377DD29E78E6}"/>
              </a:ext>
            </a:extLst>
          </p:cNvPr>
          <p:cNvSpPr>
            <a:spLocks noGrp="1"/>
          </p:cNvSpPr>
          <p:nvPr>
            <p:ph idx="17" hasCustomPrompt="1"/>
          </p:nvPr>
        </p:nvSpPr>
        <p:spPr>
          <a:xfrm>
            <a:off x="6176682" y="1748433"/>
            <a:ext cx="5715530" cy="4513221"/>
          </a:xfrm>
        </p:spPr>
        <p:txBody>
          <a:bodyPr>
            <a:normAutofit/>
          </a:bodyPr>
          <a:lstStyle>
            <a:lvl1pPr marL="0" indent="0">
              <a:buNone/>
              <a:defRPr sz="1200">
                <a:solidFill>
                  <a:schemeClr val="tx1"/>
                </a:solidFill>
              </a:defRPr>
            </a:lvl1pPr>
            <a:lvl5pPr marL="1828800" indent="0">
              <a:buNone/>
              <a:defRPr/>
            </a:lvl5pPr>
          </a:lstStyle>
          <a:p>
            <a:pPr lvl="0"/>
            <a:r>
              <a:rPr lang="en-US"/>
              <a:t>Content – Text / Dot Points / Graphs / Images</a:t>
            </a:r>
            <a:endParaRPr lang="en-AU"/>
          </a:p>
        </p:txBody>
      </p:sp>
      <p:sp>
        <p:nvSpPr>
          <p:cNvPr id="49" name="Content Placeholder 2">
            <a:extLst>
              <a:ext uri="{FF2B5EF4-FFF2-40B4-BE49-F238E27FC236}">
                <a16:creationId xmlns:a16="http://schemas.microsoft.com/office/drawing/2014/main" id="{EEEC4B97-98FE-4E10-9E41-529459888404}"/>
              </a:ext>
            </a:extLst>
          </p:cNvPr>
          <p:cNvSpPr>
            <a:spLocks noGrp="1"/>
          </p:cNvSpPr>
          <p:nvPr>
            <p:ph idx="18" hasCustomPrompt="1"/>
          </p:nvPr>
        </p:nvSpPr>
        <p:spPr>
          <a:xfrm>
            <a:off x="6176681" y="1440125"/>
            <a:ext cx="5713208" cy="245828"/>
          </a:xfrm>
        </p:spPr>
        <p:txBody>
          <a:bodyPr>
            <a:noAutofit/>
          </a:bodyPr>
          <a:lstStyle>
            <a:lvl1pPr marL="0" indent="0">
              <a:buNone/>
              <a:defRPr sz="1250" b="1">
                <a:solidFill>
                  <a:schemeClr val="tx1"/>
                </a:solidFill>
                <a:latin typeface="Calibri" panose="020F0502020204030204" pitchFamily="34" charset="0"/>
                <a:cs typeface="Calibri" panose="020F0502020204030204" pitchFamily="34" charset="0"/>
              </a:defRPr>
            </a:lvl1pPr>
            <a:lvl5pPr marL="1828800" indent="0">
              <a:buNone/>
              <a:defRPr/>
            </a:lvl5pPr>
          </a:lstStyle>
          <a:p>
            <a:pPr lvl="0"/>
            <a:r>
              <a:rPr lang="en-US"/>
              <a:t>Heading</a:t>
            </a:r>
            <a:endParaRPr lang="en-AU"/>
          </a:p>
        </p:txBody>
      </p:sp>
      <p:cxnSp>
        <p:nvCxnSpPr>
          <p:cNvPr id="50" name="Straight Connector 49">
            <a:extLst>
              <a:ext uri="{FF2B5EF4-FFF2-40B4-BE49-F238E27FC236}">
                <a16:creationId xmlns:a16="http://schemas.microsoft.com/office/drawing/2014/main" id="{5CC60AC1-D5D5-4BD8-8F86-EB284743E92A}"/>
              </a:ext>
            </a:extLst>
          </p:cNvPr>
          <p:cNvCxnSpPr>
            <a:cxnSpLocks/>
          </p:cNvCxnSpPr>
          <p:nvPr userDrawn="1"/>
        </p:nvCxnSpPr>
        <p:spPr>
          <a:xfrm>
            <a:off x="6174484" y="1685953"/>
            <a:ext cx="5717727" cy="0"/>
          </a:xfrm>
          <a:prstGeom prst="line">
            <a:avLst/>
          </a:prstGeom>
          <a:ln w="12700">
            <a:solidFill>
              <a:schemeClr val="tx1"/>
            </a:solidFill>
          </a:ln>
        </p:spPr>
        <p:style>
          <a:lnRef idx="2">
            <a:schemeClr val="dk1"/>
          </a:lnRef>
          <a:fillRef idx="0">
            <a:schemeClr val="dk1"/>
          </a:fillRef>
          <a:effectRef idx="1">
            <a:schemeClr val="dk1"/>
          </a:effectRef>
          <a:fontRef idx="minor">
            <a:schemeClr val="tx1"/>
          </a:fontRef>
        </p:style>
      </p:cxnSp>
      <p:sp>
        <p:nvSpPr>
          <p:cNvPr id="66" name="Content Placeholder 2">
            <a:extLst>
              <a:ext uri="{FF2B5EF4-FFF2-40B4-BE49-F238E27FC236}">
                <a16:creationId xmlns:a16="http://schemas.microsoft.com/office/drawing/2014/main" id="{757CBE3F-B020-4B1E-8103-A87140B1833F}"/>
              </a:ext>
            </a:extLst>
          </p:cNvPr>
          <p:cNvSpPr>
            <a:spLocks noGrp="1"/>
          </p:cNvSpPr>
          <p:nvPr>
            <p:ph idx="19" hasCustomPrompt="1"/>
          </p:nvPr>
        </p:nvSpPr>
        <p:spPr>
          <a:xfrm>
            <a:off x="304171" y="4190440"/>
            <a:ext cx="5711149" cy="2071219"/>
          </a:xfrm>
        </p:spPr>
        <p:txBody>
          <a:bodyPr>
            <a:normAutofit/>
          </a:bodyPr>
          <a:lstStyle>
            <a:lvl1pPr marL="0" indent="0">
              <a:buNone/>
              <a:defRPr sz="1200">
                <a:solidFill>
                  <a:schemeClr val="tx1"/>
                </a:solidFill>
              </a:defRPr>
            </a:lvl1pPr>
            <a:lvl5pPr marL="1828800" indent="0">
              <a:buNone/>
              <a:defRPr/>
            </a:lvl5pPr>
          </a:lstStyle>
          <a:p>
            <a:pPr lvl="0"/>
            <a:r>
              <a:rPr lang="en-US"/>
              <a:t>Content – Text / Dot Points / Graphs / Images</a:t>
            </a:r>
            <a:endParaRPr lang="en-AU"/>
          </a:p>
        </p:txBody>
      </p:sp>
      <p:sp>
        <p:nvSpPr>
          <p:cNvPr id="67" name="Content Placeholder 2">
            <a:extLst>
              <a:ext uri="{FF2B5EF4-FFF2-40B4-BE49-F238E27FC236}">
                <a16:creationId xmlns:a16="http://schemas.microsoft.com/office/drawing/2014/main" id="{81975821-F615-4D0A-B33F-DDEEEDF3B6AA}"/>
              </a:ext>
            </a:extLst>
          </p:cNvPr>
          <p:cNvSpPr>
            <a:spLocks noGrp="1"/>
          </p:cNvSpPr>
          <p:nvPr>
            <p:ph idx="20" hasCustomPrompt="1"/>
          </p:nvPr>
        </p:nvSpPr>
        <p:spPr>
          <a:xfrm>
            <a:off x="306460" y="3882133"/>
            <a:ext cx="5708827" cy="245828"/>
          </a:xfrm>
        </p:spPr>
        <p:txBody>
          <a:bodyPr>
            <a:noAutofit/>
          </a:bodyPr>
          <a:lstStyle>
            <a:lvl1pPr marL="0" indent="0">
              <a:buNone/>
              <a:defRPr sz="1250" b="1">
                <a:solidFill>
                  <a:schemeClr val="tx1"/>
                </a:solidFill>
                <a:latin typeface="Calibri" panose="020F0502020204030204" pitchFamily="34" charset="0"/>
                <a:cs typeface="Calibri" panose="020F0502020204030204" pitchFamily="34" charset="0"/>
              </a:defRPr>
            </a:lvl1pPr>
            <a:lvl5pPr marL="1828800" indent="0">
              <a:buNone/>
              <a:defRPr/>
            </a:lvl5pPr>
          </a:lstStyle>
          <a:p>
            <a:pPr lvl="0"/>
            <a:r>
              <a:rPr lang="en-US"/>
              <a:t>Heading</a:t>
            </a:r>
            <a:endParaRPr lang="en-AU"/>
          </a:p>
        </p:txBody>
      </p:sp>
      <p:cxnSp>
        <p:nvCxnSpPr>
          <p:cNvPr id="68" name="Straight Connector 67">
            <a:extLst>
              <a:ext uri="{FF2B5EF4-FFF2-40B4-BE49-F238E27FC236}">
                <a16:creationId xmlns:a16="http://schemas.microsoft.com/office/drawing/2014/main" id="{A28B7B5A-6919-41B7-8EC1-CF41C9F5A8D6}"/>
              </a:ext>
            </a:extLst>
          </p:cNvPr>
          <p:cNvCxnSpPr>
            <a:cxnSpLocks/>
          </p:cNvCxnSpPr>
          <p:nvPr userDrawn="1"/>
        </p:nvCxnSpPr>
        <p:spPr>
          <a:xfrm>
            <a:off x="301945" y="4127961"/>
            <a:ext cx="5713343" cy="0"/>
          </a:xfrm>
          <a:prstGeom prst="line">
            <a:avLst/>
          </a:prstGeom>
          <a:ln w="12700">
            <a:solidFill>
              <a:schemeClr val="tx1"/>
            </a:solidFill>
          </a:ln>
        </p:spPr>
        <p:style>
          <a:lnRef idx="2">
            <a:schemeClr val="dk1"/>
          </a:lnRef>
          <a:fillRef idx="0">
            <a:schemeClr val="dk1"/>
          </a:fillRef>
          <a:effectRef idx="1">
            <a:schemeClr val="dk1"/>
          </a:effectRef>
          <a:fontRef idx="minor">
            <a:schemeClr val="tx1"/>
          </a:fontRef>
        </p:style>
      </p:cxnSp>
      <p:sp>
        <p:nvSpPr>
          <p:cNvPr id="6" name="Footer Placeholder 5">
            <a:extLst>
              <a:ext uri="{FF2B5EF4-FFF2-40B4-BE49-F238E27FC236}">
                <a16:creationId xmlns:a16="http://schemas.microsoft.com/office/drawing/2014/main" id="{3994EEA5-E1CB-4EE1-BAAE-366089BC6860}"/>
              </a:ext>
            </a:extLst>
          </p:cNvPr>
          <p:cNvSpPr>
            <a:spLocks noGrp="1"/>
          </p:cNvSpPr>
          <p:nvPr>
            <p:ph type="ftr" sz="quarter" idx="21"/>
          </p:nvPr>
        </p:nvSpPr>
        <p:spPr/>
        <p:txBody>
          <a:bodyPr/>
          <a:lstStyle/>
          <a:p>
            <a:r>
              <a:rPr lang="en-AU"/>
              <a:t>Source:</a:t>
            </a:r>
          </a:p>
        </p:txBody>
      </p:sp>
      <p:sp>
        <p:nvSpPr>
          <p:cNvPr id="7" name="Slide Number Placeholder 6">
            <a:extLst>
              <a:ext uri="{FF2B5EF4-FFF2-40B4-BE49-F238E27FC236}">
                <a16:creationId xmlns:a16="http://schemas.microsoft.com/office/drawing/2014/main" id="{4099E699-D5A5-4BD3-9AE3-E252FE21585B}"/>
              </a:ext>
            </a:extLst>
          </p:cNvPr>
          <p:cNvSpPr>
            <a:spLocks noGrp="1"/>
          </p:cNvSpPr>
          <p:nvPr>
            <p:ph type="sldNum" sz="quarter" idx="22"/>
          </p:nvPr>
        </p:nvSpPr>
        <p:spPr>
          <a:xfrm>
            <a:off x="11464019" y="6442153"/>
            <a:ext cx="427777" cy="418228"/>
          </a:xfrm>
          <a:prstGeom prst="rect">
            <a:avLst/>
          </a:prstGeom>
        </p:spPr>
        <p:txBody>
          <a:bodyPr/>
          <a:lstStyle/>
          <a:p>
            <a:fld id="{88469565-17C8-4C3A-8D7F-D64CC4EE4314}" type="slidenum">
              <a:rPr lang="en-AU" smtClean="0"/>
              <a:pPr/>
              <a:t>‹#›</a:t>
            </a:fld>
            <a:endParaRPr lang="en-AU"/>
          </a:p>
        </p:txBody>
      </p:sp>
      <p:sp>
        <p:nvSpPr>
          <p:cNvPr id="15" name="Title 13">
            <a:extLst>
              <a:ext uri="{FF2B5EF4-FFF2-40B4-BE49-F238E27FC236}">
                <a16:creationId xmlns:a16="http://schemas.microsoft.com/office/drawing/2014/main" id="{C6D709CE-5CAB-49C6-8E65-9EC01B666906}"/>
              </a:ext>
            </a:extLst>
          </p:cNvPr>
          <p:cNvSpPr>
            <a:spLocks noGrp="1"/>
          </p:cNvSpPr>
          <p:nvPr>
            <p:ph type="title" hasCustomPrompt="1"/>
          </p:nvPr>
        </p:nvSpPr>
        <p:spPr>
          <a:xfrm>
            <a:off x="300038" y="611212"/>
            <a:ext cx="9065635" cy="406360"/>
          </a:xfrm>
        </p:spPr>
        <p:txBody>
          <a:bodyPr>
            <a:normAutofit/>
          </a:bodyPr>
          <a:lstStyle>
            <a:lvl1pPr>
              <a:defRPr sz="2200" b="1">
                <a:latin typeface="Calibri" panose="020F0502020204030204" pitchFamily="34" charset="0"/>
                <a:cs typeface="Calibri" panose="020F0502020204030204" pitchFamily="34" charset="0"/>
              </a:defRPr>
            </a:lvl1pPr>
          </a:lstStyle>
          <a:p>
            <a:r>
              <a:rPr lang="en-US"/>
              <a:t>Slide Title</a:t>
            </a:r>
            <a:endParaRPr lang="en-AU"/>
          </a:p>
        </p:txBody>
      </p:sp>
    </p:spTree>
    <p:extLst>
      <p:ext uri="{BB962C8B-B14F-4D97-AF65-F5344CB8AC3E}">
        <p14:creationId xmlns:p14="http://schemas.microsoft.com/office/powerpoint/2010/main" val="3325263697"/>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 Content (2)">
    <p:spTree>
      <p:nvGrpSpPr>
        <p:cNvPr id="1" name=""/>
        <p:cNvGrpSpPr/>
        <p:nvPr/>
      </p:nvGrpSpPr>
      <p:grpSpPr>
        <a:xfrm>
          <a:off x="0" y="0"/>
          <a:ext cx="0" cy="0"/>
          <a:chOff x="0" y="0"/>
          <a:chExt cx="0" cy="0"/>
        </a:xfrm>
      </p:grpSpPr>
      <p:sp>
        <p:nvSpPr>
          <p:cNvPr id="9" name="Content Placeholder 2">
            <a:extLst>
              <a:ext uri="{FF2B5EF4-FFF2-40B4-BE49-F238E27FC236}">
                <a16:creationId xmlns:a16="http://schemas.microsoft.com/office/drawing/2014/main" id="{3ABB1D4E-F2F1-449D-A8EB-399FF8CEC27B}"/>
              </a:ext>
            </a:extLst>
          </p:cNvPr>
          <p:cNvSpPr>
            <a:spLocks noGrp="1"/>
          </p:cNvSpPr>
          <p:nvPr>
            <p:ph idx="13" hasCustomPrompt="1"/>
          </p:nvPr>
        </p:nvSpPr>
        <p:spPr>
          <a:xfrm>
            <a:off x="300038" y="1080052"/>
            <a:ext cx="11592173" cy="245828"/>
          </a:xfrm>
        </p:spPr>
        <p:txBody>
          <a:bodyPr anchor="b">
            <a:noAutofit/>
          </a:bodyPr>
          <a:lstStyle>
            <a:lvl1pPr marL="0" indent="0">
              <a:buNone/>
              <a:defRPr sz="1000" b="1">
                <a:solidFill>
                  <a:schemeClr val="accent2"/>
                </a:solidFill>
                <a:latin typeface="Calibri" panose="020F0502020204030204" pitchFamily="34" charset="0"/>
                <a:cs typeface="Calibri" panose="020F0502020204030204" pitchFamily="34" charset="0"/>
              </a:defRPr>
            </a:lvl1pPr>
            <a:lvl5pPr marL="1828800" indent="0">
              <a:buNone/>
              <a:defRPr/>
            </a:lvl5pPr>
          </a:lstStyle>
          <a:p>
            <a:pPr lvl="0"/>
            <a:r>
              <a:rPr lang="en-US"/>
              <a:t>Lead Line</a:t>
            </a:r>
            <a:endParaRPr lang="en-AU"/>
          </a:p>
        </p:txBody>
      </p:sp>
      <p:sp>
        <p:nvSpPr>
          <p:cNvPr id="6" name="Footer Placeholder 5">
            <a:extLst>
              <a:ext uri="{FF2B5EF4-FFF2-40B4-BE49-F238E27FC236}">
                <a16:creationId xmlns:a16="http://schemas.microsoft.com/office/drawing/2014/main" id="{3994EEA5-E1CB-4EE1-BAAE-366089BC6860}"/>
              </a:ext>
            </a:extLst>
          </p:cNvPr>
          <p:cNvSpPr>
            <a:spLocks noGrp="1"/>
          </p:cNvSpPr>
          <p:nvPr>
            <p:ph type="ftr" sz="quarter" idx="21"/>
          </p:nvPr>
        </p:nvSpPr>
        <p:spPr/>
        <p:txBody>
          <a:bodyPr/>
          <a:lstStyle/>
          <a:p>
            <a:r>
              <a:rPr lang="en-AU"/>
              <a:t>Source:</a:t>
            </a:r>
          </a:p>
        </p:txBody>
      </p:sp>
      <p:cxnSp>
        <p:nvCxnSpPr>
          <p:cNvPr id="27" name="Straight Connector 26">
            <a:extLst>
              <a:ext uri="{FF2B5EF4-FFF2-40B4-BE49-F238E27FC236}">
                <a16:creationId xmlns:a16="http://schemas.microsoft.com/office/drawing/2014/main" id="{68B48B8F-6DE1-46DF-A23C-63A2A791A730}"/>
              </a:ext>
            </a:extLst>
          </p:cNvPr>
          <p:cNvCxnSpPr>
            <a:cxnSpLocks/>
          </p:cNvCxnSpPr>
          <p:nvPr userDrawn="1"/>
        </p:nvCxnSpPr>
        <p:spPr>
          <a:xfrm>
            <a:off x="6174484" y="1685953"/>
            <a:ext cx="5717727" cy="0"/>
          </a:xfrm>
          <a:prstGeom prst="line">
            <a:avLst/>
          </a:prstGeom>
          <a:ln w="12700">
            <a:solidFill>
              <a:schemeClr val="tx1"/>
            </a:solidFill>
          </a:ln>
        </p:spPr>
        <p:style>
          <a:lnRef idx="2">
            <a:schemeClr val="dk1"/>
          </a:lnRef>
          <a:fillRef idx="0">
            <a:schemeClr val="dk1"/>
          </a:fillRef>
          <a:effectRef idx="1">
            <a:schemeClr val="dk1"/>
          </a:effectRef>
          <a:fontRef idx="minor">
            <a:schemeClr val="tx1"/>
          </a:fontRef>
        </p:style>
      </p:cxnSp>
      <p:sp>
        <p:nvSpPr>
          <p:cNvPr id="28" name="Content Placeholder 2">
            <a:extLst>
              <a:ext uri="{FF2B5EF4-FFF2-40B4-BE49-F238E27FC236}">
                <a16:creationId xmlns:a16="http://schemas.microsoft.com/office/drawing/2014/main" id="{6211FBF0-E2C7-4F3C-8522-4EC271BD57BC}"/>
              </a:ext>
            </a:extLst>
          </p:cNvPr>
          <p:cNvSpPr>
            <a:spLocks noGrp="1"/>
          </p:cNvSpPr>
          <p:nvPr>
            <p:ph idx="23" hasCustomPrompt="1"/>
          </p:nvPr>
        </p:nvSpPr>
        <p:spPr>
          <a:xfrm>
            <a:off x="6176865" y="1748435"/>
            <a:ext cx="5711149" cy="2071220"/>
          </a:xfrm>
        </p:spPr>
        <p:txBody>
          <a:bodyPr>
            <a:normAutofit/>
          </a:bodyPr>
          <a:lstStyle>
            <a:lvl1pPr marL="0" indent="0">
              <a:buNone/>
              <a:defRPr sz="1200">
                <a:solidFill>
                  <a:schemeClr val="tx1"/>
                </a:solidFill>
              </a:defRPr>
            </a:lvl1pPr>
            <a:lvl5pPr marL="1828800" indent="0">
              <a:buNone/>
              <a:defRPr/>
            </a:lvl5pPr>
          </a:lstStyle>
          <a:p>
            <a:pPr lvl="0"/>
            <a:r>
              <a:rPr lang="en-US"/>
              <a:t>Content – Text / Dot Points / Graphs / Images</a:t>
            </a:r>
            <a:endParaRPr lang="en-AU"/>
          </a:p>
        </p:txBody>
      </p:sp>
      <p:sp>
        <p:nvSpPr>
          <p:cNvPr id="29" name="Content Placeholder 2">
            <a:extLst>
              <a:ext uri="{FF2B5EF4-FFF2-40B4-BE49-F238E27FC236}">
                <a16:creationId xmlns:a16="http://schemas.microsoft.com/office/drawing/2014/main" id="{9BD03B98-8B98-4656-A090-A4244949D12A}"/>
              </a:ext>
            </a:extLst>
          </p:cNvPr>
          <p:cNvSpPr>
            <a:spLocks noGrp="1"/>
          </p:cNvSpPr>
          <p:nvPr>
            <p:ph idx="24" hasCustomPrompt="1"/>
          </p:nvPr>
        </p:nvSpPr>
        <p:spPr>
          <a:xfrm>
            <a:off x="6176773" y="1440125"/>
            <a:ext cx="5708827" cy="245828"/>
          </a:xfrm>
        </p:spPr>
        <p:txBody>
          <a:bodyPr>
            <a:noAutofit/>
          </a:bodyPr>
          <a:lstStyle>
            <a:lvl1pPr marL="0" indent="0">
              <a:buNone/>
              <a:defRPr sz="1250" b="1">
                <a:solidFill>
                  <a:schemeClr val="tx1"/>
                </a:solidFill>
                <a:latin typeface="Calibri" panose="020F0502020204030204" pitchFamily="34" charset="0"/>
                <a:cs typeface="Calibri" panose="020F0502020204030204" pitchFamily="34" charset="0"/>
              </a:defRPr>
            </a:lvl1pPr>
            <a:lvl5pPr marL="1828800" indent="0">
              <a:buNone/>
              <a:defRPr/>
            </a:lvl5pPr>
          </a:lstStyle>
          <a:p>
            <a:pPr lvl="0"/>
            <a:r>
              <a:rPr lang="en-US"/>
              <a:t>Heading</a:t>
            </a:r>
            <a:endParaRPr lang="en-AU"/>
          </a:p>
        </p:txBody>
      </p:sp>
      <p:sp>
        <p:nvSpPr>
          <p:cNvPr id="30" name="Content Placeholder 2">
            <a:extLst>
              <a:ext uri="{FF2B5EF4-FFF2-40B4-BE49-F238E27FC236}">
                <a16:creationId xmlns:a16="http://schemas.microsoft.com/office/drawing/2014/main" id="{4C0B2679-A1BA-4D2F-916E-0CE5CB3D1B66}"/>
              </a:ext>
            </a:extLst>
          </p:cNvPr>
          <p:cNvSpPr>
            <a:spLocks noGrp="1"/>
          </p:cNvSpPr>
          <p:nvPr>
            <p:ph idx="25" hasCustomPrompt="1"/>
          </p:nvPr>
        </p:nvSpPr>
        <p:spPr>
          <a:xfrm>
            <a:off x="6176865" y="4190440"/>
            <a:ext cx="5711149" cy="2071219"/>
          </a:xfrm>
        </p:spPr>
        <p:txBody>
          <a:bodyPr>
            <a:normAutofit/>
          </a:bodyPr>
          <a:lstStyle>
            <a:lvl1pPr marL="0" indent="0">
              <a:buNone/>
              <a:defRPr sz="1200">
                <a:solidFill>
                  <a:schemeClr val="tx1"/>
                </a:solidFill>
              </a:defRPr>
            </a:lvl1pPr>
            <a:lvl5pPr marL="1828800" indent="0">
              <a:buNone/>
              <a:defRPr/>
            </a:lvl5pPr>
          </a:lstStyle>
          <a:p>
            <a:pPr lvl="0"/>
            <a:r>
              <a:rPr lang="en-US"/>
              <a:t>Content – Text / Dot Points / Graphs / Images</a:t>
            </a:r>
            <a:endParaRPr lang="en-AU"/>
          </a:p>
        </p:txBody>
      </p:sp>
      <p:sp>
        <p:nvSpPr>
          <p:cNvPr id="31" name="Content Placeholder 2">
            <a:extLst>
              <a:ext uri="{FF2B5EF4-FFF2-40B4-BE49-F238E27FC236}">
                <a16:creationId xmlns:a16="http://schemas.microsoft.com/office/drawing/2014/main" id="{74AE687F-C39D-4223-A718-9E36A6F0A477}"/>
              </a:ext>
            </a:extLst>
          </p:cNvPr>
          <p:cNvSpPr>
            <a:spLocks noGrp="1"/>
          </p:cNvSpPr>
          <p:nvPr>
            <p:ph idx="26" hasCustomPrompt="1"/>
          </p:nvPr>
        </p:nvSpPr>
        <p:spPr>
          <a:xfrm>
            <a:off x="6176773" y="3882133"/>
            <a:ext cx="5708827" cy="245828"/>
          </a:xfrm>
        </p:spPr>
        <p:txBody>
          <a:bodyPr>
            <a:noAutofit/>
          </a:bodyPr>
          <a:lstStyle>
            <a:lvl1pPr marL="0" indent="0">
              <a:buNone/>
              <a:defRPr sz="1250" b="1">
                <a:solidFill>
                  <a:schemeClr val="tx1"/>
                </a:solidFill>
                <a:latin typeface="Calibri" panose="020F0502020204030204" pitchFamily="34" charset="0"/>
                <a:cs typeface="Calibri" panose="020F0502020204030204" pitchFamily="34" charset="0"/>
              </a:defRPr>
            </a:lvl1pPr>
            <a:lvl5pPr marL="1828800" indent="0">
              <a:buNone/>
              <a:defRPr/>
            </a:lvl5pPr>
          </a:lstStyle>
          <a:p>
            <a:pPr lvl="0"/>
            <a:r>
              <a:rPr lang="en-US"/>
              <a:t>Heading</a:t>
            </a:r>
            <a:endParaRPr lang="en-AU"/>
          </a:p>
        </p:txBody>
      </p:sp>
      <p:cxnSp>
        <p:nvCxnSpPr>
          <p:cNvPr id="32" name="Straight Connector 31">
            <a:extLst>
              <a:ext uri="{FF2B5EF4-FFF2-40B4-BE49-F238E27FC236}">
                <a16:creationId xmlns:a16="http://schemas.microsoft.com/office/drawing/2014/main" id="{406ECAF9-0A0A-4FE0-8C92-8E0140CC32B4}"/>
              </a:ext>
            </a:extLst>
          </p:cNvPr>
          <p:cNvCxnSpPr>
            <a:cxnSpLocks/>
          </p:cNvCxnSpPr>
          <p:nvPr userDrawn="1"/>
        </p:nvCxnSpPr>
        <p:spPr>
          <a:xfrm>
            <a:off x="6172258" y="4127961"/>
            <a:ext cx="5713343" cy="0"/>
          </a:xfrm>
          <a:prstGeom prst="line">
            <a:avLst/>
          </a:prstGeom>
          <a:ln w="12700">
            <a:solidFill>
              <a:schemeClr val="tx1"/>
            </a:solidFill>
          </a:ln>
        </p:spPr>
        <p:style>
          <a:lnRef idx="2">
            <a:schemeClr val="dk1"/>
          </a:lnRef>
          <a:fillRef idx="0">
            <a:schemeClr val="dk1"/>
          </a:fillRef>
          <a:effectRef idx="1">
            <a:schemeClr val="dk1"/>
          </a:effectRef>
          <a:fontRef idx="minor">
            <a:schemeClr val="tx1"/>
          </a:fontRef>
        </p:style>
      </p:cxnSp>
      <p:sp>
        <p:nvSpPr>
          <p:cNvPr id="33" name="Content Placeholder 2">
            <a:extLst>
              <a:ext uri="{FF2B5EF4-FFF2-40B4-BE49-F238E27FC236}">
                <a16:creationId xmlns:a16="http://schemas.microsoft.com/office/drawing/2014/main" id="{4E4047D7-DA94-4367-AB34-25B3A474B330}"/>
              </a:ext>
            </a:extLst>
          </p:cNvPr>
          <p:cNvSpPr>
            <a:spLocks noGrp="1"/>
          </p:cNvSpPr>
          <p:nvPr>
            <p:ph idx="1" hasCustomPrompt="1"/>
          </p:nvPr>
        </p:nvSpPr>
        <p:spPr>
          <a:xfrm>
            <a:off x="304171" y="1748435"/>
            <a:ext cx="5711149" cy="4513215"/>
          </a:xfrm>
        </p:spPr>
        <p:txBody>
          <a:bodyPr>
            <a:normAutofit/>
          </a:bodyPr>
          <a:lstStyle>
            <a:lvl1pPr marL="0" indent="0">
              <a:buNone/>
              <a:defRPr sz="1200">
                <a:solidFill>
                  <a:schemeClr val="tx1"/>
                </a:solidFill>
              </a:defRPr>
            </a:lvl1pPr>
            <a:lvl5pPr marL="1828800" indent="0">
              <a:buNone/>
              <a:defRPr/>
            </a:lvl5pPr>
          </a:lstStyle>
          <a:p>
            <a:pPr lvl="0"/>
            <a:r>
              <a:rPr lang="en-US"/>
              <a:t>Content – Text / Dot Points / Graphs / Images</a:t>
            </a:r>
            <a:endParaRPr lang="en-AU"/>
          </a:p>
        </p:txBody>
      </p:sp>
      <p:sp>
        <p:nvSpPr>
          <p:cNvPr id="34" name="Content Placeholder 2">
            <a:extLst>
              <a:ext uri="{FF2B5EF4-FFF2-40B4-BE49-F238E27FC236}">
                <a16:creationId xmlns:a16="http://schemas.microsoft.com/office/drawing/2014/main" id="{04BF2EA7-0D7B-4A0C-9C51-E25226ADCEB3}"/>
              </a:ext>
            </a:extLst>
          </p:cNvPr>
          <p:cNvSpPr>
            <a:spLocks noGrp="1"/>
          </p:cNvSpPr>
          <p:nvPr>
            <p:ph idx="14" hasCustomPrompt="1"/>
          </p:nvPr>
        </p:nvSpPr>
        <p:spPr>
          <a:xfrm>
            <a:off x="306460" y="1440126"/>
            <a:ext cx="5708827" cy="245828"/>
          </a:xfrm>
        </p:spPr>
        <p:txBody>
          <a:bodyPr>
            <a:noAutofit/>
          </a:bodyPr>
          <a:lstStyle>
            <a:lvl1pPr marL="0" indent="0">
              <a:buNone/>
              <a:defRPr sz="1250" b="1">
                <a:solidFill>
                  <a:schemeClr val="tx1"/>
                </a:solidFill>
                <a:latin typeface="Calibri" panose="020F0502020204030204" pitchFamily="34" charset="0"/>
                <a:cs typeface="Calibri" panose="020F0502020204030204" pitchFamily="34" charset="0"/>
              </a:defRPr>
            </a:lvl1pPr>
            <a:lvl5pPr marL="1828800" indent="0">
              <a:buNone/>
              <a:defRPr/>
            </a:lvl5pPr>
          </a:lstStyle>
          <a:p>
            <a:pPr lvl="0"/>
            <a:r>
              <a:rPr lang="en-US"/>
              <a:t>Heading</a:t>
            </a:r>
            <a:endParaRPr lang="en-AU"/>
          </a:p>
        </p:txBody>
      </p:sp>
      <p:cxnSp>
        <p:nvCxnSpPr>
          <p:cNvPr id="35" name="Straight Connector 34">
            <a:extLst>
              <a:ext uri="{FF2B5EF4-FFF2-40B4-BE49-F238E27FC236}">
                <a16:creationId xmlns:a16="http://schemas.microsoft.com/office/drawing/2014/main" id="{D6981E56-22AF-4930-AC21-BF18B92AB455}"/>
              </a:ext>
            </a:extLst>
          </p:cNvPr>
          <p:cNvCxnSpPr>
            <a:cxnSpLocks/>
          </p:cNvCxnSpPr>
          <p:nvPr userDrawn="1"/>
        </p:nvCxnSpPr>
        <p:spPr>
          <a:xfrm>
            <a:off x="301945" y="1685953"/>
            <a:ext cx="5713343" cy="0"/>
          </a:xfrm>
          <a:prstGeom prst="line">
            <a:avLst/>
          </a:prstGeom>
          <a:ln w="12700">
            <a:solidFill>
              <a:schemeClr val="tx1"/>
            </a:solidFill>
          </a:ln>
        </p:spPr>
        <p:style>
          <a:lnRef idx="2">
            <a:schemeClr val="dk1"/>
          </a:lnRef>
          <a:fillRef idx="0">
            <a:schemeClr val="dk1"/>
          </a:fillRef>
          <a:effectRef idx="1">
            <a:schemeClr val="dk1"/>
          </a:effectRef>
          <a:fontRef idx="minor">
            <a:schemeClr val="tx1"/>
          </a:fontRef>
        </p:style>
      </p:cxnSp>
      <p:sp>
        <p:nvSpPr>
          <p:cNvPr id="36" name="Title 13">
            <a:extLst>
              <a:ext uri="{FF2B5EF4-FFF2-40B4-BE49-F238E27FC236}">
                <a16:creationId xmlns:a16="http://schemas.microsoft.com/office/drawing/2014/main" id="{38EB9C1E-BD63-4B6E-9AF5-9E7CE5809D70}"/>
              </a:ext>
            </a:extLst>
          </p:cNvPr>
          <p:cNvSpPr>
            <a:spLocks noGrp="1"/>
          </p:cNvSpPr>
          <p:nvPr>
            <p:ph type="title" hasCustomPrompt="1"/>
          </p:nvPr>
        </p:nvSpPr>
        <p:spPr>
          <a:xfrm>
            <a:off x="300038" y="611212"/>
            <a:ext cx="9065635" cy="406360"/>
          </a:xfrm>
        </p:spPr>
        <p:txBody>
          <a:bodyPr>
            <a:normAutofit/>
          </a:bodyPr>
          <a:lstStyle>
            <a:lvl1pPr>
              <a:defRPr sz="2200" b="1">
                <a:latin typeface="Calibri" panose="020F0502020204030204" pitchFamily="34" charset="0"/>
                <a:cs typeface="Calibri" panose="020F0502020204030204" pitchFamily="34" charset="0"/>
              </a:defRPr>
            </a:lvl1pPr>
          </a:lstStyle>
          <a:p>
            <a:r>
              <a:rPr lang="en-US"/>
              <a:t>Slide Title</a:t>
            </a:r>
            <a:endParaRPr lang="en-AU"/>
          </a:p>
        </p:txBody>
      </p:sp>
      <p:sp>
        <p:nvSpPr>
          <p:cNvPr id="2" name="Slide Number Placeholder 6">
            <a:extLst>
              <a:ext uri="{FF2B5EF4-FFF2-40B4-BE49-F238E27FC236}">
                <a16:creationId xmlns:a16="http://schemas.microsoft.com/office/drawing/2014/main" id="{B924DB99-458F-273D-5A44-C96FA8E1D29A}"/>
              </a:ext>
            </a:extLst>
          </p:cNvPr>
          <p:cNvSpPr>
            <a:spLocks noGrp="1"/>
          </p:cNvSpPr>
          <p:nvPr>
            <p:ph type="sldNum" sz="quarter" idx="22"/>
          </p:nvPr>
        </p:nvSpPr>
        <p:spPr>
          <a:xfrm>
            <a:off x="11464019" y="6442153"/>
            <a:ext cx="427777" cy="418228"/>
          </a:xfrm>
          <a:prstGeom prst="rect">
            <a:avLst/>
          </a:prstGeom>
        </p:spPr>
        <p:txBody>
          <a:bodyPr/>
          <a:lstStyle/>
          <a:p>
            <a:fld id="{88469565-17C8-4C3A-8D7F-D64CC4EE4314}" type="slidenum">
              <a:rPr lang="en-AU" smtClean="0"/>
              <a:pPr/>
              <a:t>‹#›</a:t>
            </a:fld>
            <a:endParaRPr lang="en-AU"/>
          </a:p>
        </p:txBody>
      </p:sp>
    </p:spTree>
    <p:extLst>
      <p:ext uri="{BB962C8B-B14F-4D97-AF65-F5344CB8AC3E}">
        <p14:creationId xmlns:p14="http://schemas.microsoft.com/office/powerpoint/2010/main" val="687777599"/>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4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EF79F1A-7268-49F1-B9EA-81FAA8774544}"/>
              </a:ext>
            </a:extLst>
          </p:cNvPr>
          <p:cNvSpPr>
            <a:spLocks noGrp="1"/>
          </p:cNvSpPr>
          <p:nvPr>
            <p:ph idx="1" hasCustomPrompt="1"/>
          </p:nvPr>
        </p:nvSpPr>
        <p:spPr>
          <a:xfrm>
            <a:off x="304171" y="1748435"/>
            <a:ext cx="5711149" cy="2071220"/>
          </a:xfrm>
        </p:spPr>
        <p:txBody>
          <a:bodyPr>
            <a:normAutofit/>
          </a:bodyPr>
          <a:lstStyle>
            <a:lvl1pPr marL="0" indent="0">
              <a:buNone/>
              <a:defRPr sz="1200">
                <a:solidFill>
                  <a:schemeClr val="tx1"/>
                </a:solidFill>
              </a:defRPr>
            </a:lvl1pPr>
            <a:lvl5pPr marL="1828800" indent="0">
              <a:buNone/>
              <a:defRPr/>
            </a:lvl5pPr>
          </a:lstStyle>
          <a:p>
            <a:pPr lvl="0"/>
            <a:r>
              <a:rPr lang="en-US"/>
              <a:t>Content – Text / Dot Points / Graphs / Images</a:t>
            </a:r>
            <a:endParaRPr lang="en-AU"/>
          </a:p>
        </p:txBody>
      </p:sp>
      <p:sp>
        <p:nvSpPr>
          <p:cNvPr id="9" name="Content Placeholder 2">
            <a:extLst>
              <a:ext uri="{FF2B5EF4-FFF2-40B4-BE49-F238E27FC236}">
                <a16:creationId xmlns:a16="http://schemas.microsoft.com/office/drawing/2014/main" id="{3ABB1D4E-F2F1-449D-A8EB-399FF8CEC27B}"/>
              </a:ext>
            </a:extLst>
          </p:cNvPr>
          <p:cNvSpPr>
            <a:spLocks noGrp="1"/>
          </p:cNvSpPr>
          <p:nvPr>
            <p:ph idx="13" hasCustomPrompt="1"/>
          </p:nvPr>
        </p:nvSpPr>
        <p:spPr>
          <a:xfrm>
            <a:off x="300038" y="1080052"/>
            <a:ext cx="11592173" cy="245828"/>
          </a:xfrm>
        </p:spPr>
        <p:txBody>
          <a:bodyPr anchor="b">
            <a:noAutofit/>
          </a:bodyPr>
          <a:lstStyle>
            <a:lvl1pPr marL="0" indent="0">
              <a:buNone/>
              <a:defRPr sz="1000" b="1">
                <a:solidFill>
                  <a:schemeClr val="accent2"/>
                </a:solidFill>
                <a:latin typeface="Calibri" panose="020F0502020204030204" pitchFamily="34" charset="0"/>
                <a:cs typeface="Calibri" panose="020F0502020204030204" pitchFamily="34" charset="0"/>
              </a:defRPr>
            </a:lvl1pPr>
            <a:lvl5pPr marL="1828800" indent="0">
              <a:buNone/>
              <a:defRPr/>
            </a:lvl5pPr>
          </a:lstStyle>
          <a:p>
            <a:pPr lvl="0"/>
            <a:r>
              <a:rPr lang="en-US"/>
              <a:t>Lead Line</a:t>
            </a:r>
            <a:endParaRPr lang="en-AU"/>
          </a:p>
        </p:txBody>
      </p:sp>
      <p:sp>
        <p:nvSpPr>
          <p:cNvPr id="10" name="Content Placeholder 2">
            <a:extLst>
              <a:ext uri="{FF2B5EF4-FFF2-40B4-BE49-F238E27FC236}">
                <a16:creationId xmlns:a16="http://schemas.microsoft.com/office/drawing/2014/main" id="{70E4910E-9C55-41A3-9214-6BBF6DB6DD16}"/>
              </a:ext>
            </a:extLst>
          </p:cNvPr>
          <p:cNvSpPr>
            <a:spLocks noGrp="1"/>
          </p:cNvSpPr>
          <p:nvPr>
            <p:ph idx="14" hasCustomPrompt="1"/>
          </p:nvPr>
        </p:nvSpPr>
        <p:spPr>
          <a:xfrm>
            <a:off x="306460" y="1440125"/>
            <a:ext cx="5708827" cy="245828"/>
          </a:xfrm>
        </p:spPr>
        <p:txBody>
          <a:bodyPr>
            <a:noAutofit/>
          </a:bodyPr>
          <a:lstStyle>
            <a:lvl1pPr marL="0" indent="0">
              <a:buNone/>
              <a:defRPr sz="1250" b="1">
                <a:solidFill>
                  <a:schemeClr val="tx1"/>
                </a:solidFill>
                <a:latin typeface="Calibri" panose="020F0502020204030204" pitchFamily="34" charset="0"/>
                <a:cs typeface="Calibri" panose="020F0502020204030204" pitchFamily="34" charset="0"/>
              </a:defRPr>
            </a:lvl1pPr>
            <a:lvl5pPr marL="1828800" indent="0">
              <a:buNone/>
              <a:defRPr/>
            </a:lvl5pPr>
          </a:lstStyle>
          <a:p>
            <a:pPr lvl="0"/>
            <a:r>
              <a:rPr lang="en-US"/>
              <a:t>Heading</a:t>
            </a:r>
            <a:endParaRPr lang="en-AU"/>
          </a:p>
        </p:txBody>
      </p:sp>
      <p:cxnSp>
        <p:nvCxnSpPr>
          <p:cNvPr id="12" name="Straight Connector 11">
            <a:extLst>
              <a:ext uri="{FF2B5EF4-FFF2-40B4-BE49-F238E27FC236}">
                <a16:creationId xmlns:a16="http://schemas.microsoft.com/office/drawing/2014/main" id="{97ACC540-744E-43AB-8D11-BE1D25AC984C}"/>
              </a:ext>
            </a:extLst>
          </p:cNvPr>
          <p:cNvCxnSpPr>
            <a:cxnSpLocks/>
          </p:cNvCxnSpPr>
          <p:nvPr userDrawn="1"/>
        </p:nvCxnSpPr>
        <p:spPr>
          <a:xfrm>
            <a:off x="301945" y="1685953"/>
            <a:ext cx="5713343" cy="0"/>
          </a:xfrm>
          <a:prstGeom prst="line">
            <a:avLst/>
          </a:prstGeom>
          <a:ln w="12700">
            <a:solidFill>
              <a:schemeClr val="tx1"/>
            </a:solidFill>
          </a:ln>
        </p:spPr>
        <p:style>
          <a:lnRef idx="2">
            <a:schemeClr val="dk1"/>
          </a:lnRef>
          <a:fillRef idx="0">
            <a:schemeClr val="dk1"/>
          </a:fillRef>
          <a:effectRef idx="1">
            <a:schemeClr val="dk1"/>
          </a:effectRef>
          <a:fontRef idx="minor">
            <a:schemeClr val="tx1"/>
          </a:fontRef>
        </p:style>
      </p:cxnSp>
      <p:cxnSp>
        <p:nvCxnSpPr>
          <p:cNvPr id="50" name="Straight Connector 49">
            <a:extLst>
              <a:ext uri="{FF2B5EF4-FFF2-40B4-BE49-F238E27FC236}">
                <a16:creationId xmlns:a16="http://schemas.microsoft.com/office/drawing/2014/main" id="{5CC60AC1-D5D5-4BD8-8F86-EB284743E92A}"/>
              </a:ext>
            </a:extLst>
          </p:cNvPr>
          <p:cNvCxnSpPr>
            <a:cxnSpLocks/>
          </p:cNvCxnSpPr>
          <p:nvPr userDrawn="1"/>
        </p:nvCxnSpPr>
        <p:spPr>
          <a:xfrm>
            <a:off x="6174484" y="1685953"/>
            <a:ext cx="5717727" cy="0"/>
          </a:xfrm>
          <a:prstGeom prst="line">
            <a:avLst/>
          </a:prstGeom>
          <a:ln w="12700">
            <a:solidFill>
              <a:schemeClr val="tx1"/>
            </a:solidFill>
          </a:ln>
        </p:spPr>
        <p:style>
          <a:lnRef idx="2">
            <a:schemeClr val="dk1"/>
          </a:lnRef>
          <a:fillRef idx="0">
            <a:schemeClr val="dk1"/>
          </a:fillRef>
          <a:effectRef idx="1">
            <a:schemeClr val="dk1"/>
          </a:effectRef>
          <a:fontRef idx="minor">
            <a:schemeClr val="tx1"/>
          </a:fontRef>
        </p:style>
      </p:cxnSp>
      <p:sp>
        <p:nvSpPr>
          <p:cNvPr id="66" name="Content Placeholder 2">
            <a:extLst>
              <a:ext uri="{FF2B5EF4-FFF2-40B4-BE49-F238E27FC236}">
                <a16:creationId xmlns:a16="http://schemas.microsoft.com/office/drawing/2014/main" id="{757CBE3F-B020-4B1E-8103-A87140B1833F}"/>
              </a:ext>
            </a:extLst>
          </p:cNvPr>
          <p:cNvSpPr>
            <a:spLocks noGrp="1"/>
          </p:cNvSpPr>
          <p:nvPr>
            <p:ph idx="19" hasCustomPrompt="1"/>
          </p:nvPr>
        </p:nvSpPr>
        <p:spPr>
          <a:xfrm>
            <a:off x="304171" y="4190440"/>
            <a:ext cx="5711149" cy="2071219"/>
          </a:xfrm>
        </p:spPr>
        <p:txBody>
          <a:bodyPr>
            <a:normAutofit/>
          </a:bodyPr>
          <a:lstStyle>
            <a:lvl1pPr marL="0" indent="0">
              <a:buNone/>
              <a:defRPr sz="1200">
                <a:solidFill>
                  <a:schemeClr val="tx1"/>
                </a:solidFill>
              </a:defRPr>
            </a:lvl1pPr>
            <a:lvl5pPr marL="1828800" indent="0">
              <a:buNone/>
              <a:defRPr/>
            </a:lvl5pPr>
          </a:lstStyle>
          <a:p>
            <a:pPr lvl="0"/>
            <a:r>
              <a:rPr lang="en-US"/>
              <a:t>Content – Text / Dot Points / Graphs / Images</a:t>
            </a:r>
            <a:endParaRPr lang="en-AU"/>
          </a:p>
        </p:txBody>
      </p:sp>
      <p:sp>
        <p:nvSpPr>
          <p:cNvPr id="67" name="Content Placeholder 2">
            <a:extLst>
              <a:ext uri="{FF2B5EF4-FFF2-40B4-BE49-F238E27FC236}">
                <a16:creationId xmlns:a16="http://schemas.microsoft.com/office/drawing/2014/main" id="{81975821-F615-4D0A-B33F-DDEEEDF3B6AA}"/>
              </a:ext>
            </a:extLst>
          </p:cNvPr>
          <p:cNvSpPr>
            <a:spLocks noGrp="1"/>
          </p:cNvSpPr>
          <p:nvPr>
            <p:ph idx="20" hasCustomPrompt="1"/>
          </p:nvPr>
        </p:nvSpPr>
        <p:spPr>
          <a:xfrm>
            <a:off x="306460" y="3882133"/>
            <a:ext cx="5708827" cy="245828"/>
          </a:xfrm>
        </p:spPr>
        <p:txBody>
          <a:bodyPr>
            <a:noAutofit/>
          </a:bodyPr>
          <a:lstStyle>
            <a:lvl1pPr marL="0" indent="0">
              <a:buNone/>
              <a:defRPr sz="1250" b="1">
                <a:solidFill>
                  <a:schemeClr val="tx1"/>
                </a:solidFill>
                <a:latin typeface="Calibri" panose="020F0502020204030204" pitchFamily="34" charset="0"/>
                <a:cs typeface="Calibri" panose="020F0502020204030204" pitchFamily="34" charset="0"/>
              </a:defRPr>
            </a:lvl1pPr>
            <a:lvl5pPr marL="1828800" indent="0">
              <a:buNone/>
              <a:defRPr/>
            </a:lvl5pPr>
          </a:lstStyle>
          <a:p>
            <a:pPr lvl="0"/>
            <a:r>
              <a:rPr lang="en-US"/>
              <a:t>Heading</a:t>
            </a:r>
            <a:endParaRPr lang="en-AU"/>
          </a:p>
        </p:txBody>
      </p:sp>
      <p:cxnSp>
        <p:nvCxnSpPr>
          <p:cNvPr id="68" name="Straight Connector 67">
            <a:extLst>
              <a:ext uri="{FF2B5EF4-FFF2-40B4-BE49-F238E27FC236}">
                <a16:creationId xmlns:a16="http://schemas.microsoft.com/office/drawing/2014/main" id="{A28B7B5A-6919-41B7-8EC1-CF41C9F5A8D6}"/>
              </a:ext>
            </a:extLst>
          </p:cNvPr>
          <p:cNvCxnSpPr>
            <a:cxnSpLocks/>
          </p:cNvCxnSpPr>
          <p:nvPr userDrawn="1"/>
        </p:nvCxnSpPr>
        <p:spPr>
          <a:xfrm>
            <a:off x="301945" y="4127961"/>
            <a:ext cx="5713343" cy="0"/>
          </a:xfrm>
          <a:prstGeom prst="line">
            <a:avLst/>
          </a:prstGeom>
          <a:ln w="12700">
            <a:solidFill>
              <a:schemeClr val="tx1"/>
            </a:solidFill>
          </a:ln>
        </p:spPr>
        <p:style>
          <a:lnRef idx="2">
            <a:schemeClr val="dk1"/>
          </a:lnRef>
          <a:fillRef idx="0">
            <a:schemeClr val="dk1"/>
          </a:fillRef>
          <a:effectRef idx="1">
            <a:schemeClr val="dk1"/>
          </a:effectRef>
          <a:fontRef idx="minor">
            <a:schemeClr val="tx1"/>
          </a:fontRef>
        </p:style>
      </p:cxnSp>
      <p:sp>
        <p:nvSpPr>
          <p:cNvPr id="6" name="Footer Placeholder 5">
            <a:extLst>
              <a:ext uri="{FF2B5EF4-FFF2-40B4-BE49-F238E27FC236}">
                <a16:creationId xmlns:a16="http://schemas.microsoft.com/office/drawing/2014/main" id="{3994EEA5-E1CB-4EE1-BAAE-366089BC6860}"/>
              </a:ext>
            </a:extLst>
          </p:cNvPr>
          <p:cNvSpPr>
            <a:spLocks noGrp="1"/>
          </p:cNvSpPr>
          <p:nvPr>
            <p:ph type="ftr" sz="quarter" idx="21"/>
          </p:nvPr>
        </p:nvSpPr>
        <p:spPr/>
        <p:txBody>
          <a:bodyPr/>
          <a:lstStyle/>
          <a:p>
            <a:r>
              <a:rPr lang="en-AU"/>
              <a:t>Source:</a:t>
            </a:r>
          </a:p>
        </p:txBody>
      </p:sp>
      <p:sp>
        <p:nvSpPr>
          <p:cNvPr id="15" name="Content Placeholder 2">
            <a:extLst>
              <a:ext uri="{FF2B5EF4-FFF2-40B4-BE49-F238E27FC236}">
                <a16:creationId xmlns:a16="http://schemas.microsoft.com/office/drawing/2014/main" id="{D74EEA2E-1879-44E4-9455-574541B01273}"/>
              </a:ext>
            </a:extLst>
          </p:cNvPr>
          <p:cNvSpPr>
            <a:spLocks noGrp="1"/>
          </p:cNvSpPr>
          <p:nvPr>
            <p:ph idx="23" hasCustomPrompt="1"/>
          </p:nvPr>
        </p:nvSpPr>
        <p:spPr>
          <a:xfrm>
            <a:off x="6176865" y="1748435"/>
            <a:ext cx="5711149" cy="2071220"/>
          </a:xfrm>
        </p:spPr>
        <p:txBody>
          <a:bodyPr>
            <a:normAutofit/>
          </a:bodyPr>
          <a:lstStyle>
            <a:lvl1pPr marL="0" indent="0">
              <a:buNone/>
              <a:defRPr sz="1200">
                <a:solidFill>
                  <a:schemeClr val="tx1"/>
                </a:solidFill>
              </a:defRPr>
            </a:lvl1pPr>
            <a:lvl5pPr marL="1828800" indent="0">
              <a:buNone/>
              <a:defRPr/>
            </a:lvl5pPr>
          </a:lstStyle>
          <a:p>
            <a:pPr lvl="0"/>
            <a:r>
              <a:rPr lang="en-US"/>
              <a:t>Content – Text / Dot Points / Graphs / Images</a:t>
            </a:r>
            <a:endParaRPr lang="en-AU"/>
          </a:p>
        </p:txBody>
      </p:sp>
      <p:sp>
        <p:nvSpPr>
          <p:cNvPr id="16" name="Content Placeholder 2">
            <a:extLst>
              <a:ext uri="{FF2B5EF4-FFF2-40B4-BE49-F238E27FC236}">
                <a16:creationId xmlns:a16="http://schemas.microsoft.com/office/drawing/2014/main" id="{5762DCC4-F97E-4247-A310-1CCA76047B26}"/>
              </a:ext>
            </a:extLst>
          </p:cNvPr>
          <p:cNvSpPr>
            <a:spLocks noGrp="1"/>
          </p:cNvSpPr>
          <p:nvPr>
            <p:ph idx="24" hasCustomPrompt="1"/>
          </p:nvPr>
        </p:nvSpPr>
        <p:spPr>
          <a:xfrm>
            <a:off x="6176773" y="1440125"/>
            <a:ext cx="5708827" cy="245828"/>
          </a:xfrm>
        </p:spPr>
        <p:txBody>
          <a:bodyPr>
            <a:noAutofit/>
          </a:bodyPr>
          <a:lstStyle>
            <a:lvl1pPr marL="0" indent="0">
              <a:buNone/>
              <a:defRPr sz="1250" b="1">
                <a:solidFill>
                  <a:schemeClr val="tx1"/>
                </a:solidFill>
                <a:latin typeface="Calibri" panose="020F0502020204030204" pitchFamily="34" charset="0"/>
                <a:cs typeface="Calibri" panose="020F0502020204030204" pitchFamily="34" charset="0"/>
              </a:defRPr>
            </a:lvl1pPr>
            <a:lvl5pPr marL="1828800" indent="0">
              <a:buNone/>
              <a:defRPr/>
            </a:lvl5pPr>
          </a:lstStyle>
          <a:p>
            <a:pPr lvl="0"/>
            <a:r>
              <a:rPr lang="en-US"/>
              <a:t>Heading</a:t>
            </a:r>
            <a:endParaRPr lang="en-AU"/>
          </a:p>
        </p:txBody>
      </p:sp>
      <p:sp>
        <p:nvSpPr>
          <p:cNvPr id="18" name="Content Placeholder 2">
            <a:extLst>
              <a:ext uri="{FF2B5EF4-FFF2-40B4-BE49-F238E27FC236}">
                <a16:creationId xmlns:a16="http://schemas.microsoft.com/office/drawing/2014/main" id="{C7E7A013-4D1E-4746-AFCB-6D5DFE79C02E}"/>
              </a:ext>
            </a:extLst>
          </p:cNvPr>
          <p:cNvSpPr>
            <a:spLocks noGrp="1"/>
          </p:cNvSpPr>
          <p:nvPr>
            <p:ph idx="25" hasCustomPrompt="1"/>
          </p:nvPr>
        </p:nvSpPr>
        <p:spPr>
          <a:xfrm>
            <a:off x="6176865" y="4190440"/>
            <a:ext cx="5711149" cy="2071219"/>
          </a:xfrm>
        </p:spPr>
        <p:txBody>
          <a:bodyPr>
            <a:normAutofit/>
          </a:bodyPr>
          <a:lstStyle>
            <a:lvl1pPr marL="0" indent="0">
              <a:buNone/>
              <a:defRPr sz="1200">
                <a:solidFill>
                  <a:schemeClr val="tx1"/>
                </a:solidFill>
              </a:defRPr>
            </a:lvl1pPr>
            <a:lvl5pPr marL="1828800" indent="0">
              <a:buNone/>
              <a:defRPr/>
            </a:lvl5pPr>
          </a:lstStyle>
          <a:p>
            <a:pPr lvl="0"/>
            <a:r>
              <a:rPr lang="en-US"/>
              <a:t>Content – Text / Dot Points / Graphs / Images</a:t>
            </a:r>
            <a:endParaRPr lang="en-AU"/>
          </a:p>
        </p:txBody>
      </p:sp>
      <p:sp>
        <p:nvSpPr>
          <p:cNvPr id="19" name="Content Placeholder 2">
            <a:extLst>
              <a:ext uri="{FF2B5EF4-FFF2-40B4-BE49-F238E27FC236}">
                <a16:creationId xmlns:a16="http://schemas.microsoft.com/office/drawing/2014/main" id="{E0403F55-4196-4234-8AB2-4CA1BFDC24E0}"/>
              </a:ext>
            </a:extLst>
          </p:cNvPr>
          <p:cNvSpPr>
            <a:spLocks noGrp="1"/>
          </p:cNvSpPr>
          <p:nvPr>
            <p:ph idx="26" hasCustomPrompt="1"/>
          </p:nvPr>
        </p:nvSpPr>
        <p:spPr>
          <a:xfrm>
            <a:off x="6176773" y="3882133"/>
            <a:ext cx="5708827" cy="245828"/>
          </a:xfrm>
        </p:spPr>
        <p:txBody>
          <a:bodyPr>
            <a:noAutofit/>
          </a:bodyPr>
          <a:lstStyle>
            <a:lvl1pPr marL="0" indent="0">
              <a:buNone/>
              <a:defRPr sz="1250" b="1">
                <a:solidFill>
                  <a:schemeClr val="tx1"/>
                </a:solidFill>
                <a:latin typeface="Calibri" panose="020F0502020204030204" pitchFamily="34" charset="0"/>
                <a:cs typeface="Calibri" panose="020F0502020204030204" pitchFamily="34" charset="0"/>
              </a:defRPr>
            </a:lvl1pPr>
            <a:lvl5pPr marL="1828800" indent="0">
              <a:buNone/>
              <a:defRPr/>
            </a:lvl5pPr>
          </a:lstStyle>
          <a:p>
            <a:pPr lvl="0"/>
            <a:r>
              <a:rPr lang="en-US"/>
              <a:t>Heading</a:t>
            </a:r>
            <a:endParaRPr lang="en-AU"/>
          </a:p>
        </p:txBody>
      </p:sp>
      <p:cxnSp>
        <p:nvCxnSpPr>
          <p:cNvPr id="20" name="Straight Connector 19">
            <a:extLst>
              <a:ext uri="{FF2B5EF4-FFF2-40B4-BE49-F238E27FC236}">
                <a16:creationId xmlns:a16="http://schemas.microsoft.com/office/drawing/2014/main" id="{E3E66288-4B12-4FEB-8E39-FC5B40DAFE01}"/>
              </a:ext>
            </a:extLst>
          </p:cNvPr>
          <p:cNvCxnSpPr>
            <a:cxnSpLocks/>
          </p:cNvCxnSpPr>
          <p:nvPr userDrawn="1"/>
        </p:nvCxnSpPr>
        <p:spPr>
          <a:xfrm>
            <a:off x="6172258" y="4127961"/>
            <a:ext cx="5713343" cy="0"/>
          </a:xfrm>
          <a:prstGeom prst="line">
            <a:avLst/>
          </a:prstGeom>
          <a:ln w="12700">
            <a:solidFill>
              <a:schemeClr val="tx1"/>
            </a:solidFill>
          </a:ln>
        </p:spPr>
        <p:style>
          <a:lnRef idx="2">
            <a:schemeClr val="dk1"/>
          </a:lnRef>
          <a:fillRef idx="0">
            <a:schemeClr val="dk1"/>
          </a:fillRef>
          <a:effectRef idx="1">
            <a:schemeClr val="dk1"/>
          </a:effectRef>
          <a:fontRef idx="minor">
            <a:schemeClr val="tx1"/>
          </a:fontRef>
        </p:style>
      </p:cxnSp>
      <p:sp>
        <p:nvSpPr>
          <p:cNvPr id="21" name="Title 13">
            <a:extLst>
              <a:ext uri="{FF2B5EF4-FFF2-40B4-BE49-F238E27FC236}">
                <a16:creationId xmlns:a16="http://schemas.microsoft.com/office/drawing/2014/main" id="{6C147C11-BEA3-4E6C-A423-E8FD468D2118}"/>
              </a:ext>
            </a:extLst>
          </p:cNvPr>
          <p:cNvSpPr>
            <a:spLocks noGrp="1"/>
          </p:cNvSpPr>
          <p:nvPr>
            <p:ph type="title" hasCustomPrompt="1"/>
          </p:nvPr>
        </p:nvSpPr>
        <p:spPr>
          <a:xfrm>
            <a:off x="300038" y="611212"/>
            <a:ext cx="9065635" cy="406360"/>
          </a:xfrm>
        </p:spPr>
        <p:txBody>
          <a:bodyPr>
            <a:normAutofit/>
          </a:bodyPr>
          <a:lstStyle>
            <a:lvl1pPr>
              <a:defRPr sz="2200" b="1">
                <a:latin typeface="Calibri" panose="020F0502020204030204" pitchFamily="34" charset="0"/>
                <a:cs typeface="Calibri" panose="020F0502020204030204" pitchFamily="34" charset="0"/>
              </a:defRPr>
            </a:lvl1pPr>
          </a:lstStyle>
          <a:p>
            <a:r>
              <a:rPr lang="en-US"/>
              <a:t>Slide Title</a:t>
            </a:r>
            <a:endParaRPr lang="en-AU"/>
          </a:p>
        </p:txBody>
      </p:sp>
      <p:sp>
        <p:nvSpPr>
          <p:cNvPr id="2" name="Slide Number Placeholder 6">
            <a:extLst>
              <a:ext uri="{FF2B5EF4-FFF2-40B4-BE49-F238E27FC236}">
                <a16:creationId xmlns:a16="http://schemas.microsoft.com/office/drawing/2014/main" id="{01E51C1D-75F0-1C2B-B889-210054BA7085}"/>
              </a:ext>
            </a:extLst>
          </p:cNvPr>
          <p:cNvSpPr>
            <a:spLocks noGrp="1"/>
          </p:cNvSpPr>
          <p:nvPr>
            <p:ph type="sldNum" sz="quarter" idx="22"/>
          </p:nvPr>
        </p:nvSpPr>
        <p:spPr>
          <a:xfrm>
            <a:off x="11464019" y="6442153"/>
            <a:ext cx="427777" cy="418228"/>
          </a:xfrm>
          <a:prstGeom prst="rect">
            <a:avLst/>
          </a:prstGeom>
        </p:spPr>
        <p:txBody>
          <a:bodyPr/>
          <a:lstStyle/>
          <a:p>
            <a:fld id="{88469565-17C8-4C3A-8D7F-D64CC4EE4314}" type="slidenum">
              <a:rPr lang="en-AU" smtClean="0"/>
              <a:pPr/>
              <a:t>‹#›</a:t>
            </a:fld>
            <a:endParaRPr lang="en-AU"/>
          </a:p>
        </p:txBody>
      </p:sp>
    </p:spTree>
    <p:extLst>
      <p:ext uri="{BB962C8B-B14F-4D97-AF65-F5344CB8AC3E}">
        <p14:creationId xmlns:p14="http://schemas.microsoft.com/office/powerpoint/2010/main" val="2927841172"/>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8DF64-957A-B64E-0B3D-DFDA8509623B}"/>
              </a:ext>
            </a:extLst>
          </p:cNvPr>
          <p:cNvSpPr>
            <a:spLocks noGrp="1"/>
          </p:cNvSpPr>
          <p:nvPr>
            <p:ph type="title"/>
          </p:nvPr>
        </p:nvSpPr>
        <p:spPr/>
        <p:txBody>
          <a:bodyPr/>
          <a:lstStyle/>
          <a:p>
            <a:r>
              <a:rPr lang="en-GB"/>
              <a:t>Click to edit Master title style</a:t>
            </a:r>
            <a:endParaRPr lang="en-US"/>
          </a:p>
        </p:txBody>
      </p:sp>
      <p:sp>
        <p:nvSpPr>
          <p:cNvPr id="3" name="Footer Placeholder 2">
            <a:extLst>
              <a:ext uri="{FF2B5EF4-FFF2-40B4-BE49-F238E27FC236}">
                <a16:creationId xmlns:a16="http://schemas.microsoft.com/office/drawing/2014/main" id="{AAEED0FE-DDCA-B7BD-DC32-BB691631436A}"/>
              </a:ext>
            </a:extLst>
          </p:cNvPr>
          <p:cNvSpPr>
            <a:spLocks noGrp="1"/>
          </p:cNvSpPr>
          <p:nvPr>
            <p:ph type="ftr" sz="quarter" idx="10"/>
          </p:nvPr>
        </p:nvSpPr>
        <p:spPr/>
        <p:txBody>
          <a:bodyPr/>
          <a:lstStyle/>
          <a:p>
            <a:r>
              <a:rPr lang="en-AU"/>
              <a:t>Source:</a:t>
            </a:r>
          </a:p>
        </p:txBody>
      </p:sp>
    </p:spTree>
    <p:extLst>
      <p:ext uri="{BB962C8B-B14F-4D97-AF65-F5344CB8AC3E}">
        <p14:creationId xmlns:p14="http://schemas.microsoft.com/office/powerpoint/2010/main" val="381518036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1E5AB33E-8C46-4BB9-BABE-8538AE1AABFF}"/>
              </a:ext>
            </a:extLst>
          </p:cNvPr>
          <p:cNvSpPr>
            <a:spLocks noGrp="1"/>
          </p:cNvSpPr>
          <p:nvPr>
            <p:ph type="ftr" sz="quarter" idx="12"/>
          </p:nvPr>
        </p:nvSpPr>
        <p:spPr/>
        <p:txBody>
          <a:bodyPr/>
          <a:lstStyle/>
          <a:p>
            <a:r>
              <a:rPr lang="en-AU"/>
              <a:t>Source:</a:t>
            </a:r>
          </a:p>
        </p:txBody>
      </p:sp>
      <p:cxnSp>
        <p:nvCxnSpPr>
          <p:cNvPr id="10" name="Straight Connector 9">
            <a:extLst>
              <a:ext uri="{FF2B5EF4-FFF2-40B4-BE49-F238E27FC236}">
                <a16:creationId xmlns:a16="http://schemas.microsoft.com/office/drawing/2014/main" id="{C3229403-AFB7-4F62-A0AF-3952A5D6D4BC}"/>
              </a:ext>
            </a:extLst>
          </p:cNvPr>
          <p:cNvCxnSpPr>
            <a:cxnSpLocks/>
          </p:cNvCxnSpPr>
          <p:nvPr userDrawn="1"/>
        </p:nvCxnSpPr>
        <p:spPr>
          <a:xfrm>
            <a:off x="300092" y="6439772"/>
            <a:ext cx="11601229" cy="0"/>
          </a:xfrm>
          <a:prstGeom prst="line">
            <a:avLst/>
          </a:prstGeom>
          <a:ln w="12700">
            <a:solidFill>
              <a:schemeClr val="tx1"/>
            </a:solidFill>
          </a:ln>
        </p:spPr>
        <p:style>
          <a:lnRef idx="2">
            <a:schemeClr val="dk1"/>
          </a:lnRef>
          <a:fillRef idx="0">
            <a:schemeClr val="dk1"/>
          </a:fillRef>
          <a:effectRef idx="1">
            <a:schemeClr val="dk1"/>
          </a:effectRef>
          <a:fontRef idx="minor">
            <a:schemeClr val="tx1"/>
          </a:fontRef>
        </p:style>
      </p:cxnSp>
      <p:sp>
        <p:nvSpPr>
          <p:cNvPr id="12" name="Title 13">
            <a:extLst>
              <a:ext uri="{FF2B5EF4-FFF2-40B4-BE49-F238E27FC236}">
                <a16:creationId xmlns:a16="http://schemas.microsoft.com/office/drawing/2014/main" id="{8121199E-DA62-4C02-A3AC-1DB762722ECE}"/>
              </a:ext>
            </a:extLst>
          </p:cNvPr>
          <p:cNvSpPr>
            <a:spLocks noGrp="1"/>
          </p:cNvSpPr>
          <p:nvPr>
            <p:ph type="title" hasCustomPrompt="1"/>
          </p:nvPr>
        </p:nvSpPr>
        <p:spPr>
          <a:xfrm>
            <a:off x="300038" y="611212"/>
            <a:ext cx="9065635" cy="406360"/>
          </a:xfrm>
        </p:spPr>
        <p:txBody>
          <a:bodyPr>
            <a:normAutofit/>
          </a:bodyPr>
          <a:lstStyle>
            <a:lvl1pPr>
              <a:defRPr sz="2200" b="1">
                <a:latin typeface="Calibri" panose="020F0502020204030204" pitchFamily="34" charset="0"/>
                <a:cs typeface="Calibri" panose="020F0502020204030204" pitchFamily="34" charset="0"/>
              </a:defRPr>
            </a:lvl1pPr>
          </a:lstStyle>
          <a:p>
            <a:r>
              <a:rPr lang="en-US"/>
              <a:t>Slide Title</a:t>
            </a:r>
            <a:endParaRPr lang="en-AU"/>
          </a:p>
        </p:txBody>
      </p:sp>
      <p:grpSp>
        <p:nvGrpSpPr>
          <p:cNvPr id="21" name="Group 20">
            <a:extLst>
              <a:ext uri="{FF2B5EF4-FFF2-40B4-BE49-F238E27FC236}">
                <a16:creationId xmlns:a16="http://schemas.microsoft.com/office/drawing/2014/main" id="{666215B5-2C55-4E56-AC69-7BCF653E198C}"/>
              </a:ext>
            </a:extLst>
          </p:cNvPr>
          <p:cNvGrpSpPr/>
          <p:nvPr userDrawn="1"/>
        </p:nvGrpSpPr>
        <p:grpSpPr>
          <a:xfrm>
            <a:off x="0" y="7930376"/>
            <a:ext cx="12192000" cy="163912"/>
            <a:chOff x="0" y="7930376"/>
            <a:chExt cx="12192000" cy="163912"/>
          </a:xfrm>
          <a:solidFill>
            <a:schemeClr val="tx2">
              <a:lumMod val="20000"/>
              <a:lumOff val="80000"/>
            </a:schemeClr>
          </a:solidFill>
        </p:grpSpPr>
        <p:sp>
          <p:nvSpPr>
            <p:cNvPr id="22" name="Rectangle 21">
              <a:extLst>
                <a:ext uri="{FF2B5EF4-FFF2-40B4-BE49-F238E27FC236}">
                  <a16:creationId xmlns:a16="http://schemas.microsoft.com/office/drawing/2014/main" id="{54851876-9858-4352-9312-0EF3F4779D26}"/>
                </a:ext>
              </a:extLst>
            </p:cNvPr>
            <p:cNvSpPr/>
            <p:nvPr userDrawn="1"/>
          </p:nvSpPr>
          <p:spPr>
            <a:xfrm flipV="1">
              <a:off x="0" y="7930376"/>
              <a:ext cx="12192000" cy="45719"/>
            </a:xfrm>
            <a:prstGeom prst="rect">
              <a:avLst/>
            </a:prstGeom>
            <a:grpFill/>
            <a:ln>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3" name="Rectangle 22">
              <a:extLst>
                <a:ext uri="{FF2B5EF4-FFF2-40B4-BE49-F238E27FC236}">
                  <a16:creationId xmlns:a16="http://schemas.microsoft.com/office/drawing/2014/main" id="{4D24EA88-3928-47C2-AA42-E4A8B7391C59}"/>
                </a:ext>
              </a:extLst>
            </p:cNvPr>
            <p:cNvSpPr/>
            <p:nvPr userDrawn="1"/>
          </p:nvSpPr>
          <p:spPr>
            <a:xfrm>
              <a:off x="5853661" y="7948893"/>
              <a:ext cx="484678" cy="145395"/>
            </a:xfrm>
            <a:prstGeom prst="rect">
              <a:avLst/>
            </a:prstGeom>
            <a:grpFill/>
            <a:ln>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grpSp>
        <p:nvGrpSpPr>
          <p:cNvPr id="24" name="Group 23">
            <a:extLst>
              <a:ext uri="{FF2B5EF4-FFF2-40B4-BE49-F238E27FC236}">
                <a16:creationId xmlns:a16="http://schemas.microsoft.com/office/drawing/2014/main" id="{C9979DAC-5E0E-467E-90A4-F9F3510D716D}"/>
              </a:ext>
            </a:extLst>
          </p:cNvPr>
          <p:cNvGrpSpPr/>
          <p:nvPr userDrawn="1"/>
        </p:nvGrpSpPr>
        <p:grpSpPr>
          <a:xfrm>
            <a:off x="0" y="-1244108"/>
            <a:ext cx="12192000" cy="155166"/>
            <a:chOff x="0" y="-1244108"/>
            <a:chExt cx="12192000" cy="155166"/>
          </a:xfrm>
          <a:solidFill>
            <a:schemeClr val="tx2">
              <a:lumMod val="20000"/>
              <a:lumOff val="80000"/>
            </a:schemeClr>
          </a:solidFill>
        </p:grpSpPr>
        <p:sp>
          <p:nvSpPr>
            <p:cNvPr id="25" name="Rectangle 24">
              <a:extLst>
                <a:ext uri="{FF2B5EF4-FFF2-40B4-BE49-F238E27FC236}">
                  <a16:creationId xmlns:a16="http://schemas.microsoft.com/office/drawing/2014/main" id="{82C6984A-14E9-4F9C-A50E-0C624759C5F7}"/>
                </a:ext>
              </a:extLst>
            </p:cNvPr>
            <p:cNvSpPr/>
            <p:nvPr userDrawn="1"/>
          </p:nvSpPr>
          <p:spPr>
            <a:xfrm flipV="1">
              <a:off x="0" y="-1134661"/>
              <a:ext cx="12192000" cy="45719"/>
            </a:xfrm>
            <a:prstGeom prst="rect">
              <a:avLst/>
            </a:prstGeom>
            <a:grpFill/>
            <a:ln>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6" name="Rectangle 25">
              <a:extLst>
                <a:ext uri="{FF2B5EF4-FFF2-40B4-BE49-F238E27FC236}">
                  <a16:creationId xmlns:a16="http://schemas.microsoft.com/office/drawing/2014/main" id="{2FD2DCD9-7D4D-4D65-A160-393BFCEDF89D}"/>
                </a:ext>
              </a:extLst>
            </p:cNvPr>
            <p:cNvSpPr/>
            <p:nvPr userDrawn="1"/>
          </p:nvSpPr>
          <p:spPr>
            <a:xfrm>
              <a:off x="5853661" y="-1244108"/>
              <a:ext cx="484678" cy="127302"/>
            </a:xfrm>
            <a:prstGeom prst="rect">
              <a:avLst/>
            </a:prstGeom>
            <a:grpFill/>
            <a:ln>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sp>
        <p:nvSpPr>
          <p:cNvPr id="2" name="Slide Number Placeholder 6">
            <a:extLst>
              <a:ext uri="{FF2B5EF4-FFF2-40B4-BE49-F238E27FC236}">
                <a16:creationId xmlns:a16="http://schemas.microsoft.com/office/drawing/2014/main" id="{1ABA8825-BAC5-2EF4-ABF6-0253BB7B5604}"/>
              </a:ext>
            </a:extLst>
          </p:cNvPr>
          <p:cNvSpPr>
            <a:spLocks noGrp="1"/>
          </p:cNvSpPr>
          <p:nvPr>
            <p:ph type="sldNum" sz="quarter" idx="22"/>
          </p:nvPr>
        </p:nvSpPr>
        <p:spPr>
          <a:xfrm>
            <a:off x="11464019" y="6442153"/>
            <a:ext cx="427777" cy="418228"/>
          </a:xfrm>
          <a:prstGeom prst="rect">
            <a:avLst/>
          </a:prstGeom>
        </p:spPr>
        <p:txBody>
          <a:bodyPr/>
          <a:lstStyle/>
          <a:p>
            <a:fld id="{88469565-17C8-4C3A-8D7F-D64CC4EE4314}" type="slidenum">
              <a:rPr lang="en-AU" smtClean="0"/>
              <a:pPr/>
              <a:t>‹#›</a:t>
            </a:fld>
            <a:endParaRPr lang="en-AU"/>
          </a:p>
        </p:txBody>
      </p:sp>
    </p:spTree>
    <p:extLst>
      <p:ext uri="{BB962C8B-B14F-4D97-AF65-F5344CB8AC3E}">
        <p14:creationId xmlns:p14="http://schemas.microsoft.com/office/powerpoint/2010/main" val="9497454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2/11/2025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2/11/2025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2/11/2025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2/11/2025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2/11/2025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2/11/2025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2/11/2025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hf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2/11/2025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hf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2/11/2025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hf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2/11/2025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hf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2/11/2025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 Target="../slides/slide20.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8.xml"/><Relationship Id="rId3" Type="http://schemas.openxmlformats.org/officeDocument/2006/relationships/slideLayout" Target="../slideLayouts/slideLayout13.xml"/><Relationship Id="rId7" Type="http://schemas.openxmlformats.org/officeDocument/2006/relationships/slideLayout" Target="../slideLayouts/slideLayout17.xml"/><Relationship Id="rId12" Type="http://schemas.openxmlformats.org/officeDocument/2006/relationships/theme" Target="../theme/theme2.xml"/><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11" Type="http://schemas.openxmlformats.org/officeDocument/2006/relationships/slideLayout" Target="../slideLayouts/slideLayout21.xml"/><Relationship Id="rId5" Type="http://schemas.openxmlformats.org/officeDocument/2006/relationships/slideLayout" Target="../slideLayouts/slideLayout15.xml"/><Relationship Id="rId10" Type="http://schemas.openxmlformats.org/officeDocument/2006/relationships/slideLayout" Target="../slideLayouts/slideLayout20.xml"/><Relationship Id="rId4" Type="http://schemas.openxmlformats.org/officeDocument/2006/relationships/slideLayout" Target="../slideLayouts/slideLayout14.xml"/><Relationship Id="rId9"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C6512085-016F-483C-9E73-E16B4CC87702}"/>
              </a:ext>
            </a:extLst>
          </p:cNvPr>
          <p:cNvSpPr>
            <a:spLocks noGrp="1"/>
          </p:cNvSpPr>
          <p:nvPr>
            <p:ph type="ftr" sz="quarter" idx="3"/>
          </p:nvPr>
        </p:nvSpPr>
        <p:spPr>
          <a:xfrm>
            <a:off x="234295" y="6306193"/>
            <a:ext cx="9190448" cy="126921"/>
          </a:xfrm>
          <a:prstGeom prst="rect">
            <a:avLst/>
          </a:prstGeom>
        </p:spPr>
        <p:txBody>
          <a:bodyPr vert="horz" lIns="91440" tIns="45720" rIns="91440" bIns="45720" rtlCol="0" anchor="ctr"/>
          <a:lstStyle>
            <a:lvl1pPr algn="l">
              <a:defRPr sz="800">
                <a:solidFill>
                  <a:schemeClr val="tx1">
                    <a:tint val="75000"/>
                  </a:schemeClr>
                </a:solidFill>
                <a:latin typeface="Arial" panose="020B0604020202020204" pitchFamily="34" charset="0"/>
                <a:cs typeface="Arial" panose="020B0604020202020204" pitchFamily="34" charset="0"/>
              </a:defRPr>
            </a:lvl1pPr>
          </a:lstStyle>
          <a:p>
            <a:r>
              <a:rPr lang="en-AU"/>
              <a:t>Source:</a:t>
            </a:r>
          </a:p>
        </p:txBody>
      </p:sp>
      <p:sp>
        <p:nvSpPr>
          <p:cNvPr id="2" name="Title Placeholder 1">
            <a:extLst>
              <a:ext uri="{FF2B5EF4-FFF2-40B4-BE49-F238E27FC236}">
                <a16:creationId xmlns:a16="http://schemas.microsoft.com/office/drawing/2014/main" id="{AEF37B09-BC17-41A3-BE83-424BE5ABEFB9}"/>
              </a:ext>
            </a:extLst>
          </p:cNvPr>
          <p:cNvSpPr>
            <a:spLocks noGrp="1"/>
          </p:cNvSpPr>
          <p:nvPr>
            <p:ph type="title"/>
          </p:nvPr>
        </p:nvSpPr>
        <p:spPr>
          <a:xfrm>
            <a:off x="838200" y="45135"/>
            <a:ext cx="7870581" cy="916268"/>
          </a:xfrm>
          <a:prstGeom prst="rect">
            <a:avLst/>
          </a:prstGeom>
        </p:spPr>
        <p:txBody>
          <a:bodyPr vert="horz" lIns="91440" tIns="45720" rIns="91440" bIns="45720" rtlCol="0" anchor="b">
            <a:norm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id="{75C7EE24-E2D7-4EDB-A136-045E3131265A}"/>
              </a:ext>
            </a:extLst>
          </p:cNvPr>
          <p:cNvSpPr>
            <a:spLocks noGrp="1"/>
          </p:cNvSpPr>
          <p:nvPr>
            <p:ph type="body" idx="1"/>
          </p:nvPr>
        </p:nvSpPr>
        <p:spPr>
          <a:xfrm>
            <a:off x="838200" y="1412910"/>
            <a:ext cx="9498418" cy="476405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cxnSp>
        <p:nvCxnSpPr>
          <p:cNvPr id="11" name="Straight Connector 10">
            <a:extLst>
              <a:ext uri="{FF2B5EF4-FFF2-40B4-BE49-F238E27FC236}">
                <a16:creationId xmlns:a16="http://schemas.microsoft.com/office/drawing/2014/main" id="{E2FBBB42-B070-4EEC-A334-AEB91C22E380}"/>
              </a:ext>
            </a:extLst>
          </p:cNvPr>
          <p:cNvCxnSpPr>
            <a:cxnSpLocks/>
          </p:cNvCxnSpPr>
          <p:nvPr userDrawn="1"/>
        </p:nvCxnSpPr>
        <p:spPr>
          <a:xfrm>
            <a:off x="300092" y="1019525"/>
            <a:ext cx="11601229" cy="0"/>
          </a:xfrm>
          <a:prstGeom prst="line">
            <a:avLst/>
          </a:prstGeom>
          <a:ln w="12700">
            <a:solidFill>
              <a:schemeClr val="tx1"/>
            </a:solidFill>
          </a:ln>
        </p:spPr>
        <p:style>
          <a:lnRef idx="2">
            <a:schemeClr val="dk1"/>
          </a:lnRef>
          <a:fillRef idx="0">
            <a:schemeClr val="dk1"/>
          </a:fillRef>
          <a:effectRef idx="1">
            <a:schemeClr val="dk1"/>
          </a:effectRef>
          <a:fontRef idx="minor">
            <a:schemeClr val="tx1"/>
          </a:fontRef>
        </p:style>
      </p:cxnSp>
      <p:sp>
        <p:nvSpPr>
          <p:cNvPr id="12" name="Rectangle 11">
            <a:extLst>
              <a:ext uri="{FF2B5EF4-FFF2-40B4-BE49-F238E27FC236}">
                <a16:creationId xmlns:a16="http://schemas.microsoft.com/office/drawing/2014/main" id="{C4FD75F6-1A60-4CCD-BA1E-2D83E5B8A842}"/>
              </a:ext>
            </a:extLst>
          </p:cNvPr>
          <p:cNvSpPr/>
          <p:nvPr userDrawn="1"/>
        </p:nvSpPr>
        <p:spPr>
          <a:xfrm>
            <a:off x="300092" y="1076826"/>
            <a:ext cx="11601229" cy="252662"/>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4" name="Rectangle 23">
            <a:hlinkClick r:id="rId12" action="ppaction://hlinksldjump"/>
            <a:extLst>
              <a:ext uri="{FF2B5EF4-FFF2-40B4-BE49-F238E27FC236}">
                <a16:creationId xmlns:a16="http://schemas.microsoft.com/office/drawing/2014/main" id="{34F6CF86-4EED-41BE-83C6-3FD53873ADD0}"/>
              </a:ext>
            </a:extLst>
          </p:cNvPr>
          <p:cNvSpPr/>
          <p:nvPr userDrawn="1"/>
        </p:nvSpPr>
        <p:spPr>
          <a:xfrm>
            <a:off x="186190" y="6439772"/>
            <a:ext cx="959980" cy="418223"/>
          </a:xfrm>
          <a:prstGeom prst="rect">
            <a:avLst/>
          </a:prstGeom>
          <a:solidFill>
            <a:schemeClr val="accent3">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nvGrpSpPr>
          <p:cNvPr id="23" name="Group 22">
            <a:extLst>
              <a:ext uri="{FF2B5EF4-FFF2-40B4-BE49-F238E27FC236}">
                <a16:creationId xmlns:a16="http://schemas.microsoft.com/office/drawing/2014/main" id="{B19229C0-02C8-4621-8BB9-112B57EA402E}"/>
              </a:ext>
            </a:extLst>
          </p:cNvPr>
          <p:cNvGrpSpPr/>
          <p:nvPr userDrawn="1"/>
        </p:nvGrpSpPr>
        <p:grpSpPr>
          <a:xfrm>
            <a:off x="0" y="7930376"/>
            <a:ext cx="12192000" cy="163912"/>
            <a:chOff x="0" y="7930376"/>
            <a:chExt cx="12192000" cy="163912"/>
          </a:xfrm>
          <a:solidFill>
            <a:schemeClr val="tx2">
              <a:lumMod val="20000"/>
              <a:lumOff val="80000"/>
            </a:schemeClr>
          </a:solidFill>
        </p:grpSpPr>
        <p:sp>
          <p:nvSpPr>
            <p:cNvPr id="26" name="Rectangle 25">
              <a:extLst>
                <a:ext uri="{FF2B5EF4-FFF2-40B4-BE49-F238E27FC236}">
                  <a16:creationId xmlns:a16="http://schemas.microsoft.com/office/drawing/2014/main" id="{DBEFCBB9-D8D4-4310-BD04-3DA1811E1C9F}"/>
                </a:ext>
              </a:extLst>
            </p:cNvPr>
            <p:cNvSpPr/>
            <p:nvPr userDrawn="1"/>
          </p:nvSpPr>
          <p:spPr>
            <a:xfrm flipV="1">
              <a:off x="0" y="7930376"/>
              <a:ext cx="12192000" cy="45719"/>
            </a:xfrm>
            <a:prstGeom prst="rect">
              <a:avLst/>
            </a:prstGeom>
            <a:grpFill/>
            <a:ln>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7" name="Rectangle 26">
              <a:extLst>
                <a:ext uri="{FF2B5EF4-FFF2-40B4-BE49-F238E27FC236}">
                  <a16:creationId xmlns:a16="http://schemas.microsoft.com/office/drawing/2014/main" id="{249C55B4-5575-4AFD-8223-C755C8F8E111}"/>
                </a:ext>
              </a:extLst>
            </p:cNvPr>
            <p:cNvSpPr/>
            <p:nvPr userDrawn="1"/>
          </p:nvSpPr>
          <p:spPr>
            <a:xfrm>
              <a:off x="5853661" y="7948893"/>
              <a:ext cx="484678" cy="145395"/>
            </a:xfrm>
            <a:prstGeom prst="rect">
              <a:avLst/>
            </a:prstGeom>
            <a:grpFill/>
            <a:ln>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grpSp>
        <p:nvGrpSpPr>
          <p:cNvPr id="28" name="Group 27">
            <a:extLst>
              <a:ext uri="{FF2B5EF4-FFF2-40B4-BE49-F238E27FC236}">
                <a16:creationId xmlns:a16="http://schemas.microsoft.com/office/drawing/2014/main" id="{E8CAA237-04C5-413C-85D1-1FC382FBF937}"/>
              </a:ext>
            </a:extLst>
          </p:cNvPr>
          <p:cNvGrpSpPr/>
          <p:nvPr userDrawn="1"/>
        </p:nvGrpSpPr>
        <p:grpSpPr>
          <a:xfrm>
            <a:off x="0" y="-1244108"/>
            <a:ext cx="12192000" cy="155166"/>
            <a:chOff x="0" y="-1244108"/>
            <a:chExt cx="12192000" cy="155166"/>
          </a:xfrm>
          <a:solidFill>
            <a:schemeClr val="tx2">
              <a:lumMod val="20000"/>
              <a:lumOff val="80000"/>
            </a:schemeClr>
          </a:solidFill>
        </p:grpSpPr>
        <p:sp>
          <p:nvSpPr>
            <p:cNvPr id="29" name="Rectangle 28">
              <a:extLst>
                <a:ext uri="{FF2B5EF4-FFF2-40B4-BE49-F238E27FC236}">
                  <a16:creationId xmlns:a16="http://schemas.microsoft.com/office/drawing/2014/main" id="{92DDCDCB-C65E-44A6-96B9-6FDB8749AA55}"/>
                </a:ext>
              </a:extLst>
            </p:cNvPr>
            <p:cNvSpPr/>
            <p:nvPr userDrawn="1"/>
          </p:nvSpPr>
          <p:spPr>
            <a:xfrm flipV="1">
              <a:off x="0" y="-1134661"/>
              <a:ext cx="12192000" cy="45719"/>
            </a:xfrm>
            <a:prstGeom prst="rect">
              <a:avLst/>
            </a:prstGeom>
            <a:grpFill/>
            <a:ln>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1" name="Rectangle 30">
              <a:extLst>
                <a:ext uri="{FF2B5EF4-FFF2-40B4-BE49-F238E27FC236}">
                  <a16:creationId xmlns:a16="http://schemas.microsoft.com/office/drawing/2014/main" id="{1EDE43BA-D7EA-4576-8C8B-51D1D34D1FF8}"/>
                </a:ext>
              </a:extLst>
            </p:cNvPr>
            <p:cNvSpPr/>
            <p:nvPr userDrawn="1"/>
          </p:nvSpPr>
          <p:spPr>
            <a:xfrm>
              <a:off x="5853661" y="-1244108"/>
              <a:ext cx="484678" cy="127302"/>
            </a:xfrm>
            <a:prstGeom prst="rect">
              <a:avLst/>
            </a:prstGeom>
            <a:grpFill/>
            <a:ln>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cxnSp>
        <p:nvCxnSpPr>
          <p:cNvPr id="49" name="Straight Connector 48">
            <a:extLst>
              <a:ext uri="{FF2B5EF4-FFF2-40B4-BE49-F238E27FC236}">
                <a16:creationId xmlns:a16="http://schemas.microsoft.com/office/drawing/2014/main" id="{5C14BAF5-6333-4159-A99F-2D11DB770756}"/>
              </a:ext>
            </a:extLst>
          </p:cNvPr>
          <p:cNvCxnSpPr>
            <a:cxnSpLocks/>
          </p:cNvCxnSpPr>
          <p:nvPr userDrawn="1"/>
        </p:nvCxnSpPr>
        <p:spPr>
          <a:xfrm>
            <a:off x="55443" y="6851431"/>
            <a:ext cx="12192000" cy="0"/>
          </a:xfrm>
          <a:prstGeom prst="line">
            <a:avLst/>
          </a:prstGeom>
          <a:ln w="38100">
            <a:solidFill>
              <a:srgbClr val="F5F1ED"/>
            </a:solidFill>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528399056"/>
      </p:ext>
    </p:extLst>
  </p:cSld>
  <p:clrMap bg1="lt1" tx1="dk1" bg2="lt2" tx2="dk2" accent1="accent1" accent2="accent2" accent3="accent3" accent4="accent4" accent5="accent5" accent6="accent6" hlink="hlink" folHlink="folHlink"/>
  <p:sldLayoutIdLst>
    <p:sldLayoutId id="2147483656" r:id="rId1"/>
    <p:sldLayoutId id="2147483676" r:id="rId2"/>
    <p:sldLayoutId id="2147483674" r:id="rId3"/>
    <p:sldLayoutId id="2147483657" r:id="rId4"/>
    <p:sldLayoutId id="2147483677" r:id="rId5"/>
    <p:sldLayoutId id="2147483678" r:id="rId6"/>
    <p:sldLayoutId id="2147483672" r:id="rId7"/>
    <p:sldLayoutId id="2147483673" r:id="rId8"/>
    <p:sldLayoutId id="2147483679" r:id="rId9"/>
    <p:sldLayoutId id="2147483675" r:id="rId10"/>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6CE7D5-CF57-46EF-B807-FDD0502418D4}" type="datetimeFigureOut">
              <a:rPr lang="en-US" smtClean="0"/>
              <a:t>2/11/2025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2.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microsoft.com/office/2018/10/relationships/comments" Target="../comments/modernComment_495_A00624BB.xml"/><Relationship Id="rId1" Type="http://schemas.openxmlformats.org/officeDocument/2006/relationships/slideLayout" Target="../slideLayouts/slideLayout12.xml"/><Relationship Id="rId5" Type="http://schemas.openxmlformats.org/officeDocument/2006/relationships/image" Target="../media/image4.pn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chart" Target="../charts/chart2.xml"/><Relationship Id="rId1" Type="http://schemas.openxmlformats.org/officeDocument/2006/relationships/slideLayout" Target="../slideLayouts/slideLayout12.xml"/><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microsoft.com/office/2018/10/relationships/comments" Target="../comments/modernComment_490_37B694B6.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6.svg"/><Relationship Id="rId18" Type="http://schemas.openxmlformats.org/officeDocument/2006/relationships/image" Target="../media/image21.png"/><Relationship Id="rId26" Type="http://schemas.openxmlformats.org/officeDocument/2006/relationships/image" Target="../media/image29.png"/><Relationship Id="rId3" Type="http://schemas.openxmlformats.org/officeDocument/2006/relationships/image" Target="../media/image6.svg"/><Relationship Id="rId21" Type="http://schemas.openxmlformats.org/officeDocument/2006/relationships/image" Target="../media/image24.svg"/><Relationship Id="rId7" Type="http://schemas.openxmlformats.org/officeDocument/2006/relationships/image" Target="../media/image10.svg"/><Relationship Id="rId12" Type="http://schemas.openxmlformats.org/officeDocument/2006/relationships/image" Target="../media/image15.png"/><Relationship Id="rId17" Type="http://schemas.openxmlformats.org/officeDocument/2006/relationships/image" Target="../media/image20.svg"/><Relationship Id="rId25" Type="http://schemas.openxmlformats.org/officeDocument/2006/relationships/image" Target="../media/image28.svg"/><Relationship Id="rId2" Type="http://schemas.openxmlformats.org/officeDocument/2006/relationships/image" Target="../media/image5.png"/><Relationship Id="rId16" Type="http://schemas.openxmlformats.org/officeDocument/2006/relationships/image" Target="../media/image19.png"/><Relationship Id="rId20" Type="http://schemas.openxmlformats.org/officeDocument/2006/relationships/image" Target="../media/image23.png"/><Relationship Id="rId29" Type="http://schemas.openxmlformats.org/officeDocument/2006/relationships/image" Target="../media/image32.svg"/><Relationship Id="rId1" Type="http://schemas.openxmlformats.org/officeDocument/2006/relationships/slideLayout" Target="../slideLayouts/slideLayout12.xml"/><Relationship Id="rId6" Type="http://schemas.openxmlformats.org/officeDocument/2006/relationships/image" Target="../media/image9.png"/><Relationship Id="rId11" Type="http://schemas.openxmlformats.org/officeDocument/2006/relationships/image" Target="../media/image14.svg"/><Relationship Id="rId24" Type="http://schemas.openxmlformats.org/officeDocument/2006/relationships/image" Target="../media/image27.png"/><Relationship Id="rId5" Type="http://schemas.openxmlformats.org/officeDocument/2006/relationships/image" Target="../media/image8.svg"/><Relationship Id="rId15" Type="http://schemas.openxmlformats.org/officeDocument/2006/relationships/image" Target="../media/image18.svg"/><Relationship Id="rId23" Type="http://schemas.openxmlformats.org/officeDocument/2006/relationships/image" Target="../media/image26.svg"/><Relationship Id="rId28" Type="http://schemas.openxmlformats.org/officeDocument/2006/relationships/image" Target="../media/image31.png"/><Relationship Id="rId10" Type="http://schemas.openxmlformats.org/officeDocument/2006/relationships/image" Target="../media/image13.png"/><Relationship Id="rId19" Type="http://schemas.openxmlformats.org/officeDocument/2006/relationships/image" Target="../media/image22.svg"/><Relationship Id="rId4" Type="http://schemas.openxmlformats.org/officeDocument/2006/relationships/image" Target="../media/image7.png"/><Relationship Id="rId9" Type="http://schemas.openxmlformats.org/officeDocument/2006/relationships/image" Target="../media/image12.svg"/><Relationship Id="rId14" Type="http://schemas.openxmlformats.org/officeDocument/2006/relationships/image" Target="../media/image17.png"/><Relationship Id="rId22" Type="http://schemas.openxmlformats.org/officeDocument/2006/relationships/image" Target="../media/image25.png"/><Relationship Id="rId27" Type="http://schemas.openxmlformats.org/officeDocument/2006/relationships/image" Target="../media/image30.svg"/><Relationship Id="rId30" Type="http://schemas.openxmlformats.org/officeDocument/2006/relationships/image" Target="../media/image1.png"/></Relationships>
</file>

<file path=ppt/slides/_rels/slide7.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26.svg"/><Relationship Id="rId7" Type="http://schemas.openxmlformats.org/officeDocument/2006/relationships/image" Target="../media/image16.svg"/><Relationship Id="rId2" Type="http://schemas.openxmlformats.org/officeDocument/2006/relationships/image" Target="../media/image25.png"/><Relationship Id="rId1" Type="http://schemas.openxmlformats.org/officeDocument/2006/relationships/slideLayout" Target="../slideLayouts/slideLayout12.xml"/><Relationship Id="rId6" Type="http://schemas.openxmlformats.org/officeDocument/2006/relationships/image" Target="../media/image15.png"/><Relationship Id="rId5" Type="http://schemas.openxmlformats.org/officeDocument/2006/relationships/image" Target="../media/image8.svg"/><Relationship Id="rId10" Type="http://schemas.openxmlformats.org/officeDocument/2006/relationships/image" Target="../media/image1.png"/><Relationship Id="rId4" Type="http://schemas.openxmlformats.org/officeDocument/2006/relationships/image" Target="../media/image7.png"/><Relationship Id="rId9" Type="http://schemas.openxmlformats.org/officeDocument/2006/relationships/image" Target="../media/image28.svg"/></Relationships>
</file>

<file path=ppt/slides/_rels/slide8.xml.rels><?xml version="1.0" encoding="UTF-8" standalone="yes"?>
<Relationships xmlns="http://schemas.openxmlformats.org/package/2006/relationships"><Relationship Id="rId8" Type="http://schemas.openxmlformats.org/officeDocument/2006/relationships/image" Target="../media/image25.png"/><Relationship Id="rId13" Type="http://schemas.openxmlformats.org/officeDocument/2006/relationships/image" Target="../media/image16.svg"/><Relationship Id="rId3" Type="http://schemas.openxmlformats.org/officeDocument/2006/relationships/image" Target="../media/image10.svg"/><Relationship Id="rId7" Type="http://schemas.openxmlformats.org/officeDocument/2006/relationships/image" Target="../media/image12.svg"/><Relationship Id="rId12" Type="http://schemas.openxmlformats.org/officeDocument/2006/relationships/image" Target="../media/image15.png"/><Relationship Id="rId2" Type="http://schemas.openxmlformats.org/officeDocument/2006/relationships/image" Target="../media/image9.png"/><Relationship Id="rId1" Type="http://schemas.openxmlformats.org/officeDocument/2006/relationships/slideLayout" Target="../slideLayouts/slideLayout12.xml"/><Relationship Id="rId6" Type="http://schemas.openxmlformats.org/officeDocument/2006/relationships/image" Target="../media/image11.png"/><Relationship Id="rId11" Type="http://schemas.openxmlformats.org/officeDocument/2006/relationships/image" Target="../media/image32.svg"/><Relationship Id="rId5" Type="http://schemas.openxmlformats.org/officeDocument/2006/relationships/image" Target="../media/image8.svg"/><Relationship Id="rId10" Type="http://schemas.openxmlformats.org/officeDocument/2006/relationships/image" Target="../media/image31.png"/><Relationship Id="rId4" Type="http://schemas.openxmlformats.org/officeDocument/2006/relationships/image" Target="../media/image7.png"/><Relationship Id="rId9" Type="http://schemas.openxmlformats.org/officeDocument/2006/relationships/image" Target="../media/image26.svg"/><Relationship Id="rId14" Type="http://schemas.openxmlformats.org/officeDocument/2006/relationships/image" Target="../media/image1.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chart" Target="../charts/chart4.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microsoft.com/office/2018/10/relationships/comments" Target="../comments/modernComment_496_714F0F4C.xml"/><Relationship Id="rId1" Type="http://schemas.openxmlformats.org/officeDocument/2006/relationships/slideLayout" Target="../slideLayouts/slideLayout12.xml"/><Relationship Id="rId5" Type="http://schemas.openxmlformats.org/officeDocument/2006/relationships/chart" Target="../charts/chart6.xml"/><Relationship Id="rId4" Type="http://schemas.openxmlformats.org/officeDocument/2006/relationships/chart" Target="../charts/chart5.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chart" Target="../charts/chart7.xml"/><Relationship Id="rId1" Type="http://schemas.openxmlformats.org/officeDocument/2006/relationships/slideLayout" Target="../slideLayouts/slideLayout12.xml"/><Relationship Id="rId4" Type="http://schemas.openxmlformats.org/officeDocument/2006/relationships/image" Target="../media/image1.png"/></Relationships>
</file>

<file path=ppt/slides/_rels/slide15.xml.rels><?xml version="1.0" encoding="UTF-8" standalone="yes"?>
<Relationships xmlns="http://schemas.openxmlformats.org/package/2006/relationships"><Relationship Id="rId3" Type="http://schemas.openxmlformats.org/officeDocument/2006/relationships/image" Target="../media/image34.svg"/><Relationship Id="rId2" Type="http://schemas.openxmlformats.org/officeDocument/2006/relationships/image" Target="../media/image33.png"/><Relationship Id="rId1" Type="http://schemas.openxmlformats.org/officeDocument/2006/relationships/slideLayout" Target="../slideLayouts/slideLayout12.xml"/><Relationship Id="rId6" Type="http://schemas.openxmlformats.org/officeDocument/2006/relationships/image" Target="../media/image1.png"/><Relationship Id="rId5" Type="http://schemas.openxmlformats.org/officeDocument/2006/relationships/image" Target="../media/image16.svg"/><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36.png"/><Relationship Id="rId7" Type="http://schemas.openxmlformats.org/officeDocument/2006/relationships/image" Target="../media/image1.png"/><Relationship Id="rId2" Type="http://schemas.openxmlformats.org/officeDocument/2006/relationships/image" Target="../media/image35.png"/><Relationship Id="rId1" Type="http://schemas.openxmlformats.org/officeDocument/2006/relationships/slideLayout" Target="../slideLayouts/slideLayout12.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0.emf"/><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12.xml"/><Relationship Id="rId4" Type="http://schemas.openxmlformats.org/officeDocument/2006/relationships/image" Target="../media/image1.png"/></Relationships>
</file>

<file path=ppt/slides/_rels/slide23.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image" Target="../media/image44.png"/><Relationship Id="rId5" Type="http://schemas.microsoft.com/office/2014/relationships/chartEx" Target="../charts/chartEx1.xml"/><Relationship Id="rId4" Type="http://schemas.openxmlformats.org/officeDocument/2006/relationships/image" Target="../media/image1.png"/></Relationships>
</file>

<file path=ppt/slides/_rels/slide24.xml.rels><?xml version="1.0" encoding="UTF-8" standalone="yes"?>
<Relationships xmlns="http://schemas.openxmlformats.org/package/2006/relationships"><Relationship Id="rId3" Type="http://schemas.openxmlformats.org/officeDocument/2006/relationships/image" Target="../media/image45.png"/><Relationship Id="rId2" Type="http://schemas.microsoft.com/office/2018/10/relationships/comments" Target="../comments/modernComment_497_8A44D6C.xml"/><Relationship Id="rId1" Type="http://schemas.openxmlformats.org/officeDocument/2006/relationships/slideLayout" Target="../slideLayouts/slideLayout12.xml"/><Relationship Id="rId6" Type="http://schemas.openxmlformats.org/officeDocument/2006/relationships/image" Target="../media/image1.png"/><Relationship Id="rId5" Type="http://schemas.openxmlformats.org/officeDocument/2006/relationships/chart" Target="../charts/chart9.xml"/><Relationship Id="rId4" Type="http://schemas.openxmlformats.org/officeDocument/2006/relationships/image" Target="../media/image46.png"/></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microsoft.com/office/2018/10/relationships/comments" Target="../comments/modernComment_4A0_F3D605D1.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a:extLst>
              <a:ext uri="{FF2B5EF4-FFF2-40B4-BE49-F238E27FC236}">
                <a16:creationId xmlns:a16="http://schemas.microsoft.com/office/drawing/2014/main" id="{AB48D6BF-8771-EDF3-8D95-4442B5358DA7}"/>
              </a:ext>
            </a:extLst>
          </p:cNvPr>
          <p:cNvPicPr>
            <a:picLocks noChangeAspect="1"/>
          </p:cNvPicPr>
          <p:nvPr/>
        </p:nvPicPr>
        <p:blipFill>
          <a:blip r:embed="rId2"/>
          <a:stretch>
            <a:fillRect/>
          </a:stretch>
        </p:blipFill>
        <p:spPr>
          <a:xfrm>
            <a:off x="426129" y="450702"/>
            <a:ext cx="1707473" cy="703975"/>
          </a:xfrm>
          <a:prstGeom prst="rect">
            <a:avLst/>
          </a:prstGeom>
        </p:spPr>
      </p:pic>
      <p:pic>
        <p:nvPicPr>
          <p:cNvPr id="5" name="Picture 5" descr="Icon&#10;&#10;Description automatically generated">
            <a:extLst>
              <a:ext uri="{FF2B5EF4-FFF2-40B4-BE49-F238E27FC236}">
                <a16:creationId xmlns:a16="http://schemas.microsoft.com/office/drawing/2014/main" id="{07DE4C6D-A66C-8210-7DA9-3F86A3D89D10}"/>
              </a:ext>
            </a:extLst>
          </p:cNvPr>
          <p:cNvPicPr>
            <a:picLocks noChangeAspect="1"/>
          </p:cNvPicPr>
          <p:nvPr/>
        </p:nvPicPr>
        <p:blipFill>
          <a:blip r:embed="rId3"/>
          <a:stretch>
            <a:fillRect/>
          </a:stretch>
        </p:blipFill>
        <p:spPr>
          <a:xfrm>
            <a:off x="7762827" y="2775344"/>
            <a:ext cx="3940001" cy="3666571"/>
          </a:xfrm>
          <a:prstGeom prst="rect">
            <a:avLst/>
          </a:prstGeom>
        </p:spPr>
      </p:pic>
      <p:sp>
        <p:nvSpPr>
          <p:cNvPr id="6" name="TextBox 5">
            <a:extLst>
              <a:ext uri="{FF2B5EF4-FFF2-40B4-BE49-F238E27FC236}">
                <a16:creationId xmlns:a16="http://schemas.microsoft.com/office/drawing/2014/main" id="{C844C965-3AFB-466F-F744-87B44F78D1C3}"/>
              </a:ext>
            </a:extLst>
          </p:cNvPr>
          <p:cNvSpPr txBox="1"/>
          <p:nvPr/>
        </p:nvSpPr>
        <p:spPr>
          <a:xfrm>
            <a:off x="426286" y="1987385"/>
            <a:ext cx="6673047"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600">
                <a:latin typeface="Segoe UI Semilight"/>
                <a:ea typeface="Roboto"/>
                <a:cs typeface="Calibri"/>
              </a:rPr>
              <a:t>2023 UBS Investment Banking Development Challenge </a:t>
            </a:r>
          </a:p>
          <a:p>
            <a:endParaRPr lang="en-US">
              <a:cs typeface="Calibri"/>
            </a:endParaRPr>
          </a:p>
        </p:txBody>
      </p:sp>
      <p:sp>
        <p:nvSpPr>
          <p:cNvPr id="7" name="TextBox 6">
            <a:extLst>
              <a:ext uri="{FF2B5EF4-FFF2-40B4-BE49-F238E27FC236}">
                <a16:creationId xmlns:a16="http://schemas.microsoft.com/office/drawing/2014/main" id="{F26EF504-FCA6-E261-DA22-2D2FEC8C3AEE}"/>
              </a:ext>
            </a:extLst>
          </p:cNvPr>
          <p:cNvSpPr txBox="1"/>
          <p:nvPr/>
        </p:nvSpPr>
        <p:spPr>
          <a:xfrm>
            <a:off x="426286" y="3284736"/>
            <a:ext cx="6673047"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solidFill>
                  <a:srgbClr val="C00000"/>
                </a:solidFill>
                <a:latin typeface="Segoe UI Light"/>
                <a:ea typeface="Roboto"/>
                <a:cs typeface="Calibri"/>
              </a:rPr>
              <a:t>24th May 2023</a:t>
            </a:r>
          </a:p>
          <a:p>
            <a:endParaRPr lang="en-US">
              <a:solidFill>
                <a:srgbClr val="000000"/>
              </a:solidFill>
              <a:cs typeface="Calibri"/>
            </a:endParaRPr>
          </a:p>
        </p:txBody>
      </p:sp>
      <p:sp>
        <p:nvSpPr>
          <p:cNvPr id="8" name="TextBox 7">
            <a:extLst>
              <a:ext uri="{FF2B5EF4-FFF2-40B4-BE49-F238E27FC236}">
                <a16:creationId xmlns:a16="http://schemas.microsoft.com/office/drawing/2014/main" id="{BD2F41D7-C581-860F-8559-B8B42F48F8FD}"/>
              </a:ext>
            </a:extLst>
          </p:cNvPr>
          <p:cNvSpPr txBox="1"/>
          <p:nvPr/>
        </p:nvSpPr>
        <p:spPr>
          <a:xfrm>
            <a:off x="426286" y="4341369"/>
            <a:ext cx="6673047"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latin typeface="Segoe UI Light"/>
                <a:ea typeface="Roboto"/>
                <a:cs typeface="Calibri"/>
              </a:rPr>
              <a:t>Joseph Ross, Jason Abi Chebli, Harley Wijeyaratne, Adrian Panas</a:t>
            </a:r>
          </a:p>
          <a:p>
            <a:endParaRPr lang="en-US" dirty="0">
              <a:cs typeface="Calibri"/>
            </a:endParaRPr>
          </a:p>
        </p:txBody>
      </p:sp>
      <p:sp>
        <p:nvSpPr>
          <p:cNvPr id="9" name="TextBox 8">
            <a:extLst>
              <a:ext uri="{FF2B5EF4-FFF2-40B4-BE49-F238E27FC236}">
                <a16:creationId xmlns:a16="http://schemas.microsoft.com/office/drawing/2014/main" id="{ED5C332D-7766-C7CF-51D3-79FFF9B958A7}"/>
              </a:ext>
            </a:extLst>
          </p:cNvPr>
          <p:cNvSpPr txBox="1"/>
          <p:nvPr/>
        </p:nvSpPr>
        <p:spPr>
          <a:xfrm>
            <a:off x="426286" y="5939742"/>
            <a:ext cx="4426504"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a:latin typeface="Segoe UI Light"/>
                <a:ea typeface="Roboto"/>
                <a:cs typeface="Calibri"/>
              </a:rPr>
              <a:t>For use in the 2023 UBS IB Development Challenge only</a:t>
            </a:r>
          </a:p>
          <a:p>
            <a:endParaRPr lang="en-US">
              <a:cs typeface="Calibri"/>
            </a:endParaRPr>
          </a:p>
        </p:txBody>
      </p:sp>
      <p:sp>
        <p:nvSpPr>
          <p:cNvPr id="2" name="Slide Number Placeholder 1">
            <a:extLst>
              <a:ext uri="{FF2B5EF4-FFF2-40B4-BE49-F238E27FC236}">
                <a16:creationId xmlns:a16="http://schemas.microsoft.com/office/drawing/2014/main" id="{415BE1E0-A8FF-C7C1-F78B-DFB949612458}"/>
              </a:ext>
            </a:extLst>
          </p:cNvPr>
          <p:cNvSpPr>
            <a:spLocks noGrp="1"/>
          </p:cNvSpPr>
          <p:nvPr>
            <p:ph type="sldNum" sz="quarter" idx="12"/>
          </p:nvPr>
        </p:nvSpPr>
        <p:spPr/>
        <p:txBody>
          <a:bodyPr/>
          <a:lstStyle/>
          <a:p>
            <a:fld id="{330EA680-D336-4FF7-8B7A-9848BB0A1C32}" type="slidenum">
              <a:rPr lang="en-US" smtClean="0"/>
              <a:t>1</a:t>
            </a:fld>
            <a:endParaRPr lang="en-US"/>
          </a:p>
        </p:txBody>
      </p:sp>
      <p:pic>
        <p:nvPicPr>
          <p:cNvPr id="13" name="Picture 13" descr="Shape, circle&#10;&#10;Description automatically generated">
            <a:extLst>
              <a:ext uri="{FF2B5EF4-FFF2-40B4-BE49-F238E27FC236}">
                <a16:creationId xmlns:a16="http://schemas.microsoft.com/office/drawing/2014/main" id="{55A0DBCC-2ECC-4834-AD77-E8F90CB550A7}"/>
              </a:ext>
            </a:extLst>
          </p:cNvPr>
          <p:cNvPicPr>
            <a:picLocks noChangeAspect="1"/>
          </p:cNvPicPr>
          <p:nvPr/>
        </p:nvPicPr>
        <p:blipFill>
          <a:blip r:embed="rId4"/>
          <a:stretch>
            <a:fillRect/>
          </a:stretch>
        </p:blipFill>
        <p:spPr>
          <a:xfrm>
            <a:off x="5016221" y="5605462"/>
            <a:ext cx="1000125" cy="933450"/>
          </a:xfrm>
          <a:prstGeom prst="rect">
            <a:avLst/>
          </a:prstGeom>
        </p:spPr>
      </p:pic>
    </p:spTree>
    <p:extLst>
      <p:ext uri="{BB962C8B-B14F-4D97-AF65-F5344CB8AC3E}">
        <p14:creationId xmlns:p14="http://schemas.microsoft.com/office/powerpoint/2010/main" val="10109457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a:extLst>
              <a:ext uri="{FF2B5EF4-FFF2-40B4-BE49-F238E27FC236}">
                <a16:creationId xmlns:a16="http://schemas.microsoft.com/office/drawing/2014/main" id="{AC84F134-41B0-E093-900D-9EC4900E34B5}"/>
              </a:ext>
            </a:extLst>
          </p:cNvPr>
          <p:cNvSpPr>
            <a:spLocks noGrp="1"/>
          </p:cNvSpPr>
          <p:nvPr>
            <p:ph type="title"/>
          </p:nvPr>
        </p:nvSpPr>
        <p:spPr>
          <a:xfrm>
            <a:off x="300038" y="328349"/>
            <a:ext cx="9065635" cy="406360"/>
          </a:xfrm>
        </p:spPr>
        <p:txBody>
          <a:bodyPr>
            <a:noAutofit/>
          </a:bodyPr>
          <a:lstStyle/>
          <a:p>
            <a:r>
              <a:rPr lang="en-AU" sz="3200">
                <a:latin typeface="Segoe UI Light"/>
                <a:cs typeface="Calibri"/>
              </a:rPr>
              <a:t>Executive Summary</a:t>
            </a:r>
          </a:p>
        </p:txBody>
      </p:sp>
      <p:cxnSp>
        <p:nvCxnSpPr>
          <p:cNvPr id="6" name="Straight Arrow Connector 5">
            <a:extLst>
              <a:ext uri="{FF2B5EF4-FFF2-40B4-BE49-F238E27FC236}">
                <a16:creationId xmlns:a16="http://schemas.microsoft.com/office/drawing/2014/main" id="{C5B8DB1B-6396-42E4-9133-229F939AFFFA}"/>
              </a:ext>
            </a:extLst>
          </p:cNvPr>
          <p:cNvCxnSpPr/>
          <p:nvPr/>
        </p:nvCxnSpPr>
        <p:spPr>
          <a:xfrm flipV="1">
            <a:off x="385619" y="763156"/>
            <a:ext cx="11178308" cy="43872"/>
          </a:xfrm>
          <a:prstGeom prst="straightConnector1">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42F0B3DC-26D7-C8D7-2095-150058C60ECD}"/>
              </a:ext>
            </a:extLst>
          </p:cNvPr>
          <p:cNvSpPr txBox="1"/>
          <p:nvPr/>
        </p:nvSpPr>
        <p:spPr>
          <a:xfrm>
            <a:off x="307355" y="837382"/>
            <a:ext cx="10852727"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FF0000"/>
                </a:solidFill>
                <a:latin typeface="Segoe UI Semilight"/>
                <a:cs typeface="Segoe UI Light"/>
              </a:rPr>
              <a:t>After analysing the current environment and CapVest's proposals, UBS recommends BGH submit a revised, dual structure bid of an $8.20 Scheme and $8.15 Off-Market Takeover to secure the acquisition of Virtus</a:t>
            </a:r>
          </a:p>
        </p:txBody>
      </p:sp>
      <p:sp>
        <p:nvSpPr>
          <p:cNvPr id="10" name="TextBox 9">
            <a:extLst>
              <a:ext uri="{FF2B5EF4-FFF2-40B4-BE49-F238E27FC236}">
                <a16:creationId xmlns:a16="http://schemas.microsoft.com/office/drawing/2014/main" id="{1F93AE4B-1AD3-DF49-A82D-15D970233F59}"/>
              </a:ext>
            </a:extLst>
          </p:cNvPr>
          <p:cNvSpPr txBox="1"/>
          <p:nvPr/>
        </p:nvSpPr>
        <p:spPr>
          <a:xfrm>
            <a:off x="1618156" y="6283641"/>
            <a:ext cx="2089727" cy="246221"/>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a:solidFill>
                  <a:schemeClr val="tx1">
                    <a:lumMod val="65000"/>
                    <a:lumOff val="35000"/>
                  </a:schemeClr>
                </a:solidFill>
                <a:latin typeface="Segoe UI Light"/>
                <a:cs typeface="Calibri"/>
              </a:rPr>
              <a:t>Source: </a:t>
            </a:r>
            <a:endParaRPr lang="en-US" sz="1000">
              <a:solidFill>
                <a:schemeClr val="tx1">
                  <a:lumMod val="65000"/>
                  <a:lumOff val="35000"/>
                </a:schemeClr>
              </a:solidFill>
              <a:latin typeface="Segoe UI Light"/>
            </a:endParaRPr>
          </a:p>
        </p:txBody>
      </p:sp>
      <p:sp>
        <p:nvSpPr>
          <p:cNvPr id="11" name="TextBox 10">
            <a:extLst>
              <a:ext uri="{FF2B5EF4-FFF2-40B4-BE49-F238E27FC236}">
                <a16:creationId xmlns:a16="http://schemas.microsoft.com/office/drawing/2014/main" id="{349C726F-08F9-3D0B-DA8D-F7DF6BF706F6}"/>
              </a:ext>
            </a:extLst>
          </p:cNvPr>
          <p:cNvSpPr txBox="1"/>
          <p:nvPr/>
        </p:nvSpPr>
        <p:spPr>
          <a:xfrm>
            <a:off x="8425996" y="6345909"/>
            <a:ext cx="3539745" cy="246221"/>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a:solidFill>
                  <a:schemeClr val="tx1">
                    <a:lumMod val="65000"/>
                    <a:lumOff val="35000"/>
                  </a:schemeClr>
                </a:solidFill>
                <a:latin typeface="Segoe UI Light"/>
                <a:cs typeface="Calibri"/>
              </a:rPr>
              <a:t>For use in the 2023 UBS IB Development Challenge only</a:t>
            </a:r>
          </a:p>
        </p:txBody>
      </p:sp>
      <p:sp>
        <p:nvSpPr>
          <p:cNvPr id="12" name="Slide Number Placeholder 11">
            <a:extLst>
              <a:ext uri="{FF2B5EF4-FFF2-40B4-BE49-F238E27FC236}">
                <a16:creationId xmlns:a16="http://schemas.microsoft.com/office/drawing/2014/main" id="{5D987FC4-D467-32CB-C941-EFCFA69E6111}"/>
              </a:ext>
            </a:extLst>
          </p:cNvPr>
          <p:cNvSpPr>
            <a:spLocks noGrp="1"/>
          </p:cNvSpPr>
          <p:nvPr>
            <p:ph type="sldNum" sz="quarter" idx="12"/>
          </p:nvPr>
        </p:nvSpPr>
        <p:spPr>
          <a:xfrm>
            <a:off x="9217240" y="6282370"/>
            <a:ext cx="2743200" cy="365125"/>
          </a:xfrm>
        </p:spPr>
        <p:txBody>
          <a:bodyPr/>
          <a:lstStyle/>
          <a:p>
            <a:fld id="{330EA680-D336-4FF7-8B7A-9848BB0A1C32}" type="slidenum">
              <a:rPr lang="en-US" sz="1000" b="1" dirty="0" smtClean="0">
                <a:latin typeface="Segoe UI Light"/>
                <a:cs typeface="Segoe UI Light"/>
              </a:rPr>
              <a:t>2</a:t>
            </a:fld>
            <a:endParaRPr lang="en-US" sz="1000" b="1">
              <a:latin typeface="Segoe UI Light"/>
              <a:cs typeface="Segoe UI Light"/>
            </a:endParaRPr>
          </a:p>
        </p:txBody>
      </p:sp>
      <p:sp>
        <p:nvSpPr>
          <p:cNvPr id="15" name="Oval 14">
            <a:extLst>
              <a:ext uri="{FF2B5EF4-FFF2-40B4-BE49-F238E27FC236}">
                <a16:creationId xmlns:a16="http://schemas.microsoft.com/office/drawing/2014/main" id="{11A9A428-E0B1-9C63-62C8-028F31FA5078}"/>
              </a:ext>
            </a:extLst>
          </p:cNvPr>
          <p:cNvSpPr/>
          <p:nvPr/>
        </p:nvSpPr>
        <p:spPr>
          <a:xfrm>
            <a:off x="8324273" y="4023589"/>
            <a:ext cx="557589" cy="544721"/>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a:latin typeface="Segoe UI Light"/>
                <a:cs typeface="Calibri"/>
              </a:rPr>
              <a:t>06</a:t>
            </a:r>
          </a:p>
        </p:txBody>
      </p:sp>
      <p:sp>
        <p:nvSpPr>
          <p:cNvPr id="16" name="Oval 15">
            <a:extLst>
              <a:ext uri="{FF2B5EF4-FFF2-40B4-BE49-F238E27FC236}">
                <a16:creationId xmlns:a16="http://schemas.microsoft.com/office/drawing/2014/main" id="{81F7EBF0-E102-9488-3589-80A5C55C72CA}"/>
              </a:ext>
            </a:extLst>
          </p:cNvPr>
          <p:cNvSpPr/>
          <p:nvPr/>
        </p:nvSpPr>
        <p:spPr>
          <a:xfrm>
            <a:off x="4294909" y="4023588"/>
            <a:ext cx="555224" cy="544721"/>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a:latin typeface="Segoe UI Light"/>
                <a:cs typeface="Calibri"/>
              </a:rPr>
              <a:t>05</a:t>
            </a:r>
          </a:p>
        </p:txBody>
      </p:sp>
      <p:sp>
        <p:nvSpPr>
          <p:cNvPr id="17" name="Oval 16">
            <a:extLst>
              <a:ext uri="{FF2B5EF4-FFF2-40B4-BE49-F238E27FC236}">
                <a16:creationId xmlns:a16="http://schemas.microsoft.com/office/drawing/2014/main" id="{1D8BD5E1-46FB-29B3-F9FD-591CA73E805A}"/>
              </a:ext>
            </a:extLst>
          </p:cNvPr>
          <p:cNvSpPr/>
          <p:nvPr/>
        </p:nvSpPr>
        <p:spPr>
          <a:xfrm>
            <a:off x="386772" y="4023588"/>
            <a:ext cx="548408" cy="544721"/>
          </a:xfrm>
          <a:prstGeom prst="ellipse">
            <a:avLst/>
          </a:prstGeom>
          <a:solidFill>
            <a:schemeClr val="tx1">
              <a:lumMod val="95000"/>
              <a:lumOff val="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a:latin typeface="Segoe UI Light"/>
                <a:cs typeface="Calibri"/>
              </a:rPr>
              <a:t>04</a:t>
            </a:r>
          </a:p>
        </p:txBody>
      </p:sp>
      <p:sp>
        <p:nvSpPr>
          <p:cNvPr id="18" name="Oval 17">
            <a:extLst>
              <a:ext uri="{FF2B5EF4-FFF2-40B4-BE49-F238E27FC236}">
                <a16:creationId xmlns:a16="http://schemas.microsoft.com/office/drawing/2014/main" id="{FD0B1230-5135-9B64-1516-F19CBBD57769}"/>
              </a:ext>
            </a:extLst>
          </p:cNvPr>
          <p:cNvSpPr/>
          <p:nvPr/>
        </p:nvSpPr>
        <p:spPr>
          <a:xfrm>
            <a:off x="8324272" y="1570181"/>
            <a:ext cx="557589" cy="553902"/>
          </a:xfrm>
          <a:prstGeom prst="ellipse">
            <a:avLst/>
          </a:prstGeom>
          <a:solidFill>
            <a:schemeClr val="tx1">
              <a:lumMod val="95000"/>
              <a:lumOff val="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a:latin typeface="Segoe UI Light"/>
                <a:cs typeface="Calibri"/>
              </a:rPr>
              <a:t>03</a:t>
            </a:r>
          </a:p>
        </p:txBody>
      </p:sp>
      <p:sp>
        <p:nvSpPr>
          <p:cNvPr id="19" name="Oval 18">
            <a:extLst>
              <a:ext uri="{FF2B5EF4-FFF2-40B4-BE49-F238E27FC236}">
                <a16:creationId xmlns:a16="http://schemas.microsoft.com/office/drawing/2014/main" id="{8A9B5882-5E2E-E76F-CE70-C9E371061596}"/>
              </a:ext>
            </a:extLst>
          </p:cNvPr>
          <p:cNvSpPr/>
          <p:nvPr/>
        </p:nvSpPr>
        <p:spPr>
          <a:xfrm>
            <a:off x="4283363" y="1633679"/>
            <a:ext cx="557589" cy="553902"/>
          </a:xfrm>
          <a:prstGeom prst="ellipse">
            <a:avLst/>
          </a:prstGeom>
          <a:solidFill>
            <a:schemeClr val="tx1">
              <a:lumMod val="95000"/>
              <a:lumOff val="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a:latin typeface="Segoe UI Light"/>
                <a:cs typeface="Calibri"/>
              </a:rPr>
              <a:t>02</a:t>
            </a:r>
          </a:p>
        </p:txBody>
      </p:sp>
      <p:sp>
        <p:nvSpPr>
          <p:cNvPr id="20" name="Oval 19">
            <a:extLst>
              <a:ext uri="{FF2B5EF4-FFF2-40B4-BE49-F238E27FC236}">
                <a16:creationId xmlns:a16="http://schemas.microsoft.com/office/drawing/2014/main" id="{7229FBD9-EEFB-B3B2-59BE-A56AF0D30C81}"/>
              </a:ext>
            </a:extLst>
          </p:cNvPr>
          <p:cNvSpPr/>
          <p:nvPr/>
        </p:nvSpPr>
        <p:spPr>
          <a:xfrm>
            <a:off x="386772" y="1633679"/>
            <a:ext cx="548408" cy="553902"/>
          </a:xfrm>
          <a:prstGeom prst="ellipse">
            <a:avLst/>
          </a:prstGeom>
          <a:solidFill>
            <a:schemeClr val="tx1">
              <a:lumMod val="95000"/>
              <a:lumOff val="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a:latin typeface="Segoe UI Light"/>
                <a:cs typeface="Calibri"/>
              </a:rPr>
              <a:t>01</a:t>
            </a:r>
          </a:p>
        </p:txBody>
      </p:sp>
      <p:sp>
        <p:nvSpPr>
          <p:cNvPr id="21" name="TextBox 20">
            <a:extLst>
              <a:ext uri="{FF2B5EF4-FFF2-40B4-BE49-F238E27FC236}">
                <a16:creationId xmlns:a16="http://schemas.microsoft.com/office/drawing/2014/main" id="{2170263F-04B6-67BD-6BFA-FD5FC2A46F8B}"/>
              </a:ext>
            </a:extLst>
          </p:cNvPr>
          <p:cNvSpPr txBox="1"/>
          <p:nvPr/>
        </p:nvSpPr>
        <p:spPr>
          <a:xfrm>
            <a:off x="972120" y="1757219"/>
            <a:ext cx="1732973"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b="1">
                <a:latin typeface="Segoe UI"/>
                <a:cs typeface="Segoe UI"/>
              </a:rPr>
              <a:t>Current Situation</a:t>
            </a:r>
          </a:p>
        </p:txBody>
      </p:sp>
      <p:sp>
        <p:nvSpPr>
          <p:cNvPr id="22" name="TextBox 21">
            <a:extLst>
              <a:ext uri="{FF2B5EF4-FFF2-40B4-BE49-F238E27FC236}">
                <a16:creationId xmlns:a16="http://schemas.microsoft.com/office/drawing/2014/main" id="{49462830-D6DA-2B51-A2A2-C44538F42D0B}"/>
              </a:ext>
            </a:extLst>
          </p:cNvPr>
          <p:cNvSpPr txBox="1"/>
          <p:nvPr/>
        </p:nvSpPr>
        <p:spPr>
          <a:xfrm>
            <a:off x="389081" y="2247899"/>
            <a:ext cx="3625279" cy="132856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182880" indent="-182880">
              <a:spcAft>
                <a:spcPts val="500"/>
              </a:spcAft>
              <a:buFont typeface="Wingdings"/>
              <a:buChar char="§"/>
            </a:pPr>
            <a:r>
              <a:rPr lang="en-GB" sz="1200">
                <a:latin typeface="Calibri Light"/>
                <a:cs typeface="Segoe UI"/>
              </a:rPr>
              <a:t>BGH and </a:t>
            </a:r>
            <a:r>
              <a:rPr lang="en-GB" sz="1200" err="1">
                <a:latin typeface="Calibri Light"/>
                <a:cs typeface="Segoe UI"/>
              </a:rPr>
              <a:t>CapVest</a:t>
            </a:r>
            <a:r>
              <a:rPr lang="en-GB" sz="1200">
                <a:latin typeface="Calibri Light"/>
                <a:cs typeface="Segoe UI"/>
              </a:rPr>
              <a:t> are in a competitive bidding situation for healthcare company, Virtus Health</a:t>
            </a:r>
          </a:p>
          <a:p>
            <a:pPr marL="182880" indent="-182880">
              <a:spcAft>
                <a:spcPts val="500"/>
              </a:spcAft>
              <a:buFont typeface="Wingdings"/>
              <a:buChar char="§"/>
            </a:pPr>
            <a:r>
              <a:rPr lang="en-GB" sz="1200">
                <a:latin typeface="Calibri Light"/>
                <a:cs typeface="Segoe UI"/>
              </a:rPr>
              <a:t>Virtus Health has signed a </a:t>
            </a:r>
            <a:r>
              <a:rPr lang="en-GB" sz="1200" b="1">
                <a:latin typeface="Calibri Light"/>
                <a:cs typeface="Segoe UI"/>
              </a:rPr>
              <a:t>binding implementation deed with </a:t>
            </a:r>
            <a:r>
              <a:rPr lang="en-GB" sz="1200" b="1" err="1">
                <a:latin typeface="Calibri Light"/>
                <a:cs typeface="Segoe UI"/>
              </a:rPr>
              <a:t>CapVest</a:t>
            </a:r>
            <a:endParaRPr lang="en-GB" sz="1200">
              <a:latin typeface="Calibri Light"/>
              <a:cs typeface="Segoe UI"/>
            </a:endParaRPr>
          </a:p>
          <a:p>
            <a:pPr marL="182880" indent="-182880">
              <a:spcAft>
                <a:spcPts val="500"/>
              </a:spcAft>
              <a:buFont typeface="Wingdings"/>
              <a:buChar char="§"/>
            </a:pPr>
            <a:r>
              <a:rPr lang="en-GB" sz="1200">
                <a:latin typeface="Calibri Light"/>
                <a:cs typeface="Segoe UI"/>
              </a:rPr>
              <a:t>The Virtus Board </a:t>
            </a:r>
            <a:r>
              <a:rPr lang="en-GB" sz="1200" b="1">
                <a:latin typeface="Calibri Light"/>
                <a:cs typeface="Segoe UI"/>
              </a:rPr>
              <a:t>recommends shareholders vote for the </a:t>
            </a:r>
            <a:r>
              <a:rPr lang="en-GB" sz="1200" b="1" err="1">
                <a:latin typeface="Calibri Light"/>
                <a:cs typeface="Segoe UI"/>
              </a:rPr>
              <a:t>CapVest</a:t>
            </a:r>
            <a:r>
              <a:rPr lang="en-GB" sz="1200" b="1">
                <a:latin typeface="Calibri Light"/>
                <a:cs typeface="Segoe UI"/>
              </a:rPr>
              <a:t> Scheme </a:t>
            </a:r>
            <a:r>
              <a:rPr lang="en-GB" sz="1200">
                <a:latin typeface="Calibri Light"/>
                <a:cs typeface="Segoe UI"/>
              </a:rPr>
              <a:t>unless a better proposal arises</a:t>
            </a:r>
            <a:endParaRPr lang="en-US" sz="1200">
              <a:latin typeface="Calibri Light"/>
              <a:cs typeface="Segoe UI"/>
            </a:endParaRPr>
          </a:p>
        </p:txBody>
      </p:sp>
      <p:sp>
        <p:nvSpPr>
          <p:cNvPr id="23" name="TextBox 22">
            <a:extLst>
              <a:ext uri="{FF2B5EF4-FFF2-40B4-BE49-F238E27FC236}">
                <a16:creationId xmlns:a16="http://schemas.microsoft.com/office/drawing/2014/main" id="{CEEA02E8-8535-BEB3-E690-67B6532284C4}"/>
              </a:ext>
            </a:extLst>
          </p:cNvPr>
          <p:cNvSpPr txBox="1"/>
          <p:nvPr/>
        </p:nvSpPr>
        <p:spPr>
          <a:xfrm>
            <a:off x="4961081" y="1757219"/>
            <a:ext cx="2165990"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b="1" err="1">
                <a:latin typeface="Segoe UI"/>
                <a:cs typeface="Segoe UI"/>
              </a:rPr>
              <a:t>CapVest’s</a:t>
            </a:r>
            <a:r>
              <a:rPr lang="en-US" sz="1400" b="1">
                <a:latin typeface="Segoe UI"/>
                <a:cs typeface="Segoe UI"/>
              </a:rPr>
              <a:t> Latest Offer</a:t>
            </a:r>
          </a:p>
        </p:txBody>
      </p:sp>
      <p:sp>
        <p:nvSpPr>
          <p:cNvPr id="24" name="TextBox 23">
            <a:extLst>
              <a:ext uri="{FF2B5EF4-FFF2-40B4-BE49-F238E27FC236}">
                <a16:creationId xmlns:a16="http://schemas.microsoft.com/office/drawing/2014/main" id="{0219C338-1A57-BCD2-5674-BBCA96D5C46F}"/>
              </a:ext>
            </a:extLst>
          </p:cNvPr>
          <p:cNvSpPr txBox="1"/>
          <p:nvPr/>
        </p:nvSpPr>
        <p:spPr>
          <a:xfrm>
            <a:off x="9019306" y="1664854"/>
            <a:ext cx="1909427"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b="1">
                <a:latin typeface="Segoe UI"/>
                <a:cs typeface="Segoe UI"/>
              </a:rPr>
              <a:t>BGH’s Latest Offer</a:t>
            </a:r>
          </a:p>
        </p:txBody>
      </p:sp>
      <p:sp>
        <p:nvSpPr>
          <p:cNvPr id="25" name="TextBox 24">
            <a:extLst>
              <a:ext uri="{FF2B5EF4-FFF2-40B4-BE49-F238E27FC236}">
                <a16:creationId xmlns:a16="http://schemas.microsoft.com/office/drawing/2014/main" id="{B3531427-52FD-28D5-9E23-4FA45D289225}"/>
              </a:ext>
            </a:extLst>
          </p:cNvPr>
          <p:cNvSpPr txBox="1"/>
          <p:nvPr/>
        </p:nvSpPr>
        <p:spPr>
          <a:xfrm>
            <a:off x="983671" y="4124036"/>
            <a:ext cx="1732973"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b="1">
                <a:latin typeface="Segoe UI"/>
                <a:cs typeface="Segoe UI"/>
              </a:rPr>
              <a:t>Virtus Valuation</a:t>
            </a:r>
          </a:p>
        </p:txBody>
      </p:sp>
      <p:sp>
        <p:nvSpPr>
          <p:cNvPr id="28" name="TextBox 27">
            <a:extLst>
              <a:ext uri="{FF2B5EF4-FFF2-40B4-BE49-F238E27FC236}">
                <a16:creationId xmlns:a16="http://schemas.microsoft.com/office/drawing/2014/main" id="{3354D7D4-0A8C-1D63-05CC-DACCB109A9D3}"/>
              </a:ext>
            </a:extLst>
          </p:cNvPr>
          <p:cNvSpPr txBox="1"/>
          <p:nvPr/>
        </p:nvSpPr>
        <p:spPr>
          <a:xfrm>
            <a:off x="4961080" y="4124035"/>
            <a:ext cx="234488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b="1">
                <a:solidFill>
                  <a:srgbClr val="FF0000"/>
                </a:solidFill>
                <a:latin typeface="Segoe UI"/>
                <a:cs typeface="Segoe UI"/>
              </a:rPr>
              <a:t>Recommended Response</a:t>
            </a:r>
          </a:p>
        </p:txBody>
      </p:sp>
      <p:sp>
        <p:nvSpPr>
          <p:cNvPr id="30" name="TextBox 29">
            <a:extLst>
              <a:ext uri="{FF2B5EF4-FFF2-40B4-BE49-F238E27FC236}">
                <a16:creationId xmlns:a16="http://schemas.microsoft.com/office/drawing/2014/main" id="{1C7695A4-8771-70EB-F56F-49F52193C5B4}"/>
              </a:ext>
            </a:extLst>
          </p:cNvPr>
          <p:cNvSpPr txBox="1"/>
          <p:nvPr/>
        </p:nvSpPr>
        <p:spPr>
          <a:xfrm>
            <a:off x="9019307" y="4124036"/>
            <a:ext cx="1732973"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b="1">
                <a:solidFill>
                  <a:srgbClr val="FF0000"/>
                </a:solidFill>
                <a:latin typeface="Segoe UI"/>
                <a:cs typeface="Segoe UI"/>
              </a:rPr>
              <a:t>Next Steps</a:t>
            </a:r>
          </a:p>
        </p:txBody>
      </p:sp>
      <p:sp>
        <p:nvSpPr>
          <p:cNvPr id="40" name="TextBox 39">
            <a:extLst>
              <a:ext uri="{FF2B5EF4-FFF2-40B4-BE49-F238E27FC236}">
                <a16:creationId xmlns:a16="http://schemas.microsoft.com/office/drawing/2014/main" id="{64DFCD99-B089-785D-39A6-2B43D650FCAF}"/>
              </a:ext>
            </a:extLst>
          </p:cNvPr>
          <p:cNvSpPr txBox="1"/>
          <p:nvPr/>
        </p:nvSpPr>
        <p:spPr>
          <a:xfrm>
            <a:off x="4297217" y="4585854"/>
            <a:ext cx="3678381"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182880" indent="-182880">
              <a:spcAft>
                <a:spcPts val="500"/>
              </a:spcAft>
              <a:buFont typeface="Wingdings"/>
              <a:buChar char="§"/>
            </a:pPr>
            <a:endParaRPr lang="en-US" sz="1200">
              <a:latin typeface="Calibri Light"/>
              <a:cs typeface="Segoe UI"/>
            </a:endParaRPr>
          </a:p>
        </p:txBody>
      </p:sp>
      <p:sp>
        <p:nvSpPr>
          <p:cNvPr id="42" name="TextBox 41">
            <a:extLst>
              <a:ext uri="{FF2B5EF4-FFF2-40B4-BE49-F238E27FC236}">
                <a16:creationId xmlns:a16="http://schemas.microsoft.com/office/drawing/2014/main" id="{10ACAC7A-C335-13B0-616F-1768A6EE8A7E}"/>
              </a:ext>
            </a:extLst>
          </p:cNvPr>
          <p:cNvSpPr txBox="1"/>
          <p:nvPr/>
        </p:nvSpPr>
        <p:spPr>
          <a:xfrm>
            <a:off x="8326581" y="4623675"/>
            <a:ext cx="3482109" cy="127214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182880" indent="-182880">
              <a:spcAft>
                <a:spcPts val="500"/>
              </a:spcAft>
              <a:buFont typeface="Wingdings"/>
              <a:buChar char="§"/>
            </a:pPr>
            <a:r>
              <a:rPr lang="en-US" sz="1200">
                <a:latin typeface="Calibri Light"/>
                <a:cs typeface="Segoe UI"/>
              </a:rPr>
              <a:t>UBS recommends that BGH proceed by: </a:t>
            </a:r>
            <a:endParaRPr lang="en-US"/>
          </a:p>
          <a:p>
            <a:pPr marL="182880" indent="-182880">
              <a:spcAft>
                <a:spcPts val="500"/>
              </a:spcAft>
              <a:buFont typeface="Wingdings"/>
              <a:buChar char="§"/>
            </a:pPr>
            <a:r>
              <a:rPr lang="en-US" sz="1200" b="1">
                <a:latin typeface="Calibri Light"/>
                <a:cs typeface="Segoe UI"/>
              </a:rPr>
              <a:t>Preparing </a:t>
            </a:r>
            <a:r>
              <a:rPr lang="en-US" sz="1200">
                <a:latin typeface="Calibri Light"/>
                <a:cs typeface="Segoe UI"/>
              </a:rPr>
              <a:t>relevant </a:t>
            </a:r>
            <a:r>
              <a:rPr lang="en-US" sz="1200" b="1">
                <a:latin typeface="Calibri Light"/>
                <a:cs typeface="Segoe UI"/>
              </a:rPr>
              <a:t>transaction documentation</a:t>
            </a:r>
            <a:r>
              <a:rPr lang="en-US" sz="1200">
                <a:latin typeface="Calibri Light"/>
                <a:cs typeface="Segoe UI"/>
              </a:rPr>
              <a:t>,</a:t>
            </a:r>
            <a:endParaRPr lang="en-US">
              <a:latin typeface="Calibri" panose="020F0502020204030204"/>
              <a:cs typeface="Calibri" panose="020F0502020204030204"/>
            </a:endParaRPr>
          </a:p>
          <a:p>
            <a:pPr marL="182880" indent="-182880">
              <a:spcAft>
                <a:spcPts val="500"/>
              </a:spcAft>
              <a:buFont typeface="Wingdings"/>
              <a:buChar char="§"/>
            </a:pPr>
            <a:r>
              <a:rPr lang="en-US" sz="1200" b="1">
                <a:latin typeface="Calibri Light"/>
                <a:cs typeface="Segoe UI"/>
              </a:rPr>
              <a:t>Submitting </a:t>
            </a:r>
            <a:r>
              <a:rPr lang="en-US" sz="1200">
                <a:latin typeface="Calibri Light"/>
                <a:cs typeface="Segoe UI"/>
              </a:rPr>
              <a:t>their </a:t>
            </a:r>
            <a:r>
              <a:rPr lang="en-US" sz="1200" b="1">
                <a:latin typeface="Calibri Light"/>
                <a:cs typeface="Segoe UI"/>
              </a:rPr>
              <a:t>improved offer </a:t>
            </a:r>
            <a:r>
              <a:rPr lang="en-US" sz="1200">
                <a:latin typeface="Calibri Light"/>
                <a:cs typeface="Segoe UI"/>
              </a:rPr>
              <a:t>for Virtus, </a:t>
            </a:r>
            <a:endParaRPr lang="en-US">
              <a:latin typeface="Calibri" panose="020F0502020204030204"/>
              <a:cs typeface="Calibri"/>
            </a:endParaRPr>
          </a:p>
          <a:p>
            <a:pPr marL="182880" indent="-182880">
              <a:spcAft>
                <a:spcPts val="500"/>
              </a:spcAft>
              <a:buFont typeface="Wingdings"/>
              <a:buChar char="§"/>
            </a:pPr>
            <a:r>
              <a:rPr lang="en-US" sz="1200" b="1">
                <a:latin typeface="Calibri Light"/>
                <a:cs typeface="Segoe UI"/>
              </a:rPr>
              <a:t>Engaging </a:t>
            </a:r>
            <a:r>
              <a:rPr lang="en-US" sz="1200">
                <a:latin typeface="Calibri Light"/>
                <a:cs typeface="Segoe UI"/>
              </a:rPr>
              <a:t>with Virtus' substantial </a:t>
            </a:r>
            <a:r>
              <a:rPr lang="en-US" sz="1200" b="1">
                <a:latin typeface="Calibri Light"/>
                <a:cs typeface="Segoe UI"/>
              </a:rPr>
              <a:t>shareholders</a:t>
            </a:r>
            <a:endParaRPr lang="en-US" b="1">
              <a:cs typeface="Calibri"/>
            </a:endParaRPr>
          </a:p>
          <a:p>
            <a:pPr marL="182880" indent="-182880">
              <a:spcAft>
                <a:spcPts val="500"/>
              </a:spcAft>
              <a:buFont typeface="Wingdings"/>
              <a:buChar char="§"/>
            </a:pPr>
            <a:r>
              <a:rPr lang="en-US" sz="1200" b="1">
                <a:latin typeface="Calibri Light"/>
                <a:cs typeface="Segoe UI"/>
              </a:rPr>
              <a:t>Prepare for </a:t>
            </a:r>
            <a:r>
              <a:rPr lang="en-US" sz="1200">
                <a:latin typeface="Calibri Light"/>
                <a:cs typeface="Segoe UI"/>
              </a:rPr>
              <a:t>a </a:t>
            </a:r>
            <a:r>
              <a:rPr lang="en-US" sz="1200" err="1">
                <a:latin typeface="Calibri Light"/>
                <a:cs typeface="Segoe UI"/>
              </a:rPr>
              <a:t>CapVest</a:t>
            </a:r>
            <a:r>
              <a:rPr lang="en-US" sz="1200">
                <a:latin typeface="Calibri Light"/>
                <a:cs typeface="Segoe UI"/>
              </a:rPr>
              <a:t> </a:t>
            </a:r>
            <a:r>
              <a:rPr lang="en-US" sz="1200" b="1">
                <a:latin typeface="Calibri Light"/>
                <a:cs typeface="Segoe UI"/>
              </a:rPr>
              <a:t>counteroffer</a:t>
            </a:r>
          </a:p>
        </p:txBody>
      </p:sp>
      <p:sp>
        <p:nvSpPr>
          <p:cNvPr id="43" name="TextBox 42">
            <a:extLst>
              <a:ext uri="{FF2B5EF4-FFF2-40B4-BE49-F238E27FC236}">
                <a16:creationId xmlns:a16="http://schemas.microsoft.com/office/drawing/2014/main" id="{4AB59EDE-F5AF-B0E0-D28A-0177FF20D5F8}"/>
              </a:ext>
            </a:extLst>
          </p:cNvPr>
          <p:cNvSpPr txBox="1"/>
          <p:nvPr/>
        </p:nvSpPr>
        <p:spPr>
          <a:xfrm>
            <a:off x="8326582" y="2207490"/>
            <a:ext cx="3482109" cy="144911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182880" indent="-182880">
              <a:spcAft>
                <a:spcPts val="500"/>
              </a:spcAft>
              <a:buFont typeface="Wingdings"/>
              <a:buChar char="§"/>
            </a:pPr>
            <a:r>
              <a:rPr lang="en-GB" sz="1200">
                <a:latin typeface="Calibri Light"/>
                <a:cs typeface="Segoe UI"/>
              </a:rPr>
              <a:t>BGH's latest Indicative Proposal was to acquire all of Virtus' shares through a </a:t>
            </a:r>
            <a:r>
              <a:rPr lang="en-GB" sz="1200" b="1">
                <a:latin typeface="Calibri Light"/>
                <a:cs typeface="Segoe UI"/>
              </a:rPr>
              <a:t>scheme at A$8.10 </a:t>
            </a:r>
            <a:r>
              <a:rPr lang="en-GB" sz="1200">
                <a:latin typeface="Calibri Light"/>
                <a:cs typeface="Segoe UI"/>
              </a:rPr>
              <a:t>per share, with the </a:t>
            </a:r>
            <a:r>
              <a:rPr lang="en-GB" sz="1200" b="1">
                <a:latin typeface="Calibri Light"/>
                <a:cs typeface="Segoe UI"/>
              </a:rPr>
              <a:t>condition</a:t>
            </a:r>
            <a:r>
              <a:rPr lang="en-GB" sz="1200">
                <a:latin typeface="Calibri Light"/>
                <a:cs typeface="Segoe UI"/>
              </a:rPr>
              <a:t> that Virtus does not sign an implementation deed with </a:t>
            </a:r>
            <a:r>
              <a:rPr lang="en-GB" sz="1200" err="1">
                <a:latin typeface="Calibri Light"/>
                <a:cs typeface="Segoe UI"/>
              </a:rPr>
              <a:t>CapVest</a:t>
            </a:r>
            <a:endParaRPr lang="en-GB" sz="1200">
              <a:latin typeface="Calibri Light"/>
              <a:cs typeface="Segoe UI"/>
            </a:endParaRPr>
          </a:p>
          <a:p>
            <a:pPr marL="182880" indent="-182880">
              <a:spcAft>
                <a:spcPts val="500"/>
              </a:spcAft>
              <a:buFont typeface="Wingdings"/>
              <a:buChar char="§"/>
            </a:pPr>
            <a:r>
              <a:rPr lang="en-GB" sz="1200">
                <a:latin typeface="Calibri Light"/>
                <a:cs typeface="Segoe UI"/>
              </a:rPr>
              <a:t>While BGH and Virtus were in the process of facilitating due diligence access, </a:t>
            </a:r>
            <a:r>
              <a:rPr lang="en-GB" sz="1200" err="1">
                <a:latin typeface="Calibri Light"/>
                <a:cs typeface="Segoe UI"/>
              </a:rPr>
              <a:t>CapVest</a:t>
            </a:r>
            <a:r>
              <a:rPr lang="en-GB" sz="1200">
                <a:latin typeface="Calibri Light"/>
                <a:cs typeface="Segoe UI"/>
              </a:rPr>
              <a:t> presented a higher bid</a:t>
            </a:r>
            <a:endParaRPr lang="en-US" sz="1200">
              <a:latin typeface="Calibri Light"/>
              <a:cs typeface="Segoe UI"/>
            </a:endParaRPr>
          </a:p>
        </p:txBody>
      </p:sp>
      <p:sp>
        <p:nvSpPr>
          <p:cNvPr id="44" name="TextBox 43">
            <a:extLst>
              <a:ext uri="{FF2B5EF4-FFF2-40B4-BE49-F238E27FC236}">
                <a16:creationId xmlns:a16="http://schemas.microsoft.com/office/drawing/2014/main" id="{0A6D0953-B5CF-4076-AE1A-D9C872C59DD7}"/>
              </a:ext>
            </a:extLst>
          </p:cNvPr>
          <p:cNvSpPr txBox="1"/>
          <p:nvPr/>
        </p:nvSpPr>
        <p:spPr>
          <a:xfrm>
            <a:off x="4298371" y="2202790"/>
            <a:ext cx="3482109" cy="163378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182880" indent="-182880">
              <a:spcAft>
                <a:spcPts val="500"/>
              </a:spcAft>
              <a:buFont typeface="Wingdings"/>
              <a:buChar char="§"/>
            </a:pPr>
            <a:r>
              <a:rPr lang="en-GB" sz="1200">
                <a:latin typeface="Calibri Light"/>
                <a:cs typeface="Segoe UI"/>
              </a:rPr>
              <a:t>From their </a:t>
            </a:r>
            <a:r>
              <a:rPr lang="en-GB" sz="1200" b="1">
                <a:latin typeface="Calibri Light"/>
                <a:cs typeface="Segoe UI"/>
              </a:rPr>
              <a:t>first</a:t>
            </a:r>
            <a:r>
              <a:rPr lang="en-GB" sz="1200">
                <a:latin typeface="Calibri Light"/>
                <a:cs typeface="Segoe UI"/>
              </a:rPr>
              <a:t> </a:t>
            </a:r>
            <a:r>
              <a:rPr lang="en-GB" sz="1200" b="1">
                <a:latin typeface="Calibri Light"/>
                <a:cs typeface="Segoe UI"/>
              </a:rPr>
              <a:t>proposal</a:t>
            </a:r>
            <a:r>
              <a:rPr lang="en-GB" sz="1200">
                <a:latin typeface="Calibri Light"/>
                <a:cs typeface="Segoe UI"/>
              </a:rPr>
              <a:t> which included necessary condition of </a:t>
            </a:r>
            <a:r>
              <a:rPr lang="en-GB" sz="1200" err="1">
                <a:latin typeface="Calibri Light"/>
                <a:cs typeface="Segoe UI"/>
              </a:rPr>
              <a:t>CapVest’s</a:t>
            </a:r>
            <a:r>
              <a:rPr lang="en-GB" sz="1200">
                <a:latin typeface="Calibri Light"/>
                <a:cs typeface="Segoe UI"/>
              </a:rPr>
              <a:t> willingness to proceed, </a:t>
            </a:r>
            <a:r>
              <a:rPr lang="en-GB" sz="1200" b="1">
                <a:latin typeface="Calibri Light"/>
                <a:cs typeface="Segoe UI"/>
              </a:rPr>
              <a:t>Virtus granted </a:t>
            </a:r>
            <a:r>
              <a:rPr lang="en-GB" sz="1200" b="1" err="1">
                <a:latin typeface="Calibri Light"/>
                <a:cs typeface="Segoe UI"/>
              </a:rPr>
              <a:t>CapVest</a:t>
            </a:r>
            <a:r>
              <a:rPr lang="en-GB" sz="1200" b="1">
                <a:latin typeface="Calibri Light"/>
                <a:cs typeface="Segoe UI"/>
              </a:rPr>
              <a:t> exclusive due diligence</a:t>
            </a:r>
            <a:endParaRPr lang="en-GB" sz="1200">
              <a:latin typeface="Calibri Light"/>
              <a:cs typeface="Segoe UI"/>
            </a:endParaRPr>
          </a:p>
          <a:p>
            <a:pPr marL="182880" indent="-182880">
              <a:spcAft>
                <a:spcPts val="500"/>
              </a:spcAft>
              <a:buFont typeface="Wingdings"/>
              <a:buChar char="§"/>
            </a:pPr>
            <a:r>
              <a:rPr lang="en-US" sz="1200">
                <a:latin typeface="Calibri Light"/>
                <a:cs typeface="Segoe UI"/>
              </a:rPr>
              <a:t>The latest </a:t>
            </a:r>
            <a:r>
              <a:rPr lang="en-US" sz="1200" err="1">
                <a:latin typeface="Calibri Light"/>
                <a:cs typeface="Segoe UI"/>
              </a:rPr>
              <a:t>CapVest</a:t>
            </a:r>
            <a:r>
              <a:rPr lang="en-US" sz="1200">
                <a:latin typeface="Calibri Light"/>
                <a:cs typeface="Segoe UI"/>
              </a:rPr>
              <a:t> Proposal was to acquire all of Virtus' shares via a </a:t>
            </a:r>
            <a:r>
              <a:rPr lang="en-US" sz="1200" b="1">
                <a:latin typeface="Calibri Light"/>
                <a:cs typeface="Segoe UI"/>
              </a:rPr>
              <a:t>scheme at A$8.25</a:t>
            </a:r>
            <a:r>
              <a:rPr lang="en-US" sz="1200">
                <a:latin typeface="Calibri Light"/>
                <a:cs typeface="Segoe UI"/>
              </a:rPr>
              <a:t> per share and make a simultaneous </a:t>
            </a:r>
            <a:r>
              <a:rPr lang="en-US" sz="1200" b="1">
                <a:latin typeface="Calibri Light"/>
                <a:cs typeface="Segoe UI"/>
              </a:rPr>
              <a:t>off-market takeover </a:t>
            </a:r>
            <a:r>
              <a:rPr lang="en-US" sz="1200">
                <a:latin typeface="Calibri Light"/>
                <a:cs typeface="Segoe UI"/>
              </a:rPr>
              <a:t>offer of </a:t>
            </a:r>
            <a:r>
              <a:rPr lang="en-US" sz="1200" b="1">
                <a:latin typeface="Calibri Light"/>
                <a:cs typeface="Segoe UI"/>
              </a:rPr>
              <a:t>$A8.10 </a:t>
            </a:r>
            <a:r>
              <a:rPr lang="en-US" sz="1200">
                <a:latin typeface="Calibri Light"/>
                <a:cs typeface="Segoe UI"/>
              </a:rPr>
              <a:t>per share, conditional of the scheme failing </a:t>
            </a:r>
            <a:r>
              <a:rPr lang="en-GB" sz="1200">
                <a:latin typeface="Calibri Light"/>
                <a:cs typeface="Segoe UI"/>
              </a:rPr>
              <a:t>and a 50.1% minimum acceptance</a:t>
            </a:r>
          </a:p>
        </p:txBody>
      </p:sp>
      <p:cxnSp>
        <p:nvCxnSpPr>
          <p:cNvPr id="45" name="Straight Arrow Connector 44">
            <a:extLst>
              <a:ext uri="{FF2B5EF4-FFF2-40B4-BE49-F238E27FC236}">
                <a16:creationId xmlns:a16="http://schemas.microsoft.com/office/drawing/2014/main" id="{F1B9FEF5-B6BA-5E43-8C5E-2476A7A7ACB9}"/>
              </a:ext>
            </a:extLst>
          </p:cNvPr>
          <p:cNvCxnSpPr/>
          <p:nvPr/>
        </p:nvCxnSpPr>
        <p:spPr>
          <a:xfrm flipH="1">
            <a:off x="4051300" y="1713504"/>
            <a:ext cx="9235" cy="2016990"/>
          </a:xfrm>
          <a:prstGeom prst="straightConnector1">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0E7CCEEF-3F03-2E31-FFA2-CDC964574B1A}"/>
              </a:ext>
            </a:extLst>
          </p:cNvPr>
          <p:cNvCxnSpPr>
            <a:cxnSpLocks/>
          </p:cNvCxnSpPr>
          <p:nvPr/>
        </p:nvCxnSpPr>
        <p:spPr>
          <a:xfrm flipH="1">
            <a:off x="7953663" y="1569186"/>
            <a:ext cx="9235" cy="2016990"/>
          </a:xfrm>
          <a:prstGeom prst="straightConnector1">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8D1191F7-556D-4ABF-7CB3-FFE37A226104}"/>
              </a:ext>
            </a:extLst>
          </p:cNvPr>
          <p:cNvCxnSpPr>
            <a:cxnSpLocks/>
          </p:cNvCxnSpPr>
          <p:nvPr/>
        </p:nvCxnSpPr>
        <p:spPr>
          <a:xfrm flipH="1">
            <a:off x="4051300" y="4091867"/>
            <a:ext cx="9235" cy="2016990"/>
          </a:xfrm>
          <a:prstGeom prst="straightConnector1">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A5F758A2-128F-28C8-7E69-7B93C52DA651}"/>
              </a:ext>
            </a:extLst>
          </p:cNvPr>
          <p:cNvCxnSpPr>
            <a:cxnSpLocks/>
          </p:cNvCxnSpPr>
          <p:nvPr/>
        </p:nvCxnSpPr>
        <p:spPr>
          <a:xfrm flipH="1">
            <a:off x="7982527" y="4091867"/>
            <a:ext cx="9235" cy="2016990"/>
          </a:xfrm>
          <a:prstGeom prst="straightConnector1">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DDFA1A5E-F4CE-F0BE-21E6-BF1781A31827}"/>
              </a:ext>
            </a:extLst>
          </p:cNvPr>
          <p:cNvCxnSpPr>
            <a:cxnSpLocks/>
          </p:cNvCxnSpPr>
          <p:nvPr/>
        </p:nvCxnSpPr>
        <p:spPr>
          <a:xfrm flipV="1">
            <a:off x="660398" y="3845948"/>
            <a:ext cx="3142672" cy="15010"/>
          </a:xfrm>
          <a:prstGeom prst="straightConnector1">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81FDE2FB-E6F5-D3D1-95B3-2C4E6E458238}"/>
              </a:ext>
            </a:extLst>
          </p:cNvPr>
          <p:cNvCxnSpPr>
            <a:cxnSpLocks/>
          </p:cNvCxnSpPr>
          <p:nvPr/>
        </p:nvCxnSpPr>
        <p:spPr>
          <a:xfrm flipV="1">
            <a:off x="4360717" y="3822857"/>
            <a:ext cx="3419763" cy="3465"/>
          </a:xfrm>
          <a:prstGeom prst="straightConnector1">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52029D7D-78AB-48DB-78C1-260F941E0D43}"/>
              </a:ext>
            </a:extLst>
          </p:cNvPr>
          <p:cNvCxnSpPr>
            <a:cxnSpLocks/>
          </p:cNvCxnSpPr>
          <p:nvPr/>
        </p:nvCxnSpPr>
        <p:spPr>
          <a:xfrm flipV="1">
            <a:off x="8176489" y="3817084"/>
            <a:ext cx="3419763" cy="3465"/>
          </a:xfrm>
          <a:prstGeom prst="straightConnector1">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
        <p:nvSpPr>
          <p:cNvPr id="53" name="TextBox 52">
            <a:extLst>
              <a:ext uri="{FF2B5EF4-FFF2-40B4-BE49-F238E27FC236}">
                <a16:creationId xmlns:a16="http://schemas.microsoft.com/office/drawing/2014/main" id="{BD19B8B8-081A-1F1D-415B-F72D343EFF60}"/>
              </a:ext>
            </a:extLst>
          </p:cNvPr>
          <p:cNvSpPr txBox="1"/>
          <p:nvPr/>
        </p:nvSpPr>
        <p:spPr>
          <a:xfrm>
            <a:off x="389081" y="4695535"/>
            <a:ext cx="3482109" cy="132856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182880" indent="-182880">
              <a:spcAft>
                <a:spcPts val="500"/>
              </a:spcAft>
              <a:buFont typeface="Wingdings"/>
              <a:buChar char="§"/>
            </a:pPr>
            <a:r>
              <a:rPr lang="en-US" sz="1200">
                <a:latin typeface="Calibri Light"/>
                <a:cs typeface="Segoe UI"/>
              </a:rPr>
              <a:t>Using a blended average of the discounted cash flow (DCF), leveraged buyout (LBO), comparable companies and precedent transactions, an implied valuation of </a:t>
            </a:r>
            <a:r>
              <a:rPr lang="en-US" sz="1200" b="1">
                <a:latin typeface="Calibri Light"/>
                <a:cs typeface="Segoe UI"/>
              </a:rPr>
              <a:t>A$9.32 </a:t>
            </a:r>
            <a:r>
              <a:rPr lang="en-US" sz="1200">
                <a:latin typeface="Calibri Light"/>
                <a:cs typeface="Segoe UI"/>
              </a:rPr>
              <a:t>was obtained</a:t>
            </a:r>
          </a:p>
          <a:p>
            <a:pPr marL="182880" indent="-182880">
              <a:spcAft>
                <a:spcPts val="500"/>
              </a:spcAft>
              <a:buFont typeface="Wingdings"/>
              <a:buChar char="§"/>
            </a:pPr>
            <a:endParaRPr lang="en-US" sz="1200">
              <a:latin typeface="Calibri Light"/>
              <a:cs typeface="Segoe UI"/>
            </a:endParaRPr>
          </a:p>
          <a:p>
            <a:pPr marL="182880" indent="-182880">
              <a:spcAft>
                <a:spcPts val="500"/>
              </a:spcAft>
              <a:buFont typeface="Wingdings"/>
              <a:buChar char="§"/>
            </a:pPr>
            <a:endParaRPr lang="en-US" sz="1200" b="1">
              <a:latin typeface="Calibri Light"/>
              <a:cs typeface="Segoe UI"/>
            </a:endParaRPr>
          </a:p>
        </p:txBody>
      </p:sp>
      <p:sp>
        <p:nvSpPr>
          <p:cNvPr id="54" name="TextBox 53">
            <a:extLst>
              <a:ext uri="{FF2B5EF4-FFF2-40B4-BE49-F238E27FC236}">
                <a16:creationId xmlns:a16="http://schemas.microsoft.com/office/drawing/2014/main" id="{A305D18C-8F87-874D-3A65-33587F12A67B}"/>
              </a:ext>
            </a:extLst>
          </p:cNvPr>
          <p:cNvSpPr txBox="1"/>
          <p:nvPr/>
        </p:nvSpPr>
        <p:spPr>
          <a:xfrm>
            <a:off x="4283363" y="4630241"/>
            <a:ext cx="3482109" cy="169790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182880" indent="-182880">
              <a:spcAft>
                <a:spcPts val="500"/>
              </a:spcAft>
              <a:buFont typeface="Wingdings"/>
              <a:buChar char="§"/>
            </a:pPr>
            <a:r>
              <a:rPr lang="en-US" sz="1200">
                <a:latin typeface="Calibri Light"/>
                <a:cs typeface="Segoe UI"/>
              </a:rPr>
              <a:t>UBS recommends that BGH submit an </a:t>
            </a:r>
            <a:r>
              <a:rPr lang="en-US" sz="1200" b="1">
                <a:latin typeface="Calibri Light"/>
                <a:cs typeface="Segoe UI"/>
              </a:rPr>
              <a:t>improved, dual structured bid of an A$8.20 Scheme and A$8.15 Off-market takeover </a:t>
            </a:r>
            <a:endParaRPr lang="en-US" sz="1200">
              <a:latin typeface="Calibri Light"/>
              <a:cs typeface="Segoe UI"/>
            </a:endParaRPr>
          </a:p>
          <a:p>
            <a:pPr marL="182880" indent="-182880">
              <a:spcAft>
                <a:spcPts val="500"/>
              </a:spcAft>
              <a:buFont typeface="Wingdings"/>
              <a:buChar char="§"/>
            </a:pPr>
            <a:r>
              <a:rPr lang="en-US" sz="1200">
                <a:latin typeface="Calibri Light"/>
                <a:cs typeface="Segoe UI"/>
              </a:rPr>
              <a:t>If Virtus' Board rejects BGH's improved bid, UBS recommends a move to </a:t>
            </a:r>
            <a:r>
              <a:rPr lang="en-US" sz="1200" b="1">
                <a:latin typeface="Calibri Light"/>
                <a:cs typeface="Segoe UI"/>
              </a:rPr>
              <a:t>block the </a:t>
            </a:r>
            <a:r>
              <a:rPr lang="en-US" sz="1200" b="1" err="1">
                <a:latin typeface="Calibri Light"/>
                <a:cs typeface="Segoe UI"/>
              </a:rPr>
              <a:t>CapVest</a:t>
            </a:r>
            <a:r>
              <a:rPr lang="en-US" sz="1200" b="1">
                <a:latin typeface="Calibri Light"/>
                <a:cs typeface="Segoe UI"/>
              </a:rPr>
              <a:t> scheme </a:t>
            </a:r>
            <a:endParaRPr lang="en-US" sz="1200">
              <a:latin typeface="Calibri Light"/>
              <a:cs typeface="Segoe UI"/>
            </a:endParaRPr>
          </a:p>
          <a:p>
            <a:pPr marL="182880" indent="-182880">
              <a:spcAft>
                <a:spcPts val="500"/>
              </a:spcAft>
              <a:buFont typeface="Wingdings"/>
              <a:buChar char="§"/>
            </a:pPr>
            <a:r>
              <a:rPr lang="en-US" sz="1200">
                <a:latin typeface="Calibri Light"/>
                <a:cs typeface="Segoe UI"/>
              </a:rPr>
              <a:t>If a situation arises where BGH can no longer bid for Virtus, UBS recommends BGH votes in </a:t>
            </a:r>
            <a:r>
              <a:rPr lang="en-US" sz="1200" err="1">
                <a:latin typeface="Calibri Light"/>
                <a:cs typeface="Segoe UI"/>
              </a:rPr>
              <a:t>favour</a:t>
            </a:r>
            <a:r>
              <a:rPr lang="en-US" sz="1200">
                <a:latin typeface="Calibri Light"/>
                <a:cs typeface="Segoe UI"/>
              </a:rPr>
              <a:t> of </a:t>
            </a:r>
            <a:r>
              <a:rPr lang="en-US" sz="1200" err="1">
                <a:latin typeface="Calibri Light"/>
                <a:cs typeface="Segoe UI"/>
              </a:rPr>
              <a:t>CapVest's</a:t>
            </a:r>
            <a:r>
              <a:rPr lang="en-US" sz="1200">
                <a:latin typeface="Calibri Light"/>
                <a:cs typeface="Segoe UI"/>
              </a:rPr>
              <a:t> scheme to </a:t>
            </a:r>
            <a:r>
              <a:rPr lang="en-US" sz="1200" err="1">
                <a:latin typeface="Calibri Light"/>
                <a:cs typeface="Segoe UI"/>
              </a:rPr>
              <a:t>maximise</a:t>
            </a:r>
            <a:r>
              <a:rPr lang="en-US" sz="1200">
                <a:latin typeface="Calibri Light"/>
                <a:cs typeface="Segoe UI"/>
              </a:rPr>
              <a:t> returns</a:t>
            </a:r>
          </a:p>
        </p:txBody>
      </p:sp>
      <p:sp>
        <p:nvSpPr>
          <p:cNvPr id="3" name="Rectangle 2">
            <a:extLst>
              <a:ext uri="{FF2B5EF4-FFF2-40B4-BE49-F238E27FC236}">
                <a16:creationId xmlns:a16="http://schemas.microsoft.com/office/drawing/2014/main" id="{0C4C3B12-72D2-7648-ADFE-B120E1A3277A}"/>
              </a:ext>
            </a:extLst>
          </p:cNvPr>
          <p:cNvSpPr/>
          <p:nvPr/>
        </p:nvSpPr>
        <p:spPr>
          <a:xfrm>
            <a:off x="4153786" y="3881680"/>
            <a:ext cx="7769714" cy="2408864"/>
          </a:xfrm>
          <a:prstGeom prst="rect">
            <a:avLst/>
          </a:prstGeom>
          <a:noFill/>
          <a:ln>
            <a:solidFill>
              <a:srgbClr val="FF0000"/>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7" name="Rectangle 26">
            <a:extLst>
              <a:ext uri="{FF2B5EF4-FFF2-40B4-BE49-F238E27FC236}">
                <a16:creationId xmlns:a16="http://schemas.microsoft.com/office/drawing/2014/main" id="{467BE263-3BA2-FC16-5098-074BFA8F6990}"/>
              </a:ext>
            </a:extLst>
          </p:cNvPr>
          <p:cNvSpPr/>
          <p:nvPr/>
        </p:nvSpPr>
        <p:spPr>
          <a:xfrm>
            <a:off x="12244456" y="-2760"/>
            <a:ext cx="1744870" cy="706782"/>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cs typeface="Calibri"/>
              </a:rPr>
              <a:t>All</a:t>
            </a:r>
          </a:p>
          <a:p>
            <a:pPr algn="ctr"/>
            <a:r>
              <a:rPr lang="en-US">
                <a:cs typeface="Calibri"/>
              </a:rPr>
              <a:t>Harley please try</a:t>
            </a:r>
          </a:p>
        </p:txBody>
      </p:sp>
      <p:pic>
        <p:nvPicPr>
          <p:cNvPr id="4" name="Picture 4" descr="A picture containing text, clipart&#10;&#10;Description automatically generated">
            <a:extLst>
              <a:ext uri="{FF2B5EF4-FFF2-40B4-BE49-F238E27FC236}">
                <a16:creationId xmlns:a16="http://schemas.microsoft.com/office/drawing/2014/main" id="{B1D838A0-1158-4BD3-4EAB-5320FDF9ABB2}"/>
              </a:ext>
            </a:extLst>
          </p:cNvPr>
          <p:cNvPicPr>
            <a:picLocks noChangeAspect="1"/>
          </p:cNvPicPr>
          <p:nvPr/>
        </p:nvPicPr>
        <p:blipFill>
          <a:blip r:embed="rId2"/>
          <a:stretch>
            <a:fillRect/>
          </a:stretch>
        </p:blipFill>
        <p:spPr>
          <a:xfrm>
            <a:off x="210353" y="6317975"/>
            <a:ext cx="906857" cy="370354"/>
          </a:xfrm>
          <a:prstGeom prst="rect">
            <a:avLst/>
          </a:prstGeom>
        </p:spPr>
      </p:pic>
    </p:spTree>
    <p:extLst>
      <p:ext uri="{BB962C8B-B14F-4D97-AF65-F5344CB8AC3E}">
        <p14:creationId xmlns:p14="http://schemas.microsoft.com/office/powerpoint/2010/main" val="24457951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0" name="Chart 39">
            <a:extLst>
              <a:ext uri="{FF2B5EF4-FFF2-40B4-BE49-F238E27FC236}">
                <a16:creationId xmlns:a16="http://schemas.microsoft.com/office/drawing/2014/main" id="{3A6B460C-722E-4DEF-AA0D-1A3769467E60}"/>
              </a:ext>
            </a:extLst>
          </p:cNvPr>
          <p:cNvGraphicFramePr>
            <a:graphicFrameLocks/>
          </p:cNvGraphicFramePr>
          <p:nvPr>
            <p:extLst>
              <p:ext uri="{D42A27DB-BD31-4B8C-83A1-F6EECF244321}">
                <p14:modId xmlns:p14="http://schemas.microsoft.com/office/powerpoint/2010/main" val="433106452"/>
              </p:ext>
            </p:extLst>
          </p:nvPr>
        </p:nvGraphicFramePr>
        <p:xfrm>
          <a:off x="171530" y="1586684"/>
          <a:ext cx="11291304" cy="2332801"/>
        </p:xfrm>
        <a:graphic>
          <a:graphicData uri="http://schemas.openxmlformats.org/drawingml/2006/chart">
            <c:chart xmlns:c="http://schemas.openxmlformats.org/drawingml/2006/chart" xmlns:r="http://schemas.openxmlformats.org/officeDocument/2006/relationships" r:id="rId3"/>
          </a:graphicData>
        </a:graphic>
      </p:graphicFrame>
      <p:pic>
        <p:nvPicPr>
          <p:cNvPr id="9" name="Picture 4" descr="A picture containing text, clipart&#10;&#10;Description automatically generated">
            <a:extLst>
              <a:ext uri="{FF2B5EF4-FFF2-40B4-BE49-F238E27FC236}">
                <a16:creationId xmlns:a16="http://schemas.microsoft.com/office/drawing/2014/main" id="{F3B7F211-F64C-BB04-69B2-FD86AB31CAB3}"/>
              </a:ext>
            </a:extLst>
          </p:cNvPr>
          <p:cNvPicPr>
            <a:picLocks noChangeAspect="1"/>
          </p:cNvPicPr>
          <p:nvPr/>
        </p:nvPicPr>
        <p:blipFill>
          <a:blip r:embed="rId4"/>
          <a:stretch>
            <a:fillRect/>
          </a:stretch>
        </p:blipFill>
        <p:spPr>
          <a:xfrm>
            <a:off x="210353" y="6160320"/>
            <a:ext cx="1257201" cy="519250"/>
          </a:xfrm>
          <a:prstGeom prst="rect">
            <a:avLst/>
          </a:prstGeom>
        </p:spPr>
      </p:pic>
      <p:sp>
        <p:nvSpPr>
          <p:cNvPr id="10" name="TextBox 9">
            <a:extLst>
              <a:ext uri="{FF2B5EF4-FFF2-40B4-BE49-F238E27FC236}">
                <a16:creationId xmlns:a16="http://schemas.microsoft.com/office/drawing/2014/main" id="{1F93AE4B-1AD3-DF49-A82D-15D970233F59}"/>
              </a:ext>
            </a:extLst>
          </p:cNvPr>
          <p:cNvSpPr txBox="1"/>
          <p:nvPr/>
        </p:nvSpPr>
        <p:spPr>
          <a:xfrm>
            <a:off x="1618155" y="6283641"/>
            <a:ext cx="4031277" cy="246221"/>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a:solidFill>
                  <a:schemeClr val="tx1">
                    <a:lumMod val="65000"/>
                    <a:lumOff val="35000"/>
                  </a:schemeClr>
                </a:solidFill>
                <a:latin typeface="Segoe UI Light"/>
                <a:cs typeface="Calibri"/>
              </a:rPr>
              <a:t>Source: Company Announcements and </a:t>
            </a:r>
            <a:r>
              <a:rPr lang="en-US" sz="1000" err="1">
                <a:solidFill>
                  <a:schemeClr val="tx1">
                    <a:lumMod val="65000"/>
                    <a:lumOff val="35000"/>
                  </a:schemeClr>
                </a:solidFill>
                <a:latin typeface="Segoe UI Light"/>
                <a:cs typeface="Calibri"/>
              </a:rPr>
              <a:t>Barchart</a:t>
            </a:r>
            <a:r>
              <a:rPr lang="en-US" sz="1000">
                <a:solidFill>
                  <a:schemeClr val="tx1">
                    <a:lumMod val="65000"/>
                    <a:lumOff val="35000"/>
                  </a:schemeClr>
                </a:solidFill>
                <a:latin typeface="Segoe UI Light"/>
                <a:cs typeface="Calibri"/>
              </a:rPr>
              <a:t> as of 14 March 2022. </a:t>
            </a:r>
            <a:endParaRPr lang="en-US" sz="1000">
              <a:solidFill>
                <a:schemeClr val="tx1">
                  <a:lumMod val="65000"/>
                  <a:lumOff val="35000"/>
                </a:schemeClr>
              </a:solidFill>
              <a:latin typeface="Segoe UI Light"/>
            </a:endParaRPr>
          </a:p>
        </p:txBody>
      </p:sp>
      <p:sp>
        <p:nvSpPr>
          <p:cNvPr id="11" name="TextBox 10">
            <a:extLst>
              <a:ext uri="{FF2B5EF4-FFF2-40B4-BE49-F238E27FC236}">
                <a16:creationId xmlns:a16="http://schemas.microsoft.com/office/drawing/2014/main" id="{349C726F-08F9-3D0B-DA8D-F7DF6BF706F6}"/>
              </a:ext>
            </a:extLst>
          </p:cNvPr>
          <p:cNvSpPr txBox="1"/>
          <p:nvPr/>
        </p:nvSpPr>
        <p:spPr>
          <a:xfrm>
            <a:off x="8425996" y="6345909"/>
            <a:ext cx="3539745" cy="246221"/>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a:solidFill>
                  <a:schemeClr val="tx1">
                    <a:lumMod val="65000"/>
                    <a:lumOff val="35000"/>
                  </a:schemeClr>
                </a:solidFill>
                <a:latin typeface="Segoe UI Light"/>
                <a:cs typeface="Calibri"/>
              </a:rPr>
              <a:t>For use in the 2023 UBS IB Development Challenge only</a:t>
            </a:r>
          </a:p>
        </p:txBody>
      </p:sp>
      <p:sp>
        <p:nvSpPr>
          <p:cNvPr id="12" name="Slide Number Placeholder 11">
            <a:extLst>
              <a:ext uri="{FF2B5EF4-FFF2-40B4-BE49-F238E27FC236}">
                <a16:creationId xmlns:a16="http://schemas.microsoft.com/office/drawing/2014/main" id="{5D987FC4-D467-32CB-C941-EFCFA69E6111}"/>
              </a:ext>
            </a:extLst>
          </p:cNvPr>
          <p:cNvSpPr>
            <a:spLocks noGrp="1"/>
          </p:cNvSpPr>
          <p:nvPr>
            <p:ph type="sldNum" sz="quarter" idx="12"/>
          </p:nvPr>
        </p:nvSpPr>
        <p:spPr>
          <a:xfrm>
            <a:off x="9217240" y="6282370"/>
            <a:ext cx="2743200" cy="365125"/>
          </a:xfrm>
        </p:spPr>
        <p:txBody>
          <a:bodyPr/>
          <a:lstStyle/>
          <a:p>
            <a:fld id="{330EA680-D336-4FF7-8B7A-9848BB0A1C32}" type="slidenum">
              <a:rPr lang="en-US" sz="1000" b="1" dirty="0" smtClean="0">
                <a:latin typeface="Segoe UI Light"/>
                <a:cs typeface="Segoe UI Light"/>
              </a:rPr>
              <a:t>3</a:t>
            </a:fld>
            <a:endParaRPr lang="en-US" sz="1000" b="1">
              <a:latin typeface="Segoe UI Light"/>
              <a:cs typeface="Segoe UI Light"/>
            </a:endParaRPr>
          </a:p>
        </p:txBody>
      </p:sp>
      <p:sp>
        <p:nvSpPr>
          <p:cNvPr id="8" name="TextBox 7">
            <a:extLst>
              <a:ext uri="{FF2B5EF4-FFF2-40B4-BE49-F238E27FC236}">
                <a16:creationId xmlns:a16="http://schemas.microsoft.com/office/drawing/2014/main" id="{980F5F14-3970-9AA3-E405-DC82E9CC153A}"/>
              </a:ext>
            </a:extLst>
          </p:cNvPr>
          <p:cNvSpPr txBox="1"/>
          <p:nvPr/>
        </p:nvSpPr>
        <p:spPr>
          <a:xfrm>
            <a:off x="300038" y="1347238"/>
            <a:ext cx="3992604"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b="1">
                <a:latin typeface="Segoe UI"/>
              </a:rPr>
              <a:t>Share Price Performance (A$) - Last 3 years</a:t>
            </a:r>
            <a:endParaRPr lang="en-US" sz="1200"/>
          </a:p>
        </p:txBody>
      </p:sp>
      <p:sp>
        <p:nvSpPr>
          <p:cNvPr id="30" name="TextBox 29">
            <a:extLst>
              <a:ext uri="{FF2B5EF4-FFF2-40B4-BE49-F238E27FC236}">
                <a16:creationId xmlns:a16="http://schemas.microsoft.com/office/drawing/2014/main" id="{0CE58955-429F-C1D9-091D-A5356CCA302F}"/>
              </a:ext>
            </a:extLst>
          </p:cNvPr>
          <p:cNvSpPr txBox="1"/>
          <p:nvPr/>
        </p:nvSpPr>
        <p:spPr>
          <a:xfrm>
            <a:off x="261960" y="4016803"/>
            <a:ext cx="3462844"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b="1">
                <a:latin typeface="Segoe UI"/>
              </a:rPr>
              <a:t>Commentary</a:t>
            </a:r>
            <a:endParaRPr lang="en-US" sz="1200"/>
          </a:p>
        </p:txBody>
      </p:sp>
      <p:pic>
        <p:nvPicPr>
          <p:cNvPr id="16" name="Picture 15" descr="Background pattern&#10;&#10;Description automatically generated">
            <a:extLst>
              <a:ext uri="{FF2B5EF4-FFF2-40B4-BE49-F238E27FC236}">
                <a16:creationId xmlns:a16="http://schemas.microsoft.com/office/drawing/2014/main" id="{ECC6674F-DD93-9483-986C-38CBB8ED1AD5}"/>
              </a:ext>
            </a:extLst>
          </p:cNvPr>
          <p:cNvPicPr>
            <a:picLocks noChangeAspect="1"/>
          </p:cNvPicPr>
          <p:nvPr/>
        </p:nvPicPr>
        <p:blipFill>
          <a:blip r:embed="rId5"/>
          <a:stretch>
            <a:fillRect/>
          </a:stretch>
        </p:blipFill>
        <p:spPr>
          <a:xfrm>
            <a:off x="7920758" y="5678053"/>
            <a:ext cx="397165" cy="223983"/>
          </a:xfrm>
          <a:prstGeom prst="rect">
            <a:avLst/>
          </a:prstGeom>
        </p:spPr>
      </p:pic>
      <p:cxnSp>
        <p:nvCxnSpPr>
          <p:cNvPr id="13" name="Straight Arrow Connector 12">
            <a:extLst>
              <a:ext uri="{FF2B5EF4-FFF2-40B4-BE49-F238E27FC236}">
                <a16:creationId xmlns:a16="http://schemas.microsoft.com/office/drawing/2014/main" id="{EC9705B3-6497-32AD-EFBF-73B012885F6C}"/>
              </a:ext>
            </a:extLst>
          </p:cNvPr>
          <p:cNvCxnSpPr/>
          <p:nvPr/>
        </p:nvCxnSpPr>
        <p:spPr>
          <a:xfrm flipV="1">
            <a:off x="385619" y="763156"/>
            <a:ext cx="11178308" cy="43872"/>
          </a:xfrm>
          <a:prstGeom prst="straightConnector1">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Title 2">
            <a:extLst>
              <a:ext uri="{FF2B5EF4-FFF2-40B4-BE49-F238E27FC236}">
                <a16:creationId xmlns:a16="http://schemas.microsoft.com/office/drawing/2014/main" id="{9E7075FD-BB39-E1D1-B9CB-6F5000CB73E0}"/>
              </a:ext>
            </a:extLst>
          </p:cNvPr>
          <p:cNvSpPr txBox="1">
            <a:spLocks/>
          </p:cNvSpPr>
          <p:nvPr/>
        </p:nvSpPr>
        <p:spPr>
          <a:xfrm>
            <a:off x="300038" y="328349"/>
            <a:ext cx="9065635" cy="40636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AU" sz="3200">
                <a:latin typeface="Segoe UI Light"/>
                <a:cs typeface="Calibri"/>
              </a:rPr>
              <a:t>Situation Overview</a:t>
            </a:r>
          </a:p>
        </p:txBody>
      </p:sp>
      <p:sp>
        <p:nvSpPr>
          <p:cNvPr id="18" name="TextBox 17">
            <a:extLst>
              <a:ext uri="{FF2B5EF4-FFF2-40B4-BE49-F238E27FC236}">
                <a16:creationId xmlns:a16="http://schemas.microsoft.com/office/drawing/2014/main" id="{650D82AB-48EF-7F08-ACDA-9B6C658517C7}"/>
              </a:ext>
            </a:extLst>
          </p:cNvPr>
          <p:cNvSpPr txBox="1"/>
          <p:nvPr/>
        </p:nvSpPr>
        <p:spPr>
          <a:xfrm>
            <a:off x="307355" y="837382"/>
            <a:ext cx="10852727" cy="369332"/>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a:solidFill>
                  <a:srgbClr val="FF0000"/>
                </a:solidFill>
                <a:latin typeface="Segoe UI Semilight"/>
                <a:cs typeface="Segoe UI Light"/>
              </a:rPr>
              <a:t>Virtus’ share price is currently at an all-time high amidst the ongoing bidding war between BGH and </a:t>
            </a:r>
            <a:r>
              <a:rPr lang="en-GB" err="1">
                <a:solidFill>
                  <a:srgbClr val="FF0000"/>
                </a:solidFill>
                <a:latin typeface="Segoe UI Semilight"/>
                <a:cs typeface="Segoe UI Light"/>
              </a:rPr>
              <a:t>CapVest</a:t>
            </a:r>
            <a:endParaRPr lang="en-GB">
              <a:solidFill>
                <a:srgbClr val="FF0000"/>
              </a:solidFill>
              <a:latin typeface="Segoe UI Semilight"/>
              <a:cs typeface="Segoe UI Light"/>
            </a:endParaRPr>
          </a:p>
        </p:txBody>
      </p:sp>
      <p:sp>
        <p:nvSpPr>
          <p:cNvPr id="2" name="Rectangle 1">
            <a:extLst>
              <a:ext uri="{FF2B5EF4-FFF2-40B4-BE49-F238E27FC236}">
                <a16:creationId xmlns:a16="http://schemas.microsoft.com/office/drawing/2014/main" id="{1619B0D8-32C4-819E-F1E5-0F364BDFD7D6}"/>
              </a:ext>
            </a:extLst>
          </p:cNvPr>
          <p:cNvSpPr/>
          <p:nvPr/>
        </p:nvSpPr>
        <p:spPr>
          <a:xfrm>
            <a:off x="-3134738" y="768911"/>
            <a:ext cx="3099486" cy="113270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200">
                <a:cs typeface="Calibri"/>
              </a:rPr>
              <a:t>AP - Change graph to formatted from excel; change x-axis formatting to mmm-</a:t>
            </a:r>
            <a:r>
              <a:rPr lang="en-US" sz="1200" err="1">
                <a:cs typeface="Calibri"/>
              </a:rPr>
              <a:t>yy</a:t>
            </a:r>
            <a:r>
              <a:rPr lang="en-US" sz="1200">
                <a:cs typeface="Calibri"/>
              </a:rPr>
              <a:t>; Inc font size of callouts</a:t>
            </a:r>
            <a:endParaRPr lang="en-US">
              <a:cs typeface="Calibri"/>
            </a:endParaRPr>
          </a:p>
          <a:p>
            <a:pPr algn="ctr"/>
            <a:r>
              <a:rPr lang="en-US" sz="1200">
                <a:cs typeface="Calibri"/>
              </a:rPr>
              <a:t>JR - I have sent an excel doc with graph info to the chat</a:t>
            </a:r>
          </a:p>
        </p:txBody>
      </p:sp>
      <p:sp>
        <p:nvSpPr>
          <p:cNvPr id="4" name="Rectangle 3">
            <a:extLst>
              <a:ext uri="{FF2B5EF4-FFF2-40B4-BE49-F238E27FC236}">
                <a16:creationId xmlns:a16="http://schemas.microsoft.com/office/drawing/2014/main" id="{DE6FA5E7-64E4-EA64-F561-2CAA07B56D1C}"/>
              </a:ext>
            </a:extLst>
          </p:cNvPr>
          <p:cNvSpPr/>
          <p:nvPr/>
        </p:nvSpPr>
        <p:spPr>
          <a:xfrm>
            <a:off x="12192593" y="-61088"/>
            <a:ext cx="5261036" cy="574512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200">
                <a:cs typeface="Calibri"/>
              </a:rPr>
              <a:t>Timeline – Key events</a:t>
            </a:r>
          </a:p>
          <a:p>
            <a:pPr marL="228600" indent="-228600">
              <a:buAutoNum type="arabicPeriod"/>
            </a:pPr>
            <a:r>
              <a:rPr lang="en-US" sz="1200">
                <a:cs typeface="Calibri"/>
              </a:rPr>
              <a:t>Covid Impact point</a:t>
            </a:r>
          </a:p>
          <a:p>
            <a:pPr marL="228600" indent="-228600">
              <a:buAutoNum type="arabicPeriod"/>
            </a:pPr>
            <a:r>
              <a:rPr lang="en-US" sz="1200">
                <a:cs typeface="Calibri"/>
              </a:rPr>
              <a:t>14-Dec-21: Virtus receives unsolicited, NBII from BGH</a:t>
            </a:r>
            <a:endParaRPr lang="en-US"/>
          </a:p>
          <a:p>
            <a:pPr marL="228600" indent="-228600">
              <a:buAutoNum type="arabicPeriod"/>
            </a:pPr>
            <a:r>
              <a:rPr lang="en-US" sz="1200">
                <a:cs typeface="Calibri"/>
              </a:rPr>
              <a:t>20/01/2022: </a:t>
            </a:r>
            <a:r>
              <a:rPr lang="en-US" sz="1200" err="1">
                <a:cs typeface="Calibri"/>
              </a:rPr>
              <a:t>CapVest</a:t>
            </a:r>
            <a:r>
              <a:rPr lang="en-US" sz="1200">
                <a:cs typeface="Calibri"/>
              </a:rPr>
              <a:t> initial offer and exclusive DD granted</a:t>
            </a:r>
          </a:p>
          <a:p>
            <a:pPr marL="228600" indent="-228600">
              <a:buAutoNum type="arabicPeriod"/>
            </a:pPr>
            <a:r>
              <a:rPr lang="en-US" sz="1200">
                <a:cs typeface="Calibri"/>
              </a:rPr>
              <a:t>02/02/2022: BGH appeals to Australian government takeover panel (AGTP)</a:t>
            </a:r>
          </a:p>
          <a:p>
            <a:pPr marL="228600" indent="-228600">
              <a:buAutoNum type="arabicPeriod"/>
            </a:pPr>
            <a:r>
              <a:rPr lang="en-US" sz="1200">
                <a:cs typeface="Calibri"/>
              </a:rPr>
              <a:t>23/02/2022: AGTP declares </a:t>
            </a:r>
            <a:r>
              <a:rPr lang="en-US" sz="1200" err="1">
                <a:cs typeface="Calibri"/>
              </a:rPr>
              <a:t>CapVest</a:t>
            </a:r>
            <a:r>
              <a:rPr lang="en-US" sz="1200">
                <a:cs typeface="Calibri"/>
              </a:rPr>
              <a:t> bid </a:t>
            </a:r>
            <a:r>
              <a:rPr lang="en-US" sz="1200" err="1">
                <a:cs typeface="Calibri"/>
              </a:rPr>
              <a:t>unnaceptable</a:t>
            </a:r>
            <a:endParaRPr lang="en-US" sz="1200">
              <a:cs typeface="Calibri"/>
            </a:endParaRPr>
          </a:p>
          <a:p>
            <a:pPr marL="228600" indent="-228600">
              <a:buAutoNum type="arabicPeriod"/>
            </a:pPr>
            <a:r>
              <a:rPr lang="en-US" sz="1200">
                <a:cs typeface="Calibri"/>
              </a:rPr>
              <a:t>28/02/2022: BGH updates NBII offer</a:t>
            </a:r>
          </a:p>
          <a:p>
            <a:pPr marL="228600" indent="-228600">
              <a:buAutoNum type="arabicPeriod"/>
            </a:pPr>
            <a:r>
              <a:rPr lang="en-US" sz="1200">
                <a:cs typeface="Calibri"/>
              </a:rPr>
              <a:t>01/03/2022: </a:t>
            </a:r>
            <a:r>
              <a:rPr lang="en-US" sz="1200" err="1">
                <a:cs typeface="Calibri"/>
              </a:rPr>
              <a:t>Capvest</a:t>
            </a:r>
            <a:r>
              <a:rPr lang="en-US" sz="1200">
                <a:cs typeface="Calibri"/>
              </a:rPr>
              <a:t> tables improved offer</a:t>
            </a:r>
          </a:p>
          <a:p>
            <a:pPr marL="228600" indent="-228600">
              <a:buAutoNum type="arabicPeriod"/>
            </a:pPr>
            <a:r>
              <a:rPr lang="en-US" sz="1200">
                <a:cs typeface="Calibri"/>
              </a:rPr>
              <a:t>04/03/2022: BGH submits another appeal to AGTP</a:t>
            </a:r>
          </a:p>
          <a:p>
            <a:pPr marL="228600" indent="-228600">
              <a:buAutoNum type="arabicPeriod"/>
            </a:pPr>
            <a:r>
              <a:rPr lang="en-US" sz="1200">
                <a:cs typeface="Calibri"/>
              </a:rPr>
              <a:t>10/03/2022: AGTP concludes no declaration of unacceptable circumstances – </a:t>
            </a:r>
            <a:r>
              <a:rPr lang="en-US" sz="1200" err="1">
                <a:cs typeface="Calibri"/>
              </a:rPr>
              <a:t>CapVest</a:t>
            </a:r>
            <a:r>
              <a:rPr lang="en-US" sz="1200">
                <a:cs typeface="Calibri"/>
              </a:rPr>
              <a:t> bid becomes live again</a:t>
            </a:r>
          </a:p>
          <a:p>
            <a:pPr marL="228600" indent="-228600">
              <a:buAutoNum type="arabicPeriod"/>
            </a:pPr>
            <a:r>
              <a:rPr lang="en-US" sz="1200">
                <a:cs typeface="Calibri"/>
              </a:rPr>
              <a:t>1/03/2022: Virtus enters into BID with </a:t>
            </a:r>
            <a:r>
              <a:rPr lang="en-US" sz="1200" err="1">
                <a:cs typeface="Calibri"/>
              </a:rPr>
              <a:t>CapVest</a:t>
            </a:r>
            <a:r>
              <a:rPr lang="en-US" sz="1200">
                <a:cs typeface="Calibri"/>
              </a:rPr>
              <a:t> at improved price following updated offer</a:t>
            </a:r>
          </a:p>
          <a:p>
            <a:endParaRPr lang="en-US" sz="1200">
              <a:cs typeface="Calibri"/>
            </a:endParaRPr>
          </a:p>
          <a:p>
            <a:pPr marL="171450" indent="-171450">
              <a:buFont typeface="Arial,Sans-Serif"/>
              <a:buChar char="•"/>
            </a:pPr>
            <a:r>
              <a:rPr lang="en-US" sz="1200">
                <a:cs typeface="Calibri"/>
              </a:rPr>
              <a:t>I know 10 may seem like a lot, but some don't need much info – if we really need to cut some, we could combine points 4&amp;5, 8&amp;9 as they are linked</a:t>
            </a:r>
          </a:p>
          <a:p>
            <a:pPr marL="171450" indent="-171450">
              <a:buFont typeface="Arial,Sans-Serif"/>
              <a:buChar char="•"/>
            </a:pPr>
            <a:r>
              <a:rPr lang="en-US" sz="1200">
                <a:cs typeface="Calibri"/>
              </a:rPr>
              <a:t>I also don't think we need full sentences – maybe we put the dates near the numbered dot points on the graph</a:t>
            </a:r>
          </a:p>
          <a:p>
            <a:pPr marL="171450" indent="-171450">
              <a:buFont typeface="Arial,Sans-Serif"/>
              <a:buChar char="•"/>
            </a:pPr>
            <a:r>
              <a:rPr lang="en-US" sz="1200">
                <a:cs typeface="Calibri"/>
              </a:rPr>
              <a:t>Key info for each point is:</a:t>
            </a:r>
          </a:p>
          <a:p>
            <a:pPr marL="628650" lvl="1" indent="-171450">
              <a:buFont typeface="Arial,Sans-Serif"/>
              <a:buChar char="•"/>
            </a:pPr>
            <a:r>
              <a:rPr lang="en-US" sz="1200">
                <a:cs typeface="Calibri"/>
              </a:rPr>
              <a:t>Price (scheme &amp; arrangement)</a:t>
            </a:r>
          </a:p>
          <a:p>
            <a:pPr marL="628650" lvl="1" indent="-171450">
              <a:buFont typeface="Arial,Sans-Serif"/>
              <a:buChar char="•"/>
            </a:pPr>
            <a:r>
              <a:rPr lang="en-US" sz="1200">
                <a:cs typeface="Calibri"/>
              </a:rPr>
              <a:t>Premium to undisturbed for first and last offers</a:t>
            </a:r>
          </a:p>
          <a:p>
            <a:pPr marL="628650" lvl="1" indent="-171450">
              <a:buFont typeface="Arial,Sans-Serif"/>
              <a:buChar char="•"/>
            </a:pPr>
            <a:r>
              <a:rPr lang="en-US" sz="1200">
                <a:cs typeface="Calibri"/>
              </a:rPr>
              <a:t>Important clauses / reasoning – e.g. exclusive DD granted, why AGTP declared bid acceptable / unacceptable</a:t>
            </a:r>
          </a:p>
          <a:p>
            <a:pPr marL="742950" indent="-285750">
              <a:buFont typeface="Arial"/>
              <a:buChar char="•"/>
            </a:pPr>
            <a:r>
              <a:rPr lang="en-US" sz="1200">
                <a:cs typeface="Calibri"/>
              </a:rPr>
              <a:t>Note we can talk to these points in more detail in the presentation, and some of these points will be explored further in our strategy / deal structure</a:t>
            </a:r>
          </a:p>
          <a:p>
            <a:pPr marL="742950" indent="-285750">
              <a:buFont typeface="Arial"/>
              <a:buChar char="•"/>
            </a:pPr>
            <a:r>
              <a:rPr lang="en-US" sz="1200">
                <a:cs typeface="Calibri"/>
              </a:rPr>
              <a:t>Think of this slide as an improved version of the timeline they gave us in our info booklet, with a share price graph</a:t>
            </a:r>
          </a:p>
          <a:p>
            <a:pPr marL="742950" indent="-285750">
              <a:buFont typeface="Arial"/>
              <a:buChar char="•"/>
            </a:pPr>
            <a:r>
              <a:rPr lang="en-US" sz="1200">
                <a:cs typeface="Calibri"/>
              </a:rPr>
              <a:t>Also please check sources </a:t>
            </a:r>
            <a:endParaRPr lang="en-US"/>
          </a:p>
        </p:txBody>
      </p:sp>
      <p:sp>
        <p:nvSpPr>
          <p:cNvPr id="5" name="Rectangle 4">
            <a:extLst>
              <a:ext uri="{FF2B5EF4-FFF2-40B4-BE49-F238E27FC236}">
                <a16:creationId xmlns:a16="http://schemas.microsoft.com/office/drawing/2014/main" id="{D63F2D4D-1490-219F-2C41-6F1216D6A6B7}"/>
              </a:ext>
            </a:extLst>
          </p:cNvPr>
          <p:cNvSpPr/>
          <p:nvPr/>
        </p:nvSpPr>
        <p:spPr>
          <a:xfrm>
            <a:off x="-1778742" y="28620"/>
            <a:ext cx="1744870" cy="706782"/>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cs typeface="Calibri"/>
              </a:rPr>
              <a:t>Lead: Harley  Support: Jason</a:t>
            </a:r>
            <a:endParaRPr lang="en-US"/>
          </a:p>
        </p:txBody>
      </p:sp>
      <p:sp>
        <p:nvSpPr>
          <p:cNvPr id="20" name="Oval 19">
            <a:extLst>
              <a:ext uri="{FF2B5EF4-FFF2-40B4-BE49-F238E27FC236}">
                <a16:creationId xmlns:a16="http://schemas.microsoft.com/office/drawing/2014/main" id="{74F5A526-0DA4-3D0D-FF2E-62BE25C1F914}"/>
              </a:ext>
            </a:extLst>
          </p:cNvPr>
          <p:cNvSpPr/>
          <p:nvPr/>
        </p:nvSpPr>
        <p:spPr>
          <a:xfrm>
            <a:off x="260479" y="4434003"/>
            <a:ext cx="344196" cy="337457"/>
          </a:xfrm>
          <a:prstGeom prst="ellipse">
            <a:avLst/>
          </a:prstGeom>
          <a:solidFill>
            <a:srgbClr val="494E4E"/>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000">
                <a:latin typeface="Arial"/>
                <a:cs typeface="Calibri"/>
              </a:rPr>
              <a:t>1</a:t>
            </a:r>
          </a:p>
        </p:txBody>
      </p:sp>
      <p:sp>
        <p:nvSpPr>
          <p:cNvPr id="21" name="Oval 20">
            <a:extLst>
              <a:ext uri="{FF2B5EF4-FFF2-40B4-BE49-F238E27FC236}">
                <a16:creationId xmlns:a16="http://schemas.microsoft.com/office/drawing/2014/main" id="{41EF1B78-E3FE-940B-B517-CB767D7738DF}"/>
              </a:ext>
            </a:extLst>
          </p:cNvPr>
          <p:cNvSpPr/>
          <p:nvPr/>
        </p:nvSpPr>
        <p:spPr>
          <a:xfrm>
            <a:off x="260479" y="5308345"/>
            <a:ext cx="344196" cy="337457"/>
          </a:xfrm>
          <a:prstGeom prst="ellipse">
            <a:avLst/>
          </a:prstGeom>
          <a:solidFill>
            <a:srgbClr val="494E4E"/>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000">
                <a:latin typeface="Arial"/>
                <a:cs typeface="Calibri"/>
              </a:rPr>
              <a:t>2</a:t>
            </a:r>
          </a:p>
        </p:txBody>
      </p:sp>
      <p:sp>
        <p:nvSpPr>
          <p:cNvPr id="22" name="Oval 21">
            <a:extLst>
              <a:ext uri="{FF2B5EF4-FFF2-40B4-BE49-F238E27FC236}">
                <a16:creationId xmlns:a16="http://schemas.microsoft.com/office/drawing/2014/main" id="{23DA208E-25DF-93DB-2B7F-7A0D3B02CE84}"/>
              </a:ext>
            </a:extLst>
          </p:cNvPr>
          <p:cNvSpPr/>
          <p:nvPr/>
        </p:nvSpPr>
        <p:spPr>
          <a:xfrm>
            <a:off x="3019956" y="4439737"/>
            <a:ext cx="344196" cy="337457"/>
          </a:xfrm>
          <a:prstGeom prst="ellipse">
            <a:avLst/>
          </a:prstGeom>
          <a:solidFill>
            <a:srgbClr val="494E4E"/>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000">
                <a:latin typeface="Arial"/>
                <a:cs typeface="Calibri"/>
              </a:rPr>
              <a:t>3</a:t>
            </a:r>
          </a:p>
        </p:txBody>
      </p:sp>
      <p:sp>
        <p:nvSpPr>
          <p:cNvPr id="23" name="Oval 22">
            <a:extLst>
              <a:ext uri="{FF2B5EF4-FFF2-40B4-BE49-F238E27FC236}">
                <a16:creationId xmlns:a16="http://schemas.microsoft.com/office/drawing/2014/main" id="{B31BE8BC-E8A2-FBC4-4B15-E38853CA5807}"/>
              </a:ext>
            </a:extLst>
          </p:cNvPr>
          <p:cNvSpPr/>
          <p:nvPr/>
        </p:nvSpPr>
        <p:spPr>
          <a:xfrm>
            <a:off x="3019956" y="5316857"/>
            <a:ext cx="344196" cy="337457"/>
          </a:xfrm>
          <a:prstGeom prst="ellipse">
            <a:avLst/>
          </a:prstGeom>
          <a:solidFill>
            <a:srgbClr val="494E4E"/>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000">
                <a:latin typeface="Arial"/>
                <a:cs typeface="Calibri"/>
              </a:rPr>
              <a:t>4</a:t>
            </a:r>
          </a:p>
        </p:txBody>
      </p:sp>
      <p:sp>
        <p:nvSpPr>
          <p:cNvPr id="24" name="Oval 23">
            <a:extLst>
              <a:ext uri="{FF2B5EF4-FFF2-40B4-BE49-F238E27FC236}">
                <a16:creationId xmlns:a16="http://schemas.microsoft.com/office/drawing/2014/main" id="{5174C567-6E79-81AE-545B-A9E886AC6C0C}"/>
              </a:ext>
            </a:extLst>
          </p:cNvPr>
          <p:cNvSpPr/>
          <p:nvPr/>
        </p:nvSpPr>
        <p:spPr>
          <a:xfrm>
            <a:off x="9051487" y="4430138"/>
            <a:ext cx="344196" cy="337457"/>
          </a:xfrm>
          <a:prstGeom prst="ellipse">
            <a:avLst/>
          </a:prstGeom>
          <a:solidFill>
            <a:srgbClr val="494E4E"/>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000">
                <a:latin typeface="Arial"/>
                <a:cs typeface="Calibri"/>
              </a:rPr>
              <a:t>7</a:t>
            </a:r>
          </a:p>
        </p:txBody>
      </p:sp>
      <p:sp>
        <p:nvSpPr>
          <p:cNvPr id="25" name="Oval 24">
            <a:extLst>
              <a:ext uri="{FF2B5EF4-FFF2-40B4-BE49-F238E27FC236}">
                <a16:creationId xmlns:a16="http://schemas.microsoft.com/office/drawing/2014/main" id="{D2FE7E54-022B-E9C4-2774-9B32A34EEFFC}"/>
              </a:ext>
            </a:extLst>
          </p:cNvPr>
          <p:cNvSpPr/>
          <p:nvPr/>
        </p:nvSpPr>
        <p:spPr>
          <a:xfrm>
            <a:off x="6095646" y="5308344"/>
            <a:ext cx="344196" cy="337457"/>
          </a:xfrm>
          <a:prstGeom prst="ellipse">
            <a:avLst/>
          </a:prstGeom>
          <a:solidFill>
            <a:srgbClr val="494E4E"/>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000">
                <a:latin typeface="Arial"/>
                <a:cs typeface="Calibri"/>
              </a:rPr>
              <a:t>6</a:t>
            </a:r>
          </a:p>
        </p:txBody>
      </p:sp>
      <p:sp>
        <p:nvSpPr>
          <p:cNvPr id="27" name="Oval 26">
            <a:extLst>
              <a:ext uri="{FF2B5EF4-FFF2-40B4-BE49-F238E27FC236}">
                <a16:creationId xmlns:a16="http://schemas.microsoft.com/office/drawing/2014/main" id="{B0A20DFD-EA3F-FFE8-D0B2-7C7315A3820C}"/>
              </a:ext>
            </a:extLst>
          </p:cNvPr>
          <p:cNvSpPr/>
          <p:nvPr/>
        </p:nvSpPr>
        <p:spPr>
          <a:xfrm>
            <a:off x="6078681" y="4445186"/>
            <a:ext cx="344196" cy="337457"/>
          </a:xfrm>
          <a:prstGeom prst="ellipse">
            <a:avLst/>
          </a:prstGeom>
          <a:solidFill>
            <a:srgbClr val="494E4E"/>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000">
                <a:latin typeface="Arial"/>
                <a:cs typeface="Calibri"/>
              </a:rPr>
              <a:t>5</a:t>
            </a:r>
          </a:p>
        </p:txBody>
      </p:sp>
      <p:sp>
        <p:nvSpPr>
          <p:cNvPr id="29" name="Oval 28">
            <a:extLst>
              <a:ext uri="{FF2B5EF4-FFF2-40B4-BE49-F238E27FC236}">
                <a16:creationId xmlns:a16="http://schemas.microsoft.com/office/drawing/2014/main" id="{FDB8673A-579A-74E3-03E0-AD722A8A207B}"/>
              </a:ext>
            </a:extLst>
          </p:cNvPr>
          <p:cNvSpPr/>
          <p:nvPr/>
        </p:nvSpPr>
        <p:spPr>
          <a:xfrm>
            <a:off x="9051487" y="5308344"/>
            <a:ext cx="344196" cy="337457"/>
          </a:xfrm>
          <a:prstGeom prst="ellipse">
            <a:avLst/>
          </a:prstGeom>
          <a:solidFill>
            <a:srgbClr val="494E4E"/>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000">
                <a:latin typeface="Arial"/>
                <a:cs typeface="Calibri"/>
              </a:rPr>
              <a:t>8</a:t>
            </a:r>
          </a:p>
        </p:txBody>
      </p:sp>
      <p:sp>
        <p:nvSpPr>
          <p:cNvPr id="43" name="TextBox 42">
            <a:extLst>
              <a:ext uri="{FF2B5EF4-FFF2-40B4-BE49-F238E27FC236}">
                <a16:creationId xmlns:a16="http://schemas.microsoft.com/office/drawing/2014/main" id="{0F75D1E2-59C5-9A5A-825F-810D62D2850A}"/>
              </a:ext>
            </a:extLst>
          </p:cNvPr>
          <p:cNvSpPr txBox="1"/>
          <p:nvPr/>
        </p:nvSpPr>
        <p:spPr>
          <a:xfrm>
            <a:off x="656276" y="5246386"/>
            <a:ext cx="2229733" cy="861774"/>
          </a:xfrm>
          <a:prstGeom prst="rect">
            <a:avLst/>
          </a:prstGeom>
          <a:noFill/>
        </p:spPr>
        <p:txBody>
          <a:bodyPr wrap="square" lIns="91440" tIns="45720" rIns="91440" bIns="45720" rtlCol="0" anchor="t">
            <a:spAutoFit/>
          </a:bodyPr>
          <a:lstStyle/>
          <a:p>
            <a:r>
              <a:rPr lang="en-GB" sz="1000">
                <a:latin typeface="Calibri Light"/>
                <a:ea typeface="Segoe UI Historic"/>
                <a:cs typeface="Segoe UI Light"/>
              </a:rPr>
              <a:t>BGH acquired 19.99% stake in VRT at </a:t>
            </a:r>
            <a:r>
              <a:rPr lang="en-GB" sz="1000" b="1">
                <a:latin typeface="Calibri Light"/>
                <a:ea typeface="Segoe UI Historic"/>
                <a:cs typeface="Segoe UI Light"/>
              </a:rPr>
              <a:t>A$7.10</a:t>
            </a:r>
            <a:r>
              <a:rPr lang="en-GB" sz="1000">
                <a:latin typeface="Calibri Light"/>
                <a:ea typeface="Segoe UI Historic"/>
                <a:cs typeface="Segoe UI Light"/>
              </a:rPr>
              <a:t>; a </a:t>
            </a:r>
            <a:r>
              <a:rPr lang="en-GB" sz="1000" b="1">
                <a:latin typeface="Calibri Light"/>
                <a:ea typeface="Segoe UI Historic"/>
                <a:cs typeface="Segoe UI Light"/>
              </a:rPr>
              <a:t>36% </a:t>
            </a:r>
            <a:r>
              <a:rPr lang="en-GB" sz="1000">
                <a:latin typeface="Calibri Light"/>
                <a:ea typeface="Segoe UI Historic"/>
                <a:cs typeface="Segoe UI Light"/>
              </a:rPr>
              <a:t>premium to the undisturbed close. The next day they submitted a NBIO to acquire 100% of VRT shares via a scheme.</a:t>
            </a:r>
            <a:endParaRPr lang="en-GB" sz="1000" b="0">
              <a:latin typeface="Calibri Light"/>
              <a:ea typeface="Segoe UI Historic"/>
              <a:cs typeface="Segoe UI Light"/>
            </a:endParaRPr>
          </a:p>
        </p:txBody>
      </p:sp>
      <p:sp>
        <p:nvSpPr>
          <p:cNvPr id="7" name="Rectangle 6">
            <a:extLst>
              <a:ext uri="{FF2B5EF4-FFF2-40B4-BE49-F238E27FC236}">
                <a16:creationId xmlns:a16="http://schemas.microsoft.com/office/drawing/2014/main" id="{F9C818E5-9EA3-DBC8-217D-BBE4C421BBEB}"/>
              </a:ext>
            </a:extLst>
          </p:cNvPr>
          <p:cNvSpPr/>
          <p:nvPr/>
        </p:nvSpPr>
        <p:spPr>
          <a:xfrm>
            <a:off x="-3095154" y="2362184"/>
            <a:ext cx="3099486" cy="113270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200">
                <a:cs typeface="Calibri"/>
              </a:rPr>
              <a:t>JR -  I was looking at SP history – can someone pls find out why they dropped from ~$7.40 in Aug-21 to $5 by Dec-21?</a:t>
            </a:r>
          </a:p>
          <a:p>
            <a:pPr algn="ctr"/>
            <a:r>
              <a:rPr lang="en-US" sz="1200">
                <a:cs typeface="Calibri"/>
              </a:rPr>
              <a:t>Really important for context of BGH's first bid timing and price</a:t>
            </a:r>
          </a:p>
        </p:txBody>
      </p:sp>
      <p:sp>
        <p:nvSpPr>
          <p:cNvPr id="64" name="TextBox 63">
            <a:extLst>
              <a:ext uri="{FF2B5EF4-FFF2-40B4-BE49-F238E27FC236}">
                <a16:creationId xmlns:a16="http://schemas.microsoft.com/office/drawing/2014/main" id="{CB9ED261-A5BD-793F-201D-AFB15F0E42F6}"/>
              </a:ext>
            </a:extLst>
          </p:cNvPr>
          <p:cNvSpPr txBox="1"/>
          <p:nvPr/>
        </p:nvSpPr>
        <p:spPr>
          <a:xfrm>
            <a:off x="3479139" y="5345494"/>
            <a:ext cx="2304779" cy="707886"/>
          </a:xfrm>
          <a:prstGeom prst="rect">
            <a:avLst/>
          </a:prstGeom>
          <a:noFill/>
        </p:spPr>
        <p:txBody>
          <a:bodyPr wrap="square" lIns="91440" tIns="45720" rIns="91440" bIns="45720" rtlCol="0" anchor="t">
            <a:spAutoFit/>
          </a:bodyPr>
          <a:lstStyle/>
          <a:p>
            <a:r>
              <a:rPr lang="en-GB" sz="1000">
                <a:latin typeface="Calibri Light"/>
                <a:ea typeface="Segoe UI Historic"/>
                <a:cs typeface="Segoe UI Light"/>
              </a:rPr>
              <a:t>BGH submitted a successful appeal to the AGTP, who found that VRT's exclusivity agreement with </a:t>
            </a:r>
            <a:r>
              <a:rPr lang="en-GB" sz="1000" err="1">
                <a:latin typeface="Calibri Light"/>
                <a:ea typeface="Segoe UI Historic"/>
                <a:cs typeface="Segoe UI Light"/>
              </a:rPr>
              <a:t>CapVest</a:t>
            </a:r>
            <a:r>
              <a:rPr lang="en-GB" sz="1000">
                <a:latin typeface="Calibri Light"/>
                <a:ea typeface="Segoe UI Historic"/>
                <a:cs typeface="Segoe UI Light"/>
              </a:rPr>
              <a:t> is unacceptable</a:t>
            </a:r>
          </a:p>
        </p:txBody>
      </p:sp>
      <p:sp>
        <p:nvSpPr>
          <p:cNvPr id="65" name="TextBox 64">
            <a:extLst>
              <a:ext uri="{FF2B5EF4-FFF2-40B4-BE49-F238E27FC236}">
                <a16:creationId xmlns:a16="http://schemas.microsoft.com/office/drawing/2014/main" id="{3CC34D2E-2DED-CB65-7403-9EF096A3C9F9}"/>
              </a:ext>
            </a:extLst>
          </p:cNvPr>
          <p:cNvSpPr txBox="1"/>
          <p:nvPr/>
        </p:nvSpPr>
        <p:spPr>
          <a:xfrm>
            <a:off x="6574319" y="4449362"/>
            <a:ext cx="2304779" cy="892552"/>
          </a:xfrm>
          <a:prstGeom prst="rect">
            <a:avLst/>
          </a:prstGeom>
          <a:noFill/>
        </p:spPr>
        <p:txBody>
          <a:bodyPr wrap="square" lIns="91440" tIns="45720" rIns="91440" bIns="45720" rtlCol="0" anchor="t">
            <a:spAutoFit/>
          </a:bodyPr>
          <a:lstStyle/>
          <a:p>
            <a:r>
              <a:rPr lang="en-AU" sz="1000">
                <a:latin typeface="Calibri Light"/>
                <a:ea typeface="+mn-lt"/>
                <a:cs typeface="+mn-lt"/>
              </a:rPr>
              <a:t>BGH submits a revised offer (</a:t>
            </a:r>
            <a:r>
              <a:rPr lang="en-AU" sz="1000" b="1">
                <a:latin typeface="Calibri Light"/>
                <a:ea typeface="+mn-lt"/>
                <a:cs typeface="+mn-lt"/>
              </a:rPr>
              <a:t>A$7.65 </a:t>
            </a:r>
            <a:r>
              <a:rPr lang="en-AU" sz="1000">
                <a:latin typeface="Calibri Light"/>
                <a:ea typeface="+mn-lt"/>
                <a:cs typeface="+mn-lt"/>
              </a:rPr>
              <a:t>scheme) which is followed the next day by a revised offer from </a:t>
            </a:r>
            <a:r>
              <a:rPr lang="en-AU" sz="1000" err="1">
                <a:latin typeface="Calibri Light"/>
                <a:ea typeface="+mn-lt"/>
                <a:cs typeface="+mn-lt"/>
              </a:rPr>
              <a:t>CapVest</a:t>
            </a:r>
            <a:r>
              <a:rPr lang="en-AU" sz="1000">
                <a:latin typeface="Calibri Light"/>
                <a:ea typeface="+mn-lt"/>
                <a:cs typeface="+mn-lt"/>
              </a:rPr>
              <a:t> (</a:t>
            </a:r>
            <a:r>
              <a:rPr lang="en-AU" sz="1000" b="1">
                <a:latin typeface="Calibri Light"/>
                <a:ea typeface="+mn-lt"/>
                <a:cs typeface="+mn-lt"/>
              </a:rPr>
              <a:t>A$7.80 </a:t>
            </a:r>
            <a:r>
              <a:rPr lang="en-AU" sz="1000">
                <a:latin typeface="Calibri Light"/>
                <a:ea typeface="+mn-lt"/>
                <a:cs typeface="+mn-lt"/>
              </a:rPr>
              <a:t>scheme and </a:t>
            </a:r>
            <a:r>
              <a:rPr lang="en-AU" sz="1000" b="1">
                <a:latin typeface="Calibri Light"/>
                <a:ea typeface="+mn-lt"/>
                <a:cs typeface="+mn-lt"/>
              </a:rPr>
              <a:t>A$7.70 </a:t>
            </a:r>
            <a:r>
              <a:rPr lang="en-AU" sz="1000">
                <a:latin typeface="Calibri Light"/>
                <a:ea typeface="+mn-lt"/>
                <a:cs typeface="+mn-lt"/>
              </a:rPr>
              <a:t>takeover)</a:t>
            </a:r>
            <a:endParaRPr lang="en-US" sz="1000">
              <a:latin typeface="Calibri Light"/>
              <a:cs typeface="Calibri" panose="020F0502020204030204"/>
            </a:endParaRPr>
          </a:p>
          <a:p>
            <a:endParaRPr lang="en-AU" sz="1200">
              <a:latin typeface="Calibri Light"/>
              <a:cs typeface="Calibri Light"/>
            </a:endParaRPr>
          </a:p>
        </p:txBody>
      </p:sp>
      <p:sp>
        <p:nvSpPr>
          <p:cNvPr id="6" name="TextBox 5">
            <a:extLst>
              <a:ext uri="{FF2B5EF4-FFF2-40B4-BE49-F238E27FC236}">
                <a16:creationId xmlns:a16="http://schemas.microsoft.com/office/drawing/2014/main" id="{E0C6B965-139D-976A-7123-BE325B6B8AA4}"/>
              </a:ext>
            </a:extLst>
          </p:cNvPr>
          <p:cNvSpPr txBox="1"/>
          <p:nvPr/>
        </p:nvSpPr>
        <p:spPr>
          <a:xfrm>
            <a:off x="3479140" y="4450721"/>
            <a:ext cx="2616506" cy="553998"/>
          </a:xfrm>
          <a:prstGeom prst="rect">
            <a:avLst/>
          </a:prstGeom>
          <a:noFill/>
        </p:spPr>
        <p:txBody>
          <a:bodyPr wrap="square" lIns="91440" tIns="45720" rIns="91440" bIns="45720" rtlCol="0" anchor="t">
            <a:spAutoFit/>
          </a:bodyPr>
          <a:lstStyle/>
          <a:p>
            <a:r>
              <a:rPr lang="en-GB" sz="1000">
                <a:latin typeface="Calibri Light"/>
                <a:ea typeface="Segoe UI Historic"/>
                <a:cs typeface="Segoe UI Light"/>
              </a:rPr>
              <a:t>VRT entered in to a Process Deed with </a:t>
            </a:r>
            <a:r>
              <a:rPr lang="en-GB" sz="1000" err="1">
                <a:latin typeface="Calibri Light"/>
                <a:ea typeface="Segoe UI Historic"/>
                <a:cs typeface="Segoe UI Light"/>
              </a:rPr>
              <a:t>CapVest</a:t>
            </a:r>
            <a:r>
              <a:rPr lang="en-GB" sz="1000">
                <a:latin typeface="Calibri Light"/>
                <a:ea typeface="Segoe UI Historic"/>
                <a:cs typeface="Segoe UI Light"/>
              </a:rPr>
              <a:t> following their offer via; (I) scheme at </a:t>
            </a:r>
            <a:r>
              <a:rPr lang="en-GB" sz="1000" b="1">
                <a:latin typeface="Calibri Light"/>
                <a:ea typeface="Segoe UI Historic"/>
                <a:cs typeface="Segoe UI Light"/>
              </a:rPr>
              <a:t>A$7.60</a:t>
            </a:r>
            <a:r>
              <a:rPr lang="en-GB" sz="1000">
                <a:latin typeface="Calibri Light"/>
                <a:ea typeface="Segoe UI Historic"/>
                <a:cs typeface="Segoe UI Light"/>
              </a:rPr>
              <a:t>; and (ii) off-market takeover at </a:t>
            </a:r>
            <a:r>
              <a:rPr lang="en-GB" sz="1000" b="1">
                <a:latin typeface="Calibri Light"/>
                <a:ea typeface="Segoe UI Historic"/>
                <a:cs typeface="Segoe UI Light"/>
              </a:rPr>
              <a:t>A$7.50</a:t>
            </a:r>
          </a:p>
        </p:txBody>
      </p:sp>
      <p:sp>
        <p:nvSpPr>
          <p:cNvPr id="14" name="TextBox 13">
            <a:extLst>
              <a:ext uri="{FF2B5EF4-FFF2-40B4-BE49-F238E27FC236}">
                <a16:creationId xmlns:a16="http://schemas.microsoft.com/office/drawing/2014/main" id="{4A362749-56B8-2537-F9A4-DAE8E151075A}"/>
              </a:ext>
            </a:extLst>
          </p:cNvPr>
          <p:cNvSpPr txBox="1"/>
          <p:nvPr/>
        </p:nvSpPr>
        <p:spPr>
          <a:xfrm>
            <a:off x="6571567" y="5377948"/>
            <a:ext cx="2442361" cy="553998"/>
          </a:xfrm>
          <a:prstGeom prst="rect">
            <a:avLst/>
          </a:prstGeom>
          <a:noFill/>
        </p:spPr>
        <p:txBody>
          <a:bodyPr wrap="square" lIns="91440" tIns="45720" rIns="91440" bIns="45720" rtlCol="0" anchor="t">
            <a:spAutoFit/>
          </a:bodyPr>
          <a:lstStyle/>
          <a:p>
            <a:r>
              <a:rPr lang="en-GB" sz="1000">
                <a:latin typeface="Calibri Light"/>
                <a:ea typeface="Segoe UI Historic"/>
                <a:cs typeface="Segoe UI Light"/>
              </a:rPr>
              <a:t>BGH submits another appeal to the AGTP which was unsuccessful after the AGTP concluded no unacceptable circumstances</a:t>
            </a:r>
          </a:p>
        </p:txBody>
      </p:sp>
      <p:sp>
        <p:nvSpPr>
          <p:cNvPr id="17" name="TextBox 16">
            <a:extLst>
              <a:ext uri="{FF2B5EF4-FFF2-40B4-BE49-F238E27FC236}">
                <a16:creationId xmlns:a16="http://schemas.microsoft.com/office/drawing/2014/main" id="{2D7EB057-9E32-8220-C31B-E38663CF9CFA}"/>
              </a:ext>
            </a:extLst>
          </p:cNvPr>
          <p:cNvSpPr txBox="1"/>
          <p:nvPr/>
        </p:nvSpPr>
        <p:spPr>
          <a:xfrm>
            <a:off x="9615548" y="5319218"/>
            <a:ext cx="2427399" cy="553998"/>
          </a:xfrm>
          <a:prstGeom prst="rect">
            <a:avLst/>
          </a:prstGeom>
          <a:noFill/>
        </p:spPr>
        <p:txBody>
          <a:bodyPr wrap="square" lIns="91440" tIns="45720" rIns="91440" bIns="45720" rtlCol="0" anchor="t">
            <a:spAutoFit/>
          </a:bodyPr>
          <a:lstStyle/>
          <a:p>
            <a:r>
              <a:rPr lang="en-GB" sz="1000">
                <a:latin typeface="Calibri Light"/>
                <a:ea typeface="Segoe UI Historic"/>
                <a:cs typeface="Segoe UI Light"/>
              </a:rPr>
              <a:t>VRT enters into binding implementation deed with </a:t>
            </a:r>
            <a:r>
              <a:rPr lang="en-GB" sz="1000" err="1">
                <a:latin typeface="Calibri Light"/>
                <a:ea typeface="Segoe UI Historic"/>
                <a:cs typeface="Segoe UI Light"/>
              </a:rPr>
              <a:t>CapVest</a:t>
            </a:r>
            <a:r>
              <a:rPr lang="en-GB" sz="1000">
                <a:latin typeface="Calibri Light"/>
                <a:ea typeface="Segoe UI Historic"/>
                <a:cs typeface="Segoe UI Light"/>
              </a:rPr>
              <a:t> following revised offer (</a:t>
            </a:r>
            <a:r>
              <a:rPr lang="en-GB" sz="1000" b="1">
                <a:latin typeface="Calibri Light"/>
                <a:ea typeface="Segoe UI Historic"/>
                <a:cs typeface="Segoe UI Light"/>
              </a:rPr>
              <a:t>A$8.25 </a:t>
            </a:r>
            <a:r>
              <a:rPr lang="en-GB" sz="1000">
                <a:latin typeface="Calibri Light"/>
                <a:ea typeface="Segoe UI Historic"/>
                <a:cs typeface="Segoe UI Light"/>
              </a:rPr>
              <a:t>scheme and </a:t>
            </a:r>
            <a:r>
              <a:rPr lang="en-GB" sz="1000" b="1">
                <a:latin typeface="Calibri Light"/>
                <a:ea typeface="Segoe UI Historic"/>
                <a:cs typeface="Segoe UI Light"/>
              </a:rPr>
              <a:t>A$8.10 </a:t>
            </a:r>
            <a:r>
              <a:rPr lang="en-GB" sz="1000">
                <a:latin typeface="Calibri Light"/>
                <a:ea typeface="Segoe UI Historic"/>
                <a:cs typeface="Segoe UI Light"/>
              </a:rPr>
              <a:t>takeover)</a:t>
            </a:r>
          </a:p>
        </p:txBody>
      </p:sp>
      <p:sp>
        <p:nvSpPr>
          <p:cNvPr id="26" name="TextBox 25">
            <a:extLst>
              <a:ext uri="{FF2B5EF4-FFF2-40B4-BE49-F238E27FC236}">
                <a16:creationId xmlns:a16="http://schemas.microsoft.com/office/drawing/2014/main" id="{1A520945-D1C9-1553-7257-616147DB5B4A}"/>
              </a:ext>
            </a:extLst>
          </p:cNvPr>
          <p:cNvSpPr txBox="1"/>
          <p:nvPr/>
        </p:nvSpPr>
        <p:spPr>
          <a:xfrm>
            <a:off x="9615548" y="4375675"/>
            <a:ext cx="2304779" cy="707886"/>
          </a:xfrm>
          <a:prstGeom prst="rect">
            <a:avLst/>
          </a:prstGeom>
          <a:noFill/>
        </p:spPr>
        <p:txBody>
          <a:bodyPr wrap="square" lIns="91440" tIns="45720" rIns="91440" bIns="45720" rtlCol="0" anchor="t">
            <a:spAutoFit/>
          </a:bodyPr>
          <a:lstStyle/>
          <a:p>
            <a:r>
              <a:rPr lang="en-GB" sz="1000">
                <a:latin typeface="Calibri Light"/>
                <a:ea typeface="Segoe UI Historic"/>
                <a:cs typeface="Segoe UI Light"/>
              </a:rPr>
              <a:t>BGH submits their latest revised offer at </a:t>
            </a:r>
            <a:r>
              <a:rPr lang="en-GB" sz="1000" b="1">
                <a:latin typeface="Calibri Light"/>
                <a:ea typeface="Segoe UI Historic"/>
                <a:cs typeface="Segoe UI Light"/>
              </a:rPr>
              <a:t>A$8.10 </a:t>
            </a:r>
            <a:r>
              <a:rPr lang="en-GB" sz="1000">
                <a:latin typeface="Calibri Light"/>
                <a:ea typeface="Segoe UI Historic"/>
                <a:cs typeface="Segoe UI Light"/>
              </a:rPr>
              <a:t>per share via takeover; a 55% premium to the undisturbed closing price</a:t>
            </a:r>
          </a:p>
        </p:txBody>
      </p:sp>
      <p:sp>
        <p:nvSpPr>
          <p:cNvPr id="28" name="TextBox 27">
            <a:extLst>
              <a:ext uri="{FF2B5EF4-FFF2-40B4-BE49-F238E27FC236}">
                <a16:creationId xmlns:a16="http://schemas.microsoft.com/office/drawing/2014/main" id="{82F8A9B2-855B-41FD-596D-EF990EAF1AC2}"/>
              </a:ext>
            </a:extLst>
          </p:cNvPr>
          <p:cNvSpPr txBox="1"/>
          <p:nvPr/>
        </p:nvSpPr>
        <p:spPr>
          <a:xfrm>
            <a:off x="656277" y="4392992"/>
            <a:ext cx="2229733" cy="769441"/>
          </a:xfrm>
          <a:prstGeom prst="rect">
            <a:avLst/>
          </a:prstGeom>
          <a:noFill/>
        </p:spPr>
        <p:txBody>
          <a:bodyPr wrap="square" lIns="91440" tIns="45720" rIns="91440" bIns="45720" rtlCol="0" anchor="t">
            <a:spAutoFit/>
          </a:bodyPr>
          <a:lstStyle/>
          <a:p>
            <a:r>
              <a:rPr lang="en-GB" sz="1000">
                <a:latin typeface="Calibri Light"/>
                <a:ea typeface="+mn-lt"/>
                <a:cs typeface="+mn-lt"/>
              </a:rPr>
              <a:t>VRT temporarily forced to cease operations as elected surgeries were suspended due to COVID-19</a:t>
            </a:r>
            <a:endParaRPr lang="en-US">
              <a:latin typeface="Calibri Light"/>
            </a:endParaRPr>
          </a:p>
          <a:p>
            <a:endParaRPr lang="en-AU" sz="1400"/>
          </a:p>
        </p:txBody>
      </p:sp>
      <p:sp>
        <p:nvSpPr>
          <p:cNvPr id="31" name="Oval 30">
            <a:extLst>
              <a:ext uri="{FF2B5EF4-FFF2-40B4-BE49-F238E27FC236}">
                <a16:creationId xmlns:a16="http://schemas.microsoft.com/office/drawing/2014/main" id="{1DE6802A-A3E4-284F-E6E8-BEF10D13B9CB}"/>
              </a:ext>
            </a:extLst>
          </p:cNvPr>
          <p:cNvSpPr/>
          <p:nvPr/>
        </p:nvSpPr>
        <p:spPr>
          <a:xfrm>
            <a:off x="3954250" y="2640364"/>
            <a:ext cx="227518" cy="225439"/>
          </a:xfrm>
          <a:prstGeom prst="ellipse">
            <a:avLst/>
          </a:prstGeom>
          <a:solidFill>
            <a:srgbClr val="494E4E"/>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000">
                <a:cs typeface="Calibri"/>
              </a:rPr>
              <a:t>1</a:t>
            </a:r>
          </a:p>
        </p:txBody>
      </p:sp>
      <p:sp>
        <p:nvSpPr>
          <p:cNvPr id="33" name="Oval 32">
            <a:extLst>
              <a:ext uri="{FF2B5EF4-FFF2-40B4-BE49-F238E27FC236}">
                <a16:creationId xmlns:a16="http://schemas.microsoft.com/office/drawing/2014/main" id="{01B70F36-67AC-1FE7-0167-8B8F4090A546}"/>
              </a:ext>
            </a:extLst>
          </p:cNvPr>
          <p:cNvSpPr/>
          <p:nvPr/>
        </p:nvSpPr>
        <p:spPr>
          <a:xfrm flipH="1">
            <a:off x="10124401" y="2767878"/>
            <a:ext cx="227518" cy="228042"/>
          </a:xfrm>
          <a:prstGeom prst="ellipse">
            <a:avLst/>
          </a:prstGeom>
          <a:solidFill>
            <a:srgbClr val="494E4E"/>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000">
                <a:cs typeface="Calibri"/>
              </a:rPr>
              <a:t>2</a:t>
            </a:r>
          </a:p>
        </p:txBody>
      </p:sp>
      <p:sp>
        <p:nvSpPr>
          <p:cNvPr id="34" name="Oval 33">
            <a:extLst>
              <a:ext uri="{FF2B5EF4-FFF2-40B4-BE49-F238E27FC236}">
                <a16:creationId xmlns:a16="http://schemas.microsoft.com/office/drawing/2014/main" id="{1A561A1B-70B7-94CA-C80F-9D68353D2ED8}"/>
              </a:ext>
            </a:extLst>
          </p:cNvPr>
          <p:cNvSpPr/>
          <p:nvPr/>
        </p:nvSpPr>
        <p:spPr>
          <a:xfrm>
            <a:off x="10141072" y="1933354"/>
            <a:ext cx="227518" cy="225439"/>
          </a:xfrm>
          <a:prstGeom prst="ellipse">
            <a:avLst/>
          </a:prstGeom>
          <a:solidFill>
            <a:srgbClr val="494E4E"/>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000">
                <a:cs typeface="Calibri"/>
              </a:rPr>
              <a:t>3</a:t>
            </a:r>
          </a:p>
        </p:txBody>
      </p:sp>
      <p:sp>
        <p:nvSpPr>
          <p:cNvPr id="35" name="Oval 34">
            <a:extLst>
              <a:ext uri="{FF2B5EF4-FFF2-40B4-BE49-F238E27FC236}">
                <a16:creationId xmlns:a16="http://schemas.microsoft.com/office/drawing/2014/main" id="{F9BA7F71-6810-DC56-9D45-B82A8E6762AD}"/>
              </a:ext>
            </a:extLst>
          </p:cNvPr>
          <p:cNvSpPr/>
          <p:nvPr/>
        </p:nvSpPr>
        <p:spPr>
          <a:xfrm>
            <a:off x="10664991" y="1937562"/>
            <a:ext cx="227518" cy="225439"/>
          </a:xfrm>
          <a:prstGeom prst="ellipse">
            <a:avLst/>
          </a:prstGeom>
          <a:solidFill>
            <a:srgbClr val="494E4E"/>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000">
                <a:cs typeface="Calibri"/>
              </a:rPr>
              <a:t>5</a:t>
            </a:r>
          </a:p>
        </p:txBody>
      </p:sp>
      <p:sp>
        <p:nvSpPr>
          <p:cNvPr id="36" name="Oval 35">
            <a:extLst>
              <a:ext uri="{FF2B5EF4-FFF2-40B4-BE49-F238E27FC236}">
                <a16:creationId xmlns:a16="http://schemas.microsoft.com/office/drawing/2014/main" id="{D589CFA2-0425-CEDC-68A7-0BD51435CF43}"/>
              </a:ext>
            </a:extLst>
          </p:cNvPr>
          <p:cNvSpPr/>
          <p:nvPr/>
        </p:nvSpPr>
        <p:spPr>
          <a:xfrm>
            <a:off x="10500420" y="2405523"/>
            <a:ext cx="227518" cy="225439"/>
          </a:xfrm>
          <a:prstGeom prst="ellipse">
            <a:avLst/>
          </a:prstGeom>
          <a:solidFill>
            <a:srgbClr val="494E4E"/>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000">
                <a:cs typeface="Calibri"/>
              </a:rPr>
              <a:t>4</a:t>
            </a:r>
          </a:p>
        </p:txBody>
      </p:sp>
      <p:sp>
        <p:nvSpPr>
          <p:cNvPr id="37" name="Oval 36">
            <a:extLst>
              <a:ext uri="{FF2B5EF4-FFF2-40B4-BE49-F238E27FC236}">
                <a16:creationId xmlns:a16="http://schemas.microsoft.com/office/drawing/2014/main" id="{57136EDA-C609-6C5D-A5F8-70453687C336}"/>
              </a:ext>
            </a:extLst>
          </p:cNvPr>
          <p:cNvSpPr/>
          <p:nvPr/>
        </p:nvSpPr>
        <p:spPr>
          <a:xfrm>
            <a:off x="11269757" y="1866882"/>
            <a:ext cx="227518" cy="225439"/>
          </a:xfrm>
          <a:prstGeom prst="ellipse">
            <a:avLst/>
          </a:prstGeom>
          <a:solidFill>
            <a:srgbClr val="494E4E"/>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000">
                <a:cs typeface="Calibri"/>
              </a:rPr>
              <a:t>8</a:t>
            </a:r>
          </a:p>
        </p:txBody>
      </p:sp>
      <p:sp>
        <p:nvSpPr>
          <p:cNvPr id="38" name="Oval 37">
            <a:extLst>
              <a:ext uri="{FF2B5EF4-FFF2-40B4-BE49-F238E27FC236}">
                <a16:creationId xmlns:a16="http://schemas.microsoft.com/office/drawing/2014/main" id="{D71EE04C-A696-2744-CDD7-DB65BC3DF92F}"/>
              </a:ext>
            </a:extLst>
          </p:cNvPr>
          <p:cNvSpPr/>
          <p:nvPr/>
        </p:nvSpPr>
        <p:spPr>
          <a:xfrm>
            <a:off x="10961392" y="1785589"/>
            <a:ext cx="227518" cy="225439"/>
          </a:xfrm>
          <a:prstGeom prst="ellipse">
            <a:avLst/>
          </a:prstGeom>
          <a:solidFill>
            <a:srgbClr val="494E4E"/>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000">
                <a:cs typeface="Calibri"/>
              </a:rPr>
              <a:t>7</a:t>
            </a:r>
          </a:p>
        </p:txBody>
      </p:sp>
      <p:sp>
        <p:nvSpPr>
          <p:cNvPr id="39" name="Oval 38">
            <a:extLst>
              <a:ext uri="{FF2B5EF4-FFF2-40B4-BE49-F238E27FC236}">
                <a16:creationId xmlns:a16="http://schemas.microsoft.com/office/drawing/2014/main" id="{B943305F-C7BD-14C4-3CDC-603A066280DC}"/>
              </a:ext>
            </a:extLst>
          </p:cNvPr>
          <p:cNvSpPr/>
          <p:nvPr/>
        </p:nvSpPr>
        <p:spPr>
          <a:xfrm>
            <a:off x="10959240" y="2309539"/>
            <a:ext cx="227518" cy="225439"/>
          </a:xfrm>
          <a:prstGeom prst="ellipse">
            <a:avLst/>
          </a:prstGeom>
          <a:solidFill>
            <a:srgbClr val="494E4E"/>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000">
                <a:cs typeface="Calibri"/>
              </a:rPr>
              <a:t>6</a:t>
            </a:r>
          </a:p>
        </p:txBody>
      </p:sp>
    </p:spTree>
    <p:extLst>
      <p:ext uri="{BB962C8B-B14F-4D97-AF65-F5344CB8AC3E}">
        <p14:creationId xmlns:p14="http://schemas.microsoft.com/office/powerpoint/2010/main" val="2684757179"/>
      </p:ext>
    </p:extLst>
  </p:cSld>
  <p:clrMapOvr>
    <a:masterClrMapping/>
  </p:clrMapOvr>
  <p:extLst>
    <p:ext uri="{6950BFC3-D8DA-4A85-94F7-54DA5524770B}">
      <p188:commentRel xmlns:p188="http://schemas.microsoft.com/office/powerpoint/2018/8/main" r:id="rId2"/>
    </p:ext>
  </p:extLs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8" name="Chart 27">
            <a:extLst>
              <a:ext uri="{FF2B5EF4-FFF2-40B4-BE49-F238E27FC236}">
                <a16:creationId xmlns:a16="http://schemas.microsoft.com/office/drawing/2014/main" id="{6732E148-6553-B34E-3DFE-AAE01AB823DA}"/>
              </a:ext>
            </a:extLst>
          </p:cNvPr>
          <p:cNvGraphicFramePr>
            <a:graphicFrameLocks/>
          </p:cNvGraphicFramePr>
          <p:nvPr>
            <p:extLst>
              <p:ext uri="{D42A27DB-BD31-4B8C-83A1-F6EECF244321}">
                <p14:modId xmlns:p14="http://schemas.microsoft.com/office/powerpoint/2010/main" val="1425233376"/>
              </p:ext>
            </p:extLst>
          </p:nvPr>
        </p:nvGraphicFramePr>
        <p:xfrm>
          <a:off x="234553" y="1268891"/>
          <a:ext cx="11518658" cy="2421623"/>
        </p:xfrm>
        <a:graphic>
          <a:graphicData uri="http://schemas.openxmlformats.org/drawingml/2006/chart">
            <c:chart xmlns:c="http://schemas.openxmlformats.org/drawingml/2006/chart" xmlns:r="http://schemas.openxmlformats.org/officeDocument/2006/relationships" r:id="rId2"/>
          </a:graphicData>
        </a:graphic>
      </p:graphicFrame>
      <p:sp>
        <p:nvSpPr>
          <p:cNvPr id="10" name="TextBox 9">
            <a:extLst>
              <a:ext uri="{FF2B5EF4-FFF2-40B4-BE49-F238E27FC236}">
                <a16:creationId xmlns:a16="http://schemas.microsoft.com/office/drawing/2014/main" id="{1F93AE4B-1AD3-DF49-A82D-15D970233F59}"/>
              </a:ext>
            </a:extLst>
          </p:cNvPr>
          <p:cNvSpPr txBox="1"/>
          <p:nvPr/>
        </p:nvSpPr>
        <p:spPr>
          <a:xfrm>
            <a:off x="1618156" y="6283641"/>
            <a:ext cx="2089727" cy="246221"/>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a:solidFill>
                  <a:schemeClr val="tx1">
                    <a:lumMod val="65000"/>
                    <a:lumOff val="35000"/>
                  </a:schemeClr>
                </a:solidFill>
                <a:latin typeface="Segoe UI Light"/>
                <a:cs typeface="Calibri"/>
              </a:rPr>
              <a:t>Source: </a:t>
            </a:r>
            <a:endParaRPr lang="en-US" sz="1000">
              <a:solidFill>
                <a:schemeClr val="tx1">
                  <a:lumMod val="65000"/>
                  <a:lumOff val="35000"/>
                </a:schemeClr>
              </a:solidFill>
              <a:latin typeface="Segoe UI Light"/>
            </a:endParaRPr>
          </a:p>
        </p:txBody>
      </p:sp>
      <p:sp>
        <p:nvSpPr>
          <p:cNvPr id="11" name="TextBox 10">
            <a:extLst>
              <a:ext uri="{FF2B5EF4-FFF2-40B4-BE49-F238E27FC236}">
                <a16:creationId xmlns:a16="http://schemas.microsoft.com/office/drawing/2014/main" id="{349C726F-08F9-3D0B-DA8D-F7DF6BF706F6}"/>
              </a:ext>
            </a:extLst>
          </p:cNvPr>
          <p:cNvSpPr txBox="1"/>
          <p:nvPr/>
        </p:nvSpPr>
        <p:spPr>
          <a:xfrm>
            <a:off x="8425996" y="6345909"/>
            <a:ext cx="3539745" cy="246221"/>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a:solidFill>
                  <a:schemeClr val="tx1">
                    <a:lumMod val="65000"/>
                    <a:lumOff val="35000"/>
                  </a:schemeClr>
                </a:solidFill>
                <a:latin typeface="Segoe UI Light"/>
                <a:cs typeface="Calibri"/>
              </a:rPr>
              <a:t>For use in the 2023 UBS IB Development Challenge only</a:t>
            </a:r>
          </a:p>
        </p:txBody>
      </p:sp>
      <p:sp>
        <p:nvSpPr>
          <p:cNvPr id="12" name="Slide Number Placeholder 11">
            <a:extLst>
              <a:ext uri="{FF2B5EF4-FFF2-40B4-BE49-F238E27FC236}">
                <a16:creationId xmlns:a16="http://schemas.microsoft.com/office/drawing/2014/main" id="{5D987FC4-D467-32CB-C941-EFCFA69E6111}"/>
              </a:ext>
            </a:extLst>
          </p:cNvPr>
          <p:cNvSpPr>
            <a:spLocks noGrp="1"/>
          </p:cNvSpPr>
          <p:nvPr>
            <p:ph type="sldNum" sz="quarter" idx="12"/>
          </p:nvPr>
        </p:nvSpPr>
        <p:spPr>
          <a:xfrm>
            <a:off x="9217240" y="6282370"/>
            <a:ext cx="2743200" cy="365125"/>
          </a:xfrm>
        </p:spPr>
        <p:txBody>
          <a:bodyPr/>
          <a:lstStyle/>
          <a:p>
            <a:fld id="{330EA680-D336-4FF7-8B7A-9848BB0A1C32}" type="slidenum">
              <a:rPr lang="en-US" sz="1000" b="1" dirty="0" smtClean="0">
                <a:latin typeface="Segoe UI Light"/>
                <a:cs typeface="Segoe UI Light"/>
              </a:rPr>
              <a:t>4</a:t>
            </a:fld>
            <a:endParaRPr lang="en-US" sz="1000" b="1">
              <a:latin typeface="Segoe UI Light"/>
              <a:cs typeface="Segoe UI Light"/>
            </a:endParaRPr>
          </a:p>
        </p:txBody>
      </p:sp>
      <p:sp>
        <p:nvSpPr>
          <p:cNvPr id="3" name="Title 2">
            <a:extLst>
              <a:ext uri="{FF2B5EF4-FFF2-40B4-BE49-F238E27FC236}">
                <a16:creationId xmlns:a16="http://schemas.microsoft.com/office/drawing/2014/main" id="{8B7BB539-E66E-9E91-A9AC-7195446A1830}"/>
              </a:ext>
            </a:extLst>
          </p:cNvPr>
          <p:cNvSpPr txBox="1">
            <a:spLocks/>
          </p:cNvSpPr>
          <p:nvPr/>
        </p:nvSpPr>
        <p:spPr>
          <a:xfrm>
            <a:off x="300038" y="328349"/>
            <a:ext cx="9800892" cy="40636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AU" sz="3200">
                <a:latin typeface="Segoe UI Light"/>
                <a:cs typeface="Calibri"/>
              </a:rPr>
              <a:t>CapVest's Indicative Proposal to Acquire Virtus Health</a:t>
            </a:r>
          </a:p>
        </p:txBody>
      </p:sp>
      <p:cxnSp>
        <p:nvCxnSpPr>
          <p:cNvPr id="14" name="Straight Arrow Connector 13">
            <a:extLst>
              <a:ext uri="{FF2B5EF4-FFF2-40B4-BE49-F238E27FC236}">
                <a16:creationId xmlns:a16="http://schemas.microsoft.com/office/drawing/2014/main" id="{49156D6F-B89D-3F43-2A46-37C9636D8441}"/>
              </a:ext>
            </a:extLst>
          </p:cNvPr>
          <p:cNvCxnSpPr/>
          <p:nvPr/>
        </p:nvCxnSpPr>
        <p:spPr>
          <a:xfrm flipV="1">
            <a:off x="385619" y="763156"/>
            <a:ext cx="11178308" cy="43872"/>
          </a:xfrm>
          <a:prstGeom prst="straightConnector1">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82B22DA5-EF8E-37F5-FC0B-251F58FE3FB4}"/>
              </a:ext>
            </a:extLst>
          </p:cNvPr>
          <p:cNvSpPr txBox="1"/>
          <p:nvPr/>
        </p:nvSpPr>
        <p:spPr>
          <a:xfrm>
            <a:off x="300234" y="837382"/>
            <a:ext cx="10995156"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err="1">
                <a:solidFill>
                  <a:srgbClr val="FF0000"/>
                </a:solidFill>
                <a:latin typeface="Segoe UI Semilight"/>
                <a:cs typeface="Segoe UI Light"/>
              </a:rPr>
              <a:t>CapVest's</a:t>
            </a:r>
            <a:r>
              <a:rPr lang="en-US">
                <a:solidFill>
                  <a:srgbClr val="FF0000"/>
                </a:solidFill>
                <a:latin typeface="Segoe UI Semilight"/>
                <a:cs typeface="Segoe UI Light"/>
              </a:rPr>
              <a:t> $8.25/share offer means Virtus shareholders will receive A$8.13/share after the A$0.12 dividend</a:t>
            </a:r>
          </a:p>
        </p:txBody>
      </p:sp>
      <p:cxnSp>
        <p:nvCxnSpPr>
          <p:cNvPr id="7" name="Straight Arrow Connector 6">
            <a:extLst>
              <a:ext uri="{FF2B5EF4-FFF2-40B4-BE49-F238E27FC236}">
                <a16:creationId xmlns:a16="http://schemas.microsoft.com/office/drawing/2014/main" id="{9156083E-ABDE-04FB-F9AF-9E0900922562}"/>
              </a:ext>
            </a:extLst>
          </p:cNvPr>
          <p:cNvCxnSpPr>
            <a:cxnSpLocks/>
          </p:cNvCxnSpPr>
          <p:nvPr/>
        </p:nvCxnSpPr>
        <p:spPr>
          <a:xfrm flipV="1">
            <a:off x="680028" y="1698337"/>
            <a:ext cx="10462490" cy="32327"/>
          </a:xfrm>
          <a:prstGeom prst="straightConnector1">
            <a:avLst/>
          </a:prstGeom>
          <a:ln w="127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09A10D10-275C-E514-21E5-0E373DEFBCE3}"/>
              </a:ext>
            </a:extLst>
          </p:cNvPr>
          <p:cNvCxnSpPr/>
          <p:nvPr/>
        </p:nvCxnSpPr>
        <p:spPr>
          <a:xfrm flipH="1" flipV="1">
            <a:off x="1362076" y="1725535"/>
            <a:ext cx="3463" cy="1204189"/>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B382CCBF-D069-DD34-C157-2E14B33A5937}"/>
              </a:ext>
            </a:extLst>
          </p:cNvPr>
          <p:cNvSpPr txBox="1"/>
          <p:nvPr/>
        </p:nvSpPr>
        <p:spPr>
          <a:xfrm>
            <a:off x="1398791" y="1723186"/>
            <a:ext cx="519546" cy="246221"/>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b="1">
                <a:latin typeface="Segoe UI Light"/>
                <a:cs typeface="Calibri"/>
              </a:rPr>
              <a:t>+60%</a:t>
            </a:r>
          </a:p>
        </p:txBody>
      </p:sp>
      <p:sp>
        <p:nvSpPr>
          <p:cNvPr id="17" name="TextBox 16">
            <a:extLst>
              <a:ext uri="{FF2B5EF4-FFF2-40B4-BE49-F238E27FC236}">
                <a16:creationId xmlns:a16="http://schemas.microsoft.com/office/drawing/2014/main" id="{1A925B73-4C24-F3F3-D684-92517362EA46}"/>
              </a:ext>
            </a:extLst>
          </p:cNvPr>
          <p:cNvSpPr txBox="1"/>
          <p:nvPr/>
        </p:nvSpPr>
        <p:spPr>
          <a:xfrm>
            <a:off x="430502" y="3908362"/>
            <a:ext cx="3462844"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b="1">
                <a:latin typeface="Segoe UI"/>
                <a:cs typeface="Segoe UI"/>
              </a:rPr>
              <a:t>Analysis</a:t>
            </a:r>
          </a:p>
        </p:txBody>
      </p:sp>
      <p:cxnSp>
        <p:nvCxnSpPr>
          <p:cNvPr id="20" name="Straight Arrow Connector 19">
            <a:extLst>
              <a:ext uri="{FF2B5EF4-FFF2-40B4-BE49-F238E27FC236}">
                <a16:creationId xmlns:a16="http://schemas.microsoft.com/office/drawing/2014/main" id="{AF1BC2E7-58FD-3D7A-0E82-571CA394691D}"/>
              </a:ext>
            </a:extLst>
          </p:cNvPr>
          <p:cNvCxnSpPr>
            <a:cxnSpLocks/>
          </p:cNvCxnSpPr>
          <p:nvPr/>
        </p:nvCxnSpPr>
        <p:spPr>
          <a:xfrm flipH="1" flipV="1">
            <a:off x="2730212" y="1731308"/>
            <a:ext cx="3463" cy="1163779"/>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E8594746-A5D5-3143-B3A9-4FEAC4FEDB3A}"/>
              </a:ext>
            </a:extLst>
          </p:cNvPr>
          <p:cNvCxnSpPr>
            <a:cxnSpLocks/>
          </p:cNvCxnSpPr>
          <p:nvPr/>
        </p:nvCxnSpPr>
        <p:spPr>
          <a:xfrm flipH="1" flipV="1">
            <a:off x="8220076" y="1713988"/>
            <a:ext cx="3463" cy="961735"/>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A61A1FFF-28F2-1C7E-D6DA-1BED73F6F7DD}"/>
              </a:ext>
            </a:extLst>
          </p:cNvPr>
          <p:cNvCxnSpPr>
            <a:cxnSpLocks/>
          </p:cNvCxnSpPr>
          <p:nvPr/>
        </p:nvCxnSpPr>
        <p:spPr>
          <a:xfrm flipH="1" flipV="1">
            <a:off x="6840394" y="1702443"/>
            <a:ext cx="3463" cy="96750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7E6D82A9-B211-52E6-A904-8FC7B80FFF39}"/>
              </a:ext>
            </a:extLst>
          </p:cNvPr>
          <p:cNvCxnSpPr>
            <a:cxnSpLocks/>
          </p:cNvCxnSpPr>
          <p:nvPr/>
        </p:nvCxnSpPr>
        <p:spPr>
          <a:xfrm flipH="1" flipV="1">
            <a:off x="5472257" y="1719762"/>
            <a:ext cx="3463" cy="94441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DE672A17-F34D-E690-5667-F06205948F73}"/>
              </a:ext>
            </a:extLst>
          </p:cNvPr>
          <p:cNvCxnSpPr>
            <a:cxnSpLocks/>
          </p:cNvCxnSpPr>
          <p:nvPr/>
        </p:nvCxnSpPr>
        <p:spPr>
          <a:xfrm flipV="1">
            <a:off x="9588212" y="1708216"/>
            <a:ext cx="0" cy="486639"/>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8B7407D2-C4B4-D8EA-5772-974376E6718E}"/>
              </a:ext>
            </a:extLst>
          </p:cNvPr>
          <p:cNvCxnSpPr>
            <a:cxnSpLocks/>
          </p:cNvCxnSpPr>
          <p:nvPr/>
        </p:nvCxnSpPr>
        <p:spPr>
          <a:xfrm flipV="1">
            <a:off x="4101812" y="1725535"/>
            <a:ext cx="2310" cy="1106053"/>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35A56F35-D83B-ABC9-D386-CEF7561E6247}"/>
              </a:ext>
            </a:extLst>
          </p:cNvPr>
          <p:cNvSpPr txBox="1"/>
          <p:nvPr/>
        </p:nvSpPr>
        <p:spPr>
          <a:xfrm>
            <a:off x="2766927" y="1728958"/>
            <a:ext cx="519546" cy="246221"/>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b="1">
                <a:latin typeface="Segoe UI Light"/>
                <a:cs typeface="Calibri"/>
              </a:rPr>
              <a:t>+55%</a:t>
            </a:r>
          </a:p>
        </p:txBody>
      </p:sp>
      <p:sp>
        <p:nvSpPr>
          <p:cNvPr id="32" name="TextBox 31">
            <a:extLst>
              <a:ext uri="{FF2B5EF4-FFF2-40B4-BE49-F238E27FC236}">
                <a16:creationId xmlns:a16="http://schemas.microsoft.com/office/drawing/2014/main" id="{B1D2B268-0AB5-8216-A41D-BC4A3D996950}"/>
              </a:ext>
            </a:extLst>
          </p:cNvPr>
          <p:cNvSpPr txBox="1"/>
          <p:nvPr/>
        </p:nvSpPr>
        <p:spPr>
          <a:xfrm>
            <a:off x="8222155" y="1728958"/>
            <a:ext cx="519546" cy="246221"/>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b="1">
                <a:latin typeface="Segoe UI Light"/>
                <a:cs typeface="Calibri"/>
              </a:rPr>
              <a:t>+38%</a:t>
            </a:r>
            <a:endParaRPr lang="en-US" b="1"/>
          </a:p>
        </p:txBody>
      </p:sp>
      <p:sp>
        <p:nvSpPr>
          <p:cNvPr id="33" name="TextBox 32">
            <a:extLst>
              <a:ext uri="{FF2B5EF4-FFF2-40B4-BE49-F238E27FC236}">
                <a16:creationId xmlns:a16="http://schemas.microsoft.com/office/drawing/2014/main" id="{3F431697-EEC6-119A-A41E-D775B8B7F74A}"/>
              </a:ext>
            </a:extLst>
          </p:cNvPr>
          <p:cNvSpPr txBox="1"/>
          <p:nvPr/>
        </p:nvSpPr>
        <p:spPr>
          <a:xfrm>
            <a:off x="6877108" y="1728958"/>
            <a:ext cx="519546" cy="246221"/>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b="1">
                <a:latin typeface="Segoe UI Light"/>
                <a:cs typeface="Calibri"/>
              </a:rPr>
              <a:t>+39%</a:t>
            </a:r>
          </a:p>
        </p:txBody>
      </p:sp>
      <p:sp>
        <p:nvSpPr>
          <p:cNvPr id="34" name="TextBox 33">
            <a:extLst>
              <a:ext uri="{FF2B5EF4-FFF2-40B4-BE49-F238E27FC236}">
                <a16:creationId xmlns:a16="http://schemas.microsoft.com/office/drawing/2014/main" id="{46B1A724-FA91-8D83-D963-A6EC1DBCC164}"/>
              </a:ext>
            </a:extLst>
          </p:cNvPr>
          <p:cNvSpPr txBox="1"/>
          <p:nvPr/>
        </p:nvSpPr>
        <p:spPr>
          <a:xfrm>
            <a:off x="5516420" y="1703204"/>
            <a:ext cx="519546" cy="246221"/>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b="1">
                <a:latin typeface="Segoe UI Light"/>
                <a:cs typeface="Calibri"/>
              </a:rPr>
              <a:t>+39%</a:t>
            </a:r>
          </a:p>
        </p:txBody>
      </p:sp>
      <p:sp>
        <p:nvSpPr>
          <p:cNvPr id="35" name="TextBox 34">
            <a:extLst>
              <a:ext uri="{FF2B5EF4-FFF2-40B4-BE49-F238E27FC236}">
                <a16:creationId xmlns:a16="http://schemas.microsoft.com/office/drawing/2014/main" id="{992EF88C-A416-81B6-A1F7-64C5D75C91B0}"/>
              </a:ext>
            </a:extLst>
          </p:cNvPr>
          <p:cNvSpPr txBox="1"/>
          <p:nvPr/>
        </p:nvSpPr>
        <p:spPr>
          <a:xfrm>
            <a:off x="4115321" y="1718855"/>
            <a:ext cx="519546" cy="246221"/>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b="1">
                <a:latin typeface="Segoe UI Light"/>
                <a:cs typeface="Calibri"/>
              </a:rPr>
              <a:t>+51%</a:t>
            </a:r>
          </a:p>
        </p:txBody>
      </p:sp>
      <p:sp>
        <p:nvSpPr>
          <p:cNvPr id="37" name="TextBox 36">
            <a:extLst>
              <a:ext uri="{FF2B5EF4-FFF2-40B4-BE49-F238E27FC236}">
                <a16:creationId xmlns:a16="http://schemas.microsoft.com/office/drawing/2014/main" id="{8B2DB3CA-EA91-10C5-77E3-8913B4CD5DB8}"/>
              </a:ext>
            </a:extLst>
          </p:cNvPr>
          <p:cNvSpPr txBox="1"/>
          <p:nvPr/>
        </p:nvSpPr>
        <p:spPr>
          <a:xfrm>
            <a:off x="11073881" y="1653914"/>
            <a:ext cx="519546" cy="246221"/>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b="1">
                <a:latin typeface="Segoe UI Light"/>
                <a:cs typeface="Calibri"/>
              </a:rPr>
              <a:t>+2%</a:t>
            </a:r>
          </a:p>
        </p:txBody>
      </p:sp>
      <p:sp>
        <p:nvSpPr>
          <p:cNvPr id="38" name="TextBox 37">
            <a:extLst>
              <a:ext uri="{FF2B5EF4-FFF2-40B4-BE49-F238E27FC236}">
                <a16:creationId xmlns:a16="http://schemas.microsoft.com/office/drawing/2014/main" id="{E25CD8EB-50AA-E1D3-9358-EBE30335BA33}"/>
              </a:ext>
            </a:extLst>
          </p:cNvPr>
          <p:cNvSpPr txBox="1"/>
          <p:nvPr/>
        </p:nvSpPr>
        <p:spPr>
          <a:xfrm>
            <a:off x="9649807" y="1734066"/>
            <a:ext cx="519546" cy="246221"/>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b="1">
                <a:latin typeface="Segoe UI Light"/>
                <a:cs typeface="Calibri"/>
              </a:rPr>
              <a:t>16%</a:t>
            </a:r>
          </a:p>
        </p:txBody>
      </p:sp>
      <p:sp>
        <p:nvSpPr>
          <p:cNvPr id="2" name="TextBox 1">
            <a:extLst>
              <a:ext uri="{FF2B5EF4-FFF2-40B4-BE49-F238E27FC236}">
                <a16:creationId xmlns:a16="http://schemas.microsoft.com/office/drawing/2014/main" id="{7B2B9C8D-7DC2-F2B5-B55E-478DF76CD705}"/>
              </a:ext>
            </a:extLst>
          </p:cNvPr>
          <p:cNvSpPr txBox="1"/>
          <p:nvPr/>
        </p:nvSpPr>
        <p:spPr>
          <a:xfrm>
            <a:off x="430502" y="4216162"/>
            <a:ext cx="5458669" cy="132856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182880" indent="-182880">
              <a:spcAft>
                <a:spcPts val="500"/>
              </a:spcAft>
              <a:buFont typeface="Wingdings,Sans-Serif"/>
              <a:buChar char="§"/>
            </a:pPr>
            <a:r>
              <a:rPr lang="en-US" sz="1200" dirty="0">
                <a:latin typeface="Calibri Light"/>
                <a:cs typeface="Calibri Light"/>
              </a:rPr>
              <a:t>With the ARS industry protected by significant regulation, capital requirements, and staff </a:t>
            </a:r>
            <a:r>
              <a:rPr lang="en-US" sz="1200" dirty="0" err="1">
                <a:latin typeface="Calibri Light"/>
                <a:cs typeface="Calibri Light"/>
              </a:rPr>
              <a:t>specialisation</a:t>
            </a:r>
            <a:r>
              <a:rPr lang="en-US" sz="1200" dirty="0">
                <a:latin typeface="Calibri Light"/>
                <a:cs typeface="Calibri Light"/>
              </a:rPr>
              <a:t>, VRT  is insulated from the threat of new entrants taking market share </a:t>
            </a:r>
          </a:p>
          <a:p>
            <a:pPr marL="182880" indent="-182880">
              <a:spcAft>
                <a:spcPts val="500"/>
              </a:spcAft>
              <a:buFont typeface="Wingdings"/>
              <a:buChar char="§"/>
            </a:pPr>
            <a:r>
              <a:rPr lang="en-US" sz="1200" dirty="0">
                <a:latin typeface="Calibri Light"/>
                <a:cs typeface="Segoe UI"/>
              </a:rPr>
              <a:t>We do not see significant risk to VRT from any upcoming healthcare regulations</a:t>
            </a:r>
          </a:p>
          <a:p>
            <a:pPr marL="182880" indent="-182880">
              <a:spcAft>
                <a:spcPts val="500"/>
              </a:spcAft>
              <a:buFont typeface="Wingdings"/>
              <a:buChar char="§"/>
            </a:pPr>
            <a:r>
              <a:rPr lang="en-US" sz="1200" dirty="0">
                <a:latin typeface="Calibri Light"/>
                <a:cs typeface="Segoe UI"/>
              </a:rPr>
              <a:t>Considering BGH’s successful track record in the Healthcare Industry, a likely increase in VRT revenue could demand a higher multiple </a:t>
            </a:r>
            <a:endParaRPr lang="en-US" dirty="0"/>
          </a:p>
        </p:txBody>
      </p:sp>
      <p:graphicFrame>
        <p:nvGraphicFramePr>
          <p:cNvPr id="4" name="Chart 3">
            <a:extLst>
              <a:ext uri="{FF2B5EF4-FFF2-40B4-BE49-F238E27FC236}">
                <a16:creationId xmlns:a16="http://schemas.microsoft.com/office/drawing/2014/main" id="{F5AD1CFB-B650-614B-A747-C159F34AA626}"/>
              </a:ext>
            </a:extLst>
          </p:cNvPr>
          <p:cNvGraphicFramePr>
            <a:graphicFrameLocks/>
          </p:cNvGraphicFramePr>
          <p:nvPr>
            <p:extLst>
              <p:ext uri="{D42A27DB-BD31-4B8C-83A1-F6EECF244321}">
                <p14:modId xmlns:p14="http://schemas.microsoft.com/office/powerpoint/2010/main" val="1713948482"/>
              </p:ext>
            </p:extLst>
          </p:nvPr>
        </p:nvGraphicFramePr>
        <p:xfrm>
          <a:off x="6976911" y="4235218"/>
          <a:ext cx="4225602" cy="2112136"/>
        </p:xfrm>
        <a:graphic>
          <a:graphicData uri="http://schemas.openxmlformats.org/drawingml/2006/chart">
            <c:chart xmlns:c="http://schemas.openxmlformats.org/drawingml/2006/chart" xmlns:r="http://schemas.openxmlformats.org/officeDocument/2006/relationships" r:id="rId3"/>
          </a:graphicData>
        </a:graphic>
      </p:graphicFrame>
      <p:sp>
        <p:nvSpPr>
          <p:cNvPr id="27" name="TextBox 26">
            <a:extLst>
              <a:ext uri="{FF2B5EF4-FFF2-40B4-BE49-F238E27FC236}">
                <a16:creationId xmlns:a16="http://schemas.microsoft.com/office/drawing/2014/main" id="{1025B448-9E7B-6012-93E0-641E06F4EEE4}"/>
              </a:ext>
            </a:extLst>
          </p:cNvPr>
          <p:cNvSpPr txBox="1"/>
          <p:nvPr/>
        </p:nvSpPr>
        <p:spPr>
          <a:xfrm>
            <a:off x="7010279" y="3981460"/>
            <a:ext cx="3462844"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b="1">
                <a:latin typeface="Segoe UI"/>
                <a:cs typeface="Segoe UI"/>
              </a:rPr>
              <a:t>VRT Historical Performance</a:t>
            </a:r>
          </a:p>
        </p:txBody>
      </p:sp>
      <p:cxnSp>
        <p:nvCxnSpPr>
          <p:cNvPr id="44" name="Straight Arrow Connector 43">
            <a:extLst>
              <a:ext uri="{FF2B5EF4-FFF2-40B4-BE49-F238E27FC236}">
                <a16:creationId xmlns:a16="http://schemas.microsoft.com/office/drawing/2014/main" id="{1A103403-40E0-81A3-85DC-9F9178C370D4}"/>
              </a:ext>
            </a:extLst>
          </p:cNvPr>
          <p:cNvCxnSpPr>
            <a:cxnSpLocks/>
          </p:cNvCxnSpPr>
          <p:nvPr/>
        </p:nvCxnSpPr>
        <p:spPr>
          <a:xfrm flipV="1">
            <a:off x="10912187" y="1719762"/>
            <a:ext cx="0" cy="57262"/>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24" name="Picture 4" descr="A picture containing text, clipart&#10;&#10;Description automatically generated">
            <a:extLst>
              <a:ext uri="{FF2B5EF4-FFF2-40B4-BE49-F238E27FC236}">
                <a16:creationId xmlns:a16="http://schemas.microsoft.com/office/drawing/2014/main" id="{7D18A265-6592-98F4-3471-B94A17B8B985}"/>
              </a:ext>
            </a:extLst>
          </p:cNvPr>
          <p:cNvPicPr>
            <a:picLocks noChangeAspect="1"/>
          </p:cNvPicPr>
          <p:nvPr/>
        </p:nvPicPr>
        <p:blipFill>
          <a:blip r:embed="rId4"/>
          <a:stretch>
            <a:fillRect/>
          </a:stretch>
        </p:blipFill>
        <p:spPr>
          <a:xfrm>
            <a:off x="210353" y="6317975"/>
            <a:ext cx="906857" cy="370354"/>
          </a:xfrm>
          <a:prstGeom prst="rect">
            <a:avLst/>
          </a:prstGeom>
        </p:spPr>
      </p:pic>
    </p:spTree>
    <p:extLst>
      <p:ext uri="{BB962C8B-B14F-4D97-AF65-F5344CB8AC3E}">
        <p14:creationId xmlns:p14="http://schemas.microsoft.com/office/powerpoint/2010/main" val="28575054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1F93AE4B-1AD3-DF49-A82D-15D970233F59}"/>
              </a:ext>
            </a:extLst>
          </p:cNvPr>
          <p:cNvSpPr txBox="1"/>
          <p:nvPr/>
        </p:nvSpPr>
        <p:spPr>
          <a:xfrm>
            <a:off x="1618156" y="6283641"/>
            <a:ext cx="2089727" cy="246221"/>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a:solidFill>
                  <a:schemeClr val="tx1">
                    <a:lumMod val="65000"/>
                    <a:lumOff val="35000"/>
                  </a:schemeClr>
                </a:solidFill>
                <a:latin typeface="Segoe UI Light"/>
                <a:cs typeface="Calibri"/>
              </a:rPr>
              <a:t>Source: Company Filings. </a:t>
            </a:r>
            <a:endParaRPr lang="en-US" sz="1000">
              <a:solidFill>
                <a:schemeClr val="tx1">
                  <a:lumMod val="65000"/>
                  <a:lumOff val="35000"/>
                </a:schemeClr>
              </a:solidFill>
              <a:latin typeface="Segoe UI Light"/>
            </a:endParaRPr>
          </a:p>
        </p:txBody>
      </p:sp>
      <p:sp>
        <p:nvSpPr>
          <p:cNvPr id="11" name="TextBox 10">
            <a:extLst>
              <a:ext uri="{FF2B5EF4-FFF2-40B4-BE49-F238E27FC236}">
                <a16:creationId xmlns:a16="http://schemas.microsoft.com/office/drawing/2014/main" id="{349C726F-08F9-3D0B-DA8D-F7DF6BF706F6}"/>
              </a:ext>
            </a:extLst>
          </p:cNvPr>
          <p:cNvSpPr txBox="1"/>
          <p:nvPr/>
        </p:nvSpPr>
        <p:spPr>
          <a:xfrm>
            <a:off x="8425996" y="6345909"/>
            <a:ext cx="3539745" cy="246221"/>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a:solidFill>
                  <a:schemeClr val="tx1">
                    <a:lumMod val="65000"/>
                    <a:lumOff val="35000"/>
                  </a:schemeClr>
                </a:solidFill>
                <a:latin typeface="Segoe UI Light"/>
                <a:cs typeface="Calibri"/>
              </a:rPr>
              <a:t>For use in the 2023 UBS IB Development Challenge only</a:t>
            </a:r>
          </a:p>
        </p:txBody>
      </p:sp>
      <p:sp>
        <p:nvSpPr>
          <p:cNvPr id="12" name="Slide Number Placeholder 11">
            <a:extLst>
              <a:ext uri="{FF2B5EF4-FFF2-40B4-BE49-F238E27FC236}">
                <a16:creationId xmlns:a16="http://schemas.microsoft.com/office/drawing/2014/main" id="{5D987FC4-D467-32CB-C941-EFCFA69E6111}"/>
              </a:ext>
            </a:extLst>
          </p:cNvPr>
          <p:cNvSpPr>
            <a:spLocks noGrp="1"/>
          </p:cNvSpPr>
          <p:nvPr>
            <p:ph type="sldNum" sz="quarter" idx="12"/>
          </p:nvPr>
        </p:nvSpPr>
        <p:spPr>
          <a:xfrm>
            <a:off x="9217240" y="6282370"/>
            <a:ext cx="2743200" cy="365125"/>
          </a:xfrm>
        </p:spPr>
        <p:txBody>
          <a:bodyPr/>
          <a:lstStyle/>
          <a:p>
            <a:fld id="{330EA680-D336-4FF7-8B7A-9848BB0A1C32}" type="slidenum">
              <a:rPr lang="en-US" sz="1000" b="1" dirty="0" smtClean="0">
                <a:latin typeface="Segoe UI Light"/>
                <a:cs typeface="Segoe UI Light"/>
              </a:rPr>
              <a:t>5</a:t>
            </a:fld>
            <a:endParaRPr lang="en-US" sz="1000" b="1">
              <a:latin typeface="Segoe UI Light"/>
              <a:cs typeface="Segoe UI Light"/>
            </a:endParaRPr>
          </a:p>
        </p:txBody>
      </p:sp>
      <p:sp>
        <p:nvSpPr>
          <p:cNvPr id="2" name="Rectangle 1">
            <a:extLst>
              <a:ext uri="{FF2B5EF4-FFF2-40B4-BE49-F238E27FC236}">
                <a16:creationId xmlns:a16="http://schemas.microsoft.com/office/drawing/2014/main" id="{7422BFD6-9A0E-232C-E9E1-E80106E734FE}"/>
              </a:ext>
            </a:extLst>
          </p:cNvPr>
          <p:cNvSpPr/>
          <p:nvPr/>
        </p:nvSpPr>
        <p:spPr>
          <a:xfrm>
            <a:off x="363682" y="1616364"/>
            <a:ext cx="254000" cy="4329545"/>
          </a:xfrm>
          <a:prstGeom prst="rect">
            <a:avLst/>
          </a:prstGeom>
          <a:solidFill>
            <a:schemeClr val="bg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76F60E27-0BFF-C116-87AF-1E7EF490A1E5}"/>
              </a:ext>
            </a:extLst>
          </p:cNvPr>
          <p:cNvSpPr txBox="1"/>
          <p:nvPr/>
        </p:nvSpPr>
        <p:spPr>
          <a:xfrm>
            <a:off x="1273245" y="1323017"/>
            <a:ext cx="1949058" cy="3231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500" b="1">
                <a:latin typeface="Segoe UI"/>
                <a:cs typeface="Segoe UI"/>
              </a:rPr>
              <a:t>Rationale for Virtus</a:t>
            </a:r>
          </a:p>
        </p:txBody>
      </p:sp>
      <p:sp>
        <p:nvSpPr>
          <p:cNvPr id="14" name="Rectangle 13">
            <a:extLst>
              <a:ext uri="{FF2B5EF4-FFF2-40B4-BE49-F238E27FC236}">
                <a16:creationId xmlns:a16="http://schemas.microsoft.com/office/drawing/2014/main" id="{9CD0EFF3-C0FC-3A10-BDAE-268522443483}"/>
              </a:ext>
            </a:extLst>
          </p:cNvPr>
          <p:cNvSpPr/>
          <p:nvPr/>
        </p:nvSpPr>
        <p:spPr>
          <a:xfrm>
            <a:off x="508000" y="1870363"/>
            <a:ext cx="219363" cy="242454"/>
          </a:xfrm>
          <a:prstGeom prst="rect">
            <a:avLst/>
          </a:prstGeom>
          <a:solidFill>
            <a:srgbClr val="3D2A13"/>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a:ea typeface="+mn-lt"/>
                <a:cs typeface="+mn-lt"/>
              </a:rPr>
              <a:t>1</a:t>
            </a:r>
            <a:endParaRPr lang="en-US"/>
          </a:p>
        </p:txBody>
      </p:sp>
      <p:sp>
        <p:nvSpPr>
          <p:cNvPr id="15" name="Rectangle 14">
            <a:extLst>
              <a:ext uri="{FF2B5EF4-FFF2-40B4-BE49-F238E27FC236}">
                <a16:creationId xmlns:a16="http://schemas.microsoft.com/office/drawing/2014/main" id="{15D7FFBF-F0F7-96F3-A7AE-2CB87EB01298}"/>
              </a:ext>
            </a:extLst>
          </p:cNvPr>
          <p:cNvSpPr/>
          <p:nvPr/>
        </p:nvSpPr>
        <p:spPr>
          <a:xfrm>
            <a:off x="508000" y="3273135"/>
            <a:ext cx="219363" cy="242454"/>
          </a:xfrm>
          <a:prstGeom prst="rect">
            <a:avLst/>
          </a:prstGeom>
          <a:solidFill>
            <a:srgbClr val="CFBBA3"/>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200" b="1">
                <a:cs typeface="Calibri"/>
              </a:rPr>
              <a:t>2</a:t>
            </a:r>
          </a:p>
        </p:txBody>
      </p:sp>
      <p:sp>
        <p:nvSpPr>
          <p:cNvPr id="16" name="Rectangle 15">
            <a:extLst>
              <a:ext uri="{FF2B5EF4-FFF2-40B4-BE49-F238E27FC236}">
                <a16:creationId xmlns:a16="http://schemas.microsoft.com/office/drawing/2014/main" id="{CCE058D0-0798-0D0C-20EA-4E04F38829A8}"/>
              </a:ext>
            </a:extLst>
          </p:cNvPr>
          <p:cNvSpPr/>
          <p:nvPr/>
        </p:nvSpPr>
        <p:spPr>
          <a:xfrm>
            <a:off x="490682" y="4698999"/>
            <a:ext cx="219363" cy="242454"/>
          </a:xfrm>
          <a:prstGeom prst="rect">
            <a:avLst/>
          </a:prstGeom>
          <a:solidFill>
            <a:schemeClr val="accent2">
              <a:lumMod val="40000"/>
              <a:lumOff val="6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200" b="1">
                <a:cs typeface="Calibri"/>
              </a:rPr>
              <a:t>3</a:t>
            </a:r>
          </a:p>
        </p:txBody>
      </p:sp>
      <p:sp>
        <p:nvSpPr>
          <p:cNvPr id="20" name="Rectangle 19">
            <a:extLst>
              <a:ext uri="{FF2B5EF4-FFF2-40B4-BE49-F238E27FC236}">
                <a16:creationId xmlns:a16="http://schemas.microsoft.com/office/drawing/2014/main" id="{841647DA-CAFC-E4BC-73AE-D5D6B6D7A69B}"/>
              </a:ext>
            </a:extLst>
          </p:cNvPr>
          <p:cNvSpPr/>
          <p:nvPr/>
        </p:nvSpPr>
        <p:spPr>
          <a:xfrm>
            <a:off x="4289138" y="1616364"/>
            <a:ext cx="254000" cy="4329545"/>
          </a:xfrm>
          <a:prstGeom prst="rect">
            <a:avLst/>
          </a:prstGeom>
          <a:solidFill>
            <a:schemeClr val="bg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832E2B74-CCE8-F51E-1A68-FEEAE0D43883}"/>
              </a:ext>
            </a:extLst>
          </p:cNvPr>
          <p:cNvSpPr/>
          <p:nvPr/>
        </p:nvSpPr>
        <p:spPr>
          <a:xfrm>
            <a:off x="8260772" y="1616363"/>
            <a:ext cx="254000" cy="4329545"/>
          </a:xfrm>
          <a:prstGeom prst="rect">
            <a:avLst/>
          </a:prstGeom>
          <a:solidFill>
            <a:schemeClr val="bg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B1B839FC-D28C-86A2-0892-2AAAD22951C0}"/>
              </a:ext>
            </a:extLst>
          </p:cNvPr>
          <p:cNvSpPr txBox="1"/>
          <p:nvPr/>
        </p:nvSpPr>
        <p:spPr>
          <a:xfrm>
            <a:off x="5164064" y="1323018"/>
            <a:ext cx="2249239"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b="1">
                <a:latin typeface="Segoe UI"/>
                <a:cs typeface="Segoe UI"/>
              </a:rPr>
              <a:t>Rationale for CapVest</a:t>
            </a:r>
          </a:p>
        </p:txBody>
      </p:sp>
      <p:sp>
        <p:nvSpPr>
          <p:cNvPr id="24" name="TextBox 23">
            <a:extLst>
              <a:ext uri="{FF2B5EF4-FFF2-40B4-BE49-F238E27FC236}">
                <a16:creationId xmlns:a16="http://schemas.microsoft.com/office/drawing/2014/main" id="{B94C1EE6-E798-4AB2-4E22-B3C642927ED9}"/>
              </a:ext>
            </a:extLst>
          </p:cNvPr>
          <p:cNvSpPr txBox="1"/>
          <p:nvPr/>
        </p:nvSpPr>
        <p:spPr>
          <a:xfrm>
            <a:off x="9216517" y="1323017"/>
            <a:ext cx="1822059"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b="1">
                <a:latin typeface="Segoe UI"/>
                <a:cs typeface="Segoe UI"/>
              </a:rPr>
              <a:t>Rationale for BGH</a:t>
            </a:r>
          </a:p>
        </p:txBody>
      </p:sp>
      <p:sp>
        <p:nvSpPr>
          <p:cNvPr id="25" name="TextBox 24">
            <a:extLst>
              <a:ext uri="{FF2B5EF4-FFF2-40B4-BE49-F238E27FC236}">
                <a16:creationId xmlns:a16="http://schemas.microsoft.com/office/drawing/2014/main" id="{DE903FE0-7BB5-7B03-9180-B6E48574D1D8}"/>
              </a:ext>
            </a:extLst>
          </p:cNvPr>
          <p:cNvSpPr txBox="1"/>
          <p:nvPr/>
        </p:nvSpPr>
        <p:spPr>
          <a:xfrm>
            <a:off x="799881" y="1831016"/>
            <a:ext cx="3149786" cy="29238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AU" sz="1300" b="1">
                <a:latin typeface="Segoe UI"/>
                <a:cs typeface="Segoe UI"/>
              </a:rPr>
              <a:t>Maximising Shareholder Value</a:t>
            </a:r>
          </a:p>
        </p:txBody>
      </p:sp>
      <p:sp>
        <p:nvSpPr>
          <p:cNvPr id="26" name="TextBox 25">
            <a:extLst>
              <a:ext uri="{FF2B5EF4-FFF2-40B4-BE49-F238E27FC236}">
                <a16:creationId xmlns:a16="http://schemas.microsoft.com/office/drawing/2014/main" id="{66DE277B-F658-C092-8AAC-D7D32B5DBB5E}"/>
              </a:ext>
            </a:extLst>
          </p:cNvPr>
          <p:cNvSpPr txBox="1"/>
          <p:nvPr/>
        </p:nvSpPr>
        <p:spPr>
          <a:xfrm>
            <a:off x="799881" y="3239561"/>
            <a:ext cx="3149786" cy="29238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300" b="1" dirty="0">
                <a:latin typeface="Segoe UI"/>
                <a:ea typeface="+mn-lt"/>
                <a:cs typeface="Segoe UI"/>
              </a:rPr>
              <a:t>Macroeconomic Uncertainty</a:t>
            </a:r>
          </a:p>
        </p:txBody>
      </p:sp>
      <p:sp>
        <p:nvSpPr>
          <p:cNvPr id="27" name="TextBox 26">
            <a:extLst>
              <a:ext uri="{FF2B5EF4-FFF2-40B4-BE49-F238E27FC236}">
                <a16:creationId xmlns:a16="http://schemas.microsoft.com/office/drawing/2014/main" id="{C8420534-AAF3-E43D-671C-D7D79894D03D}"/>
              </a:ext>
            </a:extLst>
          </p:cNvPr>
          <p:cNvSpPr txBox="1"/>
          <p:nvPr/>
        </p:nvSpPr>
        <p:spPr>
          <a:xfrm>
            <a:off x="799881" y="4700061"/>
            <a:ext cx="3149786" cy="29238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300" b="1" dirty="0">
                <a:latin typeface="Segoe UI"/>
                <a:cs typeface="Segoe UI"/>
              </a:rPr>
              <a:t>Facilitate Overseas Expansion</a:t>
            </a:r>
          </a:p>
        </p:txBody>
      </p:sp>
      <p:sp>
        <p:nvSpPr>
          <p:cNvPr id="8" name="Title 2">
            <a:extLst>
              <a:ext uri="{FF2B5EF4-FFF2-40B4-BE49-F238E27FC236}">
                <a16:creationId xmlns:a16="http://schemas.microsoft.com/office/drawing/2014/main" id="{79BC9841-38F2-200C-6BF7-A30C5CB10BAC}"/>
              </a:ext>
            </a:extLst>
          </p:cNvPr>
          <p:cNvSpPr txBox="1">
            <a:spLocks/>
          </p:cNvSpPr>
          <p:nvPr/>
        </p:nvSpPr>
        <p:spPr>
          <a:xfrm>
            <a:off x="300038" y="328349"/>
            <a:ext cx="9065635" cy="40636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AU" sz="3200">
                <a:latin typeface="Segoe UI Light"/>
                <a:cs typeface="Calibri"/>
              </a:rPr>
              <a:t>Rationale for the Transaction</a:t>
            </a:r>
          </a:p>
        </p:txBody>
      </p:sp>
      <p:cxnSp>
        <p:nvCxnSpPr>
          <p:cNvPr id="19" name="Straight Arrow Connector 18">
            <a:extLst>
              <a:ext uri="{FF2B5EF4-FFF2-40B4-BE49-F238E27FC236}">
                <a16:creationId xmlns:a16="http://schemas.microsoft.com/office/drawing/2014/main" id="{A232867E-8FE6-9D8A-632A-90A306FC97B6}"/>
              </a:ext>
            </a:extLst>
          </p:cNvPr>
          <p:cNvCxnSpPr/>
          <p:nvPr/>
        </p:nvCxnSpPr>
        <p:spPr>
          <a:xfrm flipV="1">
            <a:off x="385619" y="763156"/>
            <a:ext cx="11178308" cy="43872"/>
          </a:xfrm>
          <a:prstGeom prst="straightConnector1">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9D562B0F-4921-44AE-7734-D463C469B390}"/>
              </a:ext>
            </a:extLst>
          </p:cNvPr>
          <p:cNvSpPr txBox="1"/>
          <p:nvPr/>
        </p:nvSpPr>
        <p:spPr>
          <a:xfrm>
            <a:off x="307355" y="837382"/>
            <a:ext cx="1085272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rgbClr val="FF0000"/>
                </a:solidFill>
                <a:latin typeface="Segoe UI Semilight"/>
                <a:cs typeface="Segoe UI Light"/>
              </a:rPr>
              <a:t>Whilst Virtus looks to </a:t>
            </a:r>
            <a:r>
              <a:rPr lang="en-US" dirty="0" err="1">
                <a:solidFill>
                  <a:srgbClr val="FF0000"/>
                </a:solidFill>
                <a:latin typeface="Segoe UI Semilight"/>
                <a:cs typeface="Segoe UI Light"/>
              </a:rPr>
              <a:t>capitalise</a:t>
            </a:r>
            <a:r>
              <a:rPr lang="en-US" dirty="0">
                <a:solidFill>
                  <a:srgbClr val="FF0000"/>
                </a:solidFill>
                <a:latin typeface="Segoe UI Semilight"/>
                <a:cs typeface="Segoe UI Light"/>
              </a:rPr>
              <a:t> on a bidding war, </a:t>
            </a:r>
            <a:r>
              <a:rPr lang="en-US" dirty="0" err="1">
                <a:solidFill>
                  <a:srgbClr val="FF0000"/>
                </a:solidFill>
                <a:latin typeface="Segoe UI Semilight"/>
                <a:cs typeface="Segoe UI Light"/>
              </a:rPr>
              <a:t>CapVest</a:t>
            </a:r>
            <a:r>
              <a:rPr lang="en-US" dirty="0">
                <a:solidFill>
                  <a:srgbClr val="FF0000"/>
                </a:solidFill>
                <a:latin typeface="Segoe UI Semilight"/>
                <a:cs typeface="Segoe UI Light"/>
              </a:rPr>
              <a:t> and BGH offers </a:t>
            </a:r>
            <a:r>
              <a:rPr lang="en-US" dirty="0" err="1">
                <a:solidFill>
                  <a:srgbClr val="FF0000"/>
                </a:solidFill>
                <a:latin typeface="Segoe UI Semilight"/>
                <a:cs typeface="Segoe UI Light"/>
              </a:rPr>
              <a:t>centre</a:t>
            </a:r>
            <a:r>
              <a:rPr lang="en-US" dirty="0">
                <a:solidFill>
                  <a:srgbClr val="FF0000"/>
                </a:solidFill>
                <a:latin typeface="Segoe UI Semilight"/>
                <a:cs typeface="Segoe UI Light"/>
              </a:rPr>
              <a:t> around strategic outlooks</a:t>
            </a:r>
          </a:p>
        </p:txBody>
      </p:sp>
      <p:sp>
        <p:nvSpPr>
          <p:cNvPr id="5" name="TextBox 4">
            <a:extLst>
              <a:ext uri="{FF2B5EF4-FFF2-40B4-BE49-F238E27FC236}">
                <a16:creationId xmlns:a16="http://schemas.microsoft.com/office/drawing/2014/main" id="{971A9813-3227-E616-A613-9C2EF55645AC}"/>
              </a:ext>
            </a:extLst>
          </p:cNvPr>
          <p:cNvSpPr txBox="1"/>
          <p:nvPr/>
        </p:nvSpPr>
        <p:spPr>
          <a:xfrm>
            <a:off x="600363" y="2136196"/>
            <a:ext cx="3706093" cy="107978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182880" indent="-182880">
              <a:spcAft>
                <a:spcPts val="500"/>
              </a:spcAft>
              <a:buFont typeface="Wingdings"/>
              <a:buChar char="§"/>
            </a:pPr>
            <a:r>
              <a:rPr lang="en-US" sz="1200" dirty="0">
                <a:latin typeface="Calibri Light"/>
                <a:ea typeface="Calibri Light"/>
                <a:cs typeface="Calibri Light"/>
              </a:rPr>
              <a:t>VRT's share price has been driven up by the bidding war, currently trading at  ~c.70% premium to pre-covid prices</a:t>
            </a:r>
            <a:endParaRPr lang="en-US" dirty="0">
              <a:latin typeface="Calibri"/>
              <a:ea typeface="Calibri"/>
              <a:cs typeface="Calibri"/>
            </a:endParaRPr>
          </a:p>
          <a:p>
            <a:pPr marL="182880" indent="-182880">
              <a:spcAft>
                <a:spcPts val="500"/>
              </a:spcAft>
              <a:buFont typeface="Wingdings"/>
              <a:buChar char="§"/>
            </a:pPr>
            <a:r>
              <a:rPr lang="en-US" sz="1200" dirty="0">
                <a:latin typeface="Calibri Light"/>
                <a:cs typeface="Segoe UI"/>
              </a:rPr>
              <a:t>A failure to reach a deal would likely see a drastic fall in the share price</a:t>
            </a:r>
            <a:endParaRPr lang="en-US" dirty="0"/>
          </a:p>
        </p:txBody>
      </p:sp>
      <p:sp>
        <p:nvSpPr>
          <p:cNvPr id="6" name="Rectangle 5">
            <a:extLst>
              <a:ext uri="{FF2B5EF4-FFF2-40B4-BE49-F238E27FC236}">
                <a16:creationId xmlns:a16="http://schemas.microsoft.com/office/drawing/2014/main" id="{3B9EC8F1-E9A7-9377-84FC-2C162D795A18}"/>
              </a:ext>
            </a:extLst>
          </p:cNvPr>
          <p:cNvSpPr/>
          <p:nvPr/>
        </p:nvSpPr>
        <p:spPr>
          <a:xfrm>
            <a:off x="4433454" y="1881908"/>
            <a:ext cx="219363" cy="242454"/>
          </a:xfrm>
          <a:prstGeom prst="rect">
            <a:avLst/>
          </a:prstGeom>
          <a:solidFill>
            <a:srgbClr val="3D2A13"/>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a:ea typeface="+mn-lt"/>
                <a:cs typeface="+mn-lt"/>
              </a:rPr>
              <a:t>1</a:t>
            </a:r>
            <a:endParaRPr lang="en-US"/>
          </a:p>
        </p:txBody>
      </p:sp>
      <p:sp>
        <p:nvSpPr>
          <p:cNvPr id="7" name="Rectangle 6">
            <a:extLst>
              <a:ext uri="{FF2B5EF4-FFF2-40B4-BE49-F238E27FC236}">
                <a16:creationId xmlns:a16="http://schemas.microsoft.com/office/drawing/2014/main" id="{578DEA80-5CBD-2375-1C43-545C7175F53D}"/>
              </a:ext>
            </a:extLst>
          </p:cNvPr>
          <p:cNvSpPr/>
          <p:nvPr/>
        </p:nvSpPr>
        <p:spPr>
          <a:xfrm>
            <a:off x="8428181" y="1881908"/>
            <a:ext cx="219363" cy="242454"/>
          </a:xfrm>
          <a:prstGeom prst="rect">
            <a:avLst/>
          </a:prstGeom>
          <a:solidFill>
            <a:srgbClr val="3D2A13"/>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a:ea typeface="+mn-lt"/>
                <a:cs typeface="+mn-lt"/>
              </a:rPr>
              <a:t>1</a:t>
            </a:r>
            <a:endParaRPr lang="en-US"/>
          </a:p>
        </p:txBody>
      </p:sp>
      <p:sp>
        <p:nvSpPr>
          <p:cNvPr id="13" name="Rectangle 12">
            <a:extLst>
              <a:ext uri="{FF2B5EF4-FFF2-40B4-BE49-F238E27FC236}">
                <a16:creationId xmlns:a16="http://schemas.microsoft.com/office/drawing/2014/main" id="{70ED1100-1244-A7A6-CCA2-43C92E0AAA44}"/>
              </a:ext>
            </a:extLst>
          </p:cNvPr>
          <p:cNvSpPr/>
          <p:nvPr/>
        </p:nvSpPr>
        <p:spPr>
          <a:xfrm>
            <a:off x="4433455" y="3273135"/>
            <a:ext cx="219363" cy="242454"/>
          </a:xfrm>
          <a:prstGeom prst="rect">
            <a:avLst/>
          </a:prstGeom>
          <a:solidFill>
            <a:srgbClr val="CFBBA3"/>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200" b="1">
                <a:cs typeface="Calibri"/>
              </a:rPr>
              <a:t>2</a:t>
            </a:r>
          </a:p>
        </p:txBody>
      </p:sp>
      <p:sp>
        <p:nvSpPr>
          <p:cNvPr id="17" name="Rectangle 16">
            <a:extLst>
              <a:ext uri="{FF2B5EF4-FFF2-40B4-BE49-F238E27FC236}">
                <a16:creationId xmlns:a16="http://schemas.microsoft.com/office/drawing/2014/main" id="{CD430828-8702-82A7-3F03-4B40ADEF0231}"/>
              </a:ext>
            </a:extLst>
          </p:cNvPr>
          <p:cNvSpPr/>
          <p:nvPr/>
        </p:nvSpPr>
        <p:spPr>
          <a:xfrm>
            <a:off x="8405091" y="3238498"/>
            <a:ext cx="219363" cy="242454"/>
          </a:xfrm>
          <a:prstGeom prst="rect">
            <a:avLst/>
          </a:prstGeom>
          <a:solidFill>
            <a:srgbClr val="CFBBA3"/>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200" b="1">
                <a:cs typeface="Calibri"/>
              </a:rPr>
              <a:t>2</a:t>
            </a:r>
          </a:p>
        </p:txBody>
      </p:sp>
      <p:sp>
        <p:nvSpPr>
          <p:cNvPr id="18" name="Rectangle 17">
            <a:extLst>
              <a:ext uri="{FF2B5EF4-FFF2-40B4-BE49-F238E27FC236}">
                <a16:creationId xmlns:a16="http://schemas.microsoft.com/office/drawing/2014/main" id="{DFC4E02B-4200-0AD1-8995-98EBB325E202}"/>
              </a:ext>
            </a:extLst>
          </p:cNvPr>
          <p:cNvSpPr/>
          <p:nvPr/>
        </p:nvSpPr>
        <p:spPr>
          <a:xfrm>
            <a:off x="4433455" y="4698998"/>
            <a:ext cx="219363" cy="242454"/>
          </a:xfrm>
          <a:prstGeom prst="rect">
            <a:avLst/>
          </a:prstGeom>
          <a:solidFill>
            <a:schemeClr val="accent2">
              <a:lumMod val="40000"/>
              <a:lumOff val="6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200" b="1">
                <a:cs typeface="Calibri"/>
              </a:rPr>
              <a:t>3</a:t>
            </a:r>
          </a:p>
        </p:txBody>
      </p:sp>
      <p:sp>
        <p:nvSpPr>
          <p:cNvPr id="22" name="Rectangle 21">
            <a:extLst>
              <a:ext uri="{FF2B5EF4-FFF2-40B4-BE49-F238E27FC236}">
                <a16:creationId xmlns:a16="http://schemas.microsoft.com/office/drawing/2014/main" id="{75E9504B-E406-917C-9808-6DF1787E1E75}"/>
              </a:ext>
            </a:extLst>
          </p:cNvPr>
          <p:cNvSpPr/>
          <p:nvPr/>
        </p:nvSpPr>
        <p:spPr>
          <a:xfrm>
            <a:off x="8405090" y="4698999"/>
            <a:ext cx="219363" cy="242454"/>
          </a:xfrm>
          <a:prstGeom prst="rect">
            <a:avLst/>
          </a:prstGeom>
          <a:solidFill>
            <a:schemeClr val="accent2">
              <a:lumMod val="40000"/>
              <a:lumOff val="6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200" b="1">
                <a:cs typeface="Calibri"/>
              </a:rPr>
              <a:t>3</a:t>
            </a:r>
          </a:p>
        </p:txBody>
      </p:sp>
      <p:sp>
        <p:nvSpPr>
          <p:cNvPr id="29" name="TextBox 28">
            <a:extLst>
              <a:ext uri="{FF2B5EF4-FFF2-40B4-BE49-F238E27FC236}">
                <a16:creationId xmlns:a16="http://schemas.microsoft.com/office/drawing/2014/main" id="{6C948A71-BCB5-B712-725B-9EDE37386F26}"/>
              </a:ext>
            </a:extLst>
          </p:cNvPr>
          <p:cNvSpPr txBox="1"/>
          <p:nvPr/>
        </p:nvSpPr>
        <p:spPr>
          <a:xfrm>
            <a:off x="8818199" y="1819470"/>
            <a:ext cx="3149786" cy="29238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AU" sz="1300" b="1">
                <a:latin typeface="Segoe UI"/>
                <a:cs typeface="Segoe UI"/>
              </a:rPr>
              <a:t>Market Timing</a:t>
            </a:r>
          </a:p>
        </p:txBody>
      </p:sp>
      <p:sp>
        <p:nvSpPr>
          <p:cNvPr id="30" name="TextBox 29">
            <a:extLst>
              <a:ext uri="{FF2B5EF4-FFF2-40B4-BE49-F238E27FC236}">
                <a16:creationId xmlns:a16="http://schemas.microsoft.com/office/drawing/2014/main" id="{CE288DF2-F9A7-0CE9-122B-35AAF834B21E}"/>
              </a:ext>
            </a:extLst>
          </p:cNvPr>
          <p:cNvSpPr txBox="1"/>
          <p:nvPr/>
        </p:nvSpPr>
        <p:spPr>
          <a:xfrm>
            <a:off x="8690522" y="3223201"/>
            <a:ext cx="3149786" cy="29238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300" b="1" dirty="0">
                <a:latin typeface="Segoe UI"/>
                <a:ea typeface="+mn-lt"/>
                <a:cs typeface="Segoe UI"/>
              </a:rPr>
              <a:t>Integration Potential</a:t>
            </a:r>
          </a:p>
        </p:txBody>
      </p:sp>
      <p:sp>
        <p:nvSpPr>
          <p:cNvPr id="32" name="TextBox 31">
            <a:extLst>
              <a:ext uri="{FF2B5EF4-FFF2-40B4-BE49-F238E27FC236}">
                <a16:creationId xmlns:a16="http://schemas.microsoft.com/office/drawing/2014/main" id="{26667D1F-2E74-8049-8316-7A6B77970C4E}"/>
              </a:ext>
            </a:extLst>
          </p:cNvPr>
          <p:cNvSpPr txBox="1"/>
          <p:nvPr/>
        </p:nvSpPr>
        <p:spPr>
          <a:xfrm>
            <a:off x="8554477" y="5053746"/>
            <a:ext cx="3677229"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182880" indent="-182880">
              <a:spcAft>
                <a:spcPts val="500"/>
              </a:spcAft>
              <a:buFont typeface="Wingdings"/>
              <a:buChar char="§"/>
            </a:pPr>
            <a:r>
              <a:rPr lang="en-US" sz="1200" dirty="0">
                <a:latin typeface="Calibri Light"/>
                <a:cs typeface="Segoe UI"/>
              </a:rPr>
              <a:t>BGH sees the opportunity to grow VRTs’ market share through expansion into new segments and countries, in the absence of inorganic growth opportunities in Australia due to competition concerns. </a:t>
            </a:r>
          </a:p>
        </p:txBody>
      </p:sp>
      <p:sp>
        <p:nvSpPr>
          <p:cNvPr id="33" name="TextBox 32">
            <a:extLst>
              <a:ext uri="{FF2B5EF4-FFF2-40B4-BE49-F238E27FC236}">
                <a16:creationId xmlns:a16="http://schemas.microsoft.com/office/drawing/2014/main" id="{0C3ACBB6-DD71-05CD-D82B-305847253AE0}"/>
              </a:ext>
            </a:extLst>
          </p:cNvPr>
          <p:cNvSpPr txBox="1"/>
          <p:nvPr/>
        </p:nvSpPr>
        <p:spPr>
          <a:xfrm>
            <a:off x="8772017" y="4648106"/>
            <a:ext cx="3149786" cy="29238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300" b="1" dirty="0">
                <a:latin typeface="Segoe UI"/>
                <a:cs typeface="Segoe UI"/>
              </a:rPr>
              <a:t>Expansion into New Markets</a:t>
            </a:r>
          </a:p>
        </p:txBody>
      </p:sp>
      <p:sp>
        <p:nvSpPr>
          <p:cNvPr id="35" name="TextBox 34">
            <a:extLst>
              <a:ext uri="{FF2B5EF4-FFF2-40B4-BE49-F238E27FC236}">
                <a16:creationId xmlns:a16="http://schemas.microsoft.com/office/drawing/2014/main" id="{C92EBAC9-310D-4686-0428-4A35DA9FD924}"/>
              </a:ext>
            </a:extLst>
          </p:cNvPr>
          <p:cNvSpPr txBox="1"/>
          <p:nvPr/>
        </p:nvSpPr>
        <p:spPr>
          <a:xfrm>
            <a:off x="8505110" y="3580304"/>
            <a:ext cx="3775962" cy="10156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182880" indent="-182880">
              <a:spcAft>
                <a:spcPts val="500"/>
              </a:spcAft>
              <a:buFont typeface="Wingdings"/>
              <a:buChar char="§"/>
            </a:pPr>
            <a:r>
              <a:rPr lang="en-US" sz="1200" dirty="0">
                <a:latin typeface="Calibri Light"/>
                <a:cs typeface="Segoe UI"/>
              </a:rPr>
              <a:t>BGH has a demonstrated history of success in the healthcare industry and there is an opportunity to integrate VRT Health with </a:t>
            </a:r>
            <a:r>
              <a:rPr lang="en-US" sz="1200" dirty="0" err="1">
                <a:latin typeface="Calibri Light"/>
                <a:cs typeface="Segoe UI"/>
              </a:rPr>
              <a:t>Healius</a:t>
            </a:r>
            <a:r>
              <a:rPr lang="en-US" sz="1200" dirty="0">
                <a:latin typeface="Calibri Light"/>
                <a:cs typeface="Segoe UI"/>
              </a:rPr>
              <a:t> Primary Care to increase their presence and create a holistic ARS offering</a:t>
            </a:r>
          </a:p>
        </p:txBody>
      </p:sp>
      <p:sp>
        <p:nvSpPr>
          <p:cNvPr id="36" name="TextBox 35">
            <a:extLst>
              <a:ext uri="{FF2B5EF4-FFF2-40B4-BE49-F238E27FC236}">
                <a16:creationId xmlns:a16="http://schemas.microsoft.com/office/drawing/2014/main" id="{49965E83-D8F3-1A41-45BC-D251B6A6A398}"/>
              </a:ext>
            </a:extLst>
          </p:cNvPr>
          <p:cNvSpPr txBox="1"/>
          <p:nvPr/>
        </p:nvSpPr>
        <p:spPr>
          <a:xfrm>
            <a:off x="622247" y="3602318"/>
            <a:ext cx="3666891"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182880" indent="-182880">
              <a:spcAft>
                <a:spcPts val="500"/>
              </a:spcAft>
              <a:buFont typeface="Wingdings"/>
              <a:buChar char="§"/>
            </a:pPr>
            <a:r>
              <a:rPr lang="en-GB" sz="1200" dirty="0">
                <a:solidFill>
                  <a:srgbClr val="000000"/>
                </a:solidFill>
                <a:latin typeface="Calibri Light"/>
                <a:cs typeface="Segoe UI"/>
              </a:rPr>
              <a:t>With ongoing uncertainty regarding the Delta Variant/Ukraine conflict, the tabled offer provides asymmetric upside by eliminating downside risk and providing an attractive premium</a:t>
            </a:r>
          </a:p>
        </p:txBody>
      </p:sp>
      <p:sp>
        <p:nvSpPr>
          <p:cNvPr id="37" name="TextBox 36">
            <a:extLst>
              <a:ext uri="{FF2B5EF4-FFF2-40B4-BE49-F238E27FC236}">
                <a16:creationId xmlns:a16="http://schemas.microsoft.com/office/drawing/2014/main" id="{58064B91-401E-F3D1-F4EB-E8C19CCD12C6}"/>
              </a:ext>
            </a:extLst>
          </p:cNvPr>
          <p:cNvSpPr txBox="1"/>
          <p:nvPr/>
        </p:nvSpPr>
        <p:spPr>
          <a:xfrm>
            <a:off x="4764624" y="1842706"/>
            <a:ext cx="3149786" cy="49244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300" b="1" dirty="0" err="1">
                <a:latin typeface="Segoe UI"/>
                <a:ea typeface="+mn-lt"/>
                <a:cs typeface="Segoe UI"/>
              </a:rPr>
              <a:t>CapVest</a:t>
            </a:r>
            <a:r>
              <a:rPr lang="en-US" sz="1300" b="1" dirty="0">
                <a:latin typeface="Segoe UI"/>
                <a:ea typeface="+mn-lt"/>
                <a:cs typeface="Segoe UI"/>
              </a:rPr>
              <a:t> has extensively researched the ARS sector</a:t>
            </a:r>
          </a:p>
        </p:txBody>
      </p:sp>
      <p:sp>
        <p:nvSpPr>
          <p:cNvPr id="38" name="TextBox 37">
            <a:extLst>
              <a:ext uri="{FF2B5EF4-FFF2-40B4-BE49-F238E27FC236}">
                <a16:creationId xmlns:a16="http://schemas.microsoft.com/office/drawing/2014/main" id="{8665B112-98C0-B60D-0D94-392AACBA3DFB}"/>
              </a:ext>
            </a:extLst>
          </p:cNvPr>
          <p:cNvSpPr txBox="1"/>
          <p:nvPr/>
        </p:nvSpPr>
        <p:spPr>
          <a:xfrm>
            <a:off x="4558066" y="3669238"/>
            <a:ext cx="3703747"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182880" indent="-182880">
              <a:spcAft>
                <a:spcPts val="500"/>
              </a:spcAft>
              <a:buFont typeface="Wingdings"/>
              <a:buChar char="§"/>
            </a:pPr>
            <a:r>
              <a:rPr lang="en-AU" sz="1200" dirty="0">
                <a:latin typeface="Calibri Light"/>
                <a:cs typeface="Segoe UI"/>
              </a:rPr>
              <a:t>The opportunity to acquire the leading Australian player in an industry that is set to benefit from favourable demographics and has significant barriers to entry.</a:t>
            </a:r>
          </a:p>
        </p:txBody>
      </p:sp>
      <p:sp>
        <p:nvSpPr>
          <p:cNvPr id="39" name="TextBox 38">
            <a:extLst>
              <a:ext uri="{FF2B5EF4-FFF2-40B4-BE49-F238E27FC236}">
                <a16:creationId xmlns:a16="http://schemas.microsoft.com/office/drawing/2014/main" id="{4EE2ACC8-1270-D692-168E-FE76140E0E42}"/>
              </a:ext>
            </a:extLst>
          </p:cNvPr>
          <p:cNvSpPr txBox="1"/>
          <p:nvPr/>
        </p:nvSpPr>
        <p:spPr>
          <a:xfrm>
            <a:off x="4559107" y="4960131"/>
            <a:ext cx="3717634"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182880" indent="-182880">
              <a:spcAft>
                <a:spcPts val="500"/>
              </a:spcAft>
              <a:buFont typeface="Wingdings"/>
              <a:buChar char="§"/>
            </a:pPr>
            <a:r>
              <a:rPr lang="en-US" sz="1200" dirty="0">
                <a:latin typeface="Calibri Light"/>
                <a:cs typeface="Segoe UI"/>
              </a:rPr>
              <a:t>It is likely that </a:t>
            </a:r>
            <a:r>
              <a:rPr lang="en-US" sz="1200" dirty="0" err="1">
                <a:latin typeface="Calibri Light"/>
                <a:cs typeface="Segoe UI"/>
              </a:rPr>
              <a:t>CapVest</a:t>
            </a:r>
            <a:r>
              <a:rPr lang="en-US" sz="1200" dirty="0">
                <a:latin typeface="Calibri Light"/>
                <a:cs typeface="Segoe UI"/>
              </a:rPr>
              <a:t> had been assessing a potential acquisition of VRT for a significant period of time,  before the BGH bid forced their hand. </a:t>
            </a:r>
          </a:p>
        </p:txBody>
      </p:sp>
      <p:sp>
        <p:nvSpPr>
          <p:cNvPr id="40" name="TextBox 39">
            <a:extLst>
              <a:ext uri="{FF2B5EF4-FFF2-40B4-BE49-F238E27FC236}">
                <a16:creationId xmlns:a16="http://schemas.microsoft.com/office/drawing/2014/main" id="{3E250F49-D764-FDA8-7A0D-EDC74E24B7DE}"/>
              </a:ext>
            </a:extLst>
          </p:cNvPr>
          <p:cNvSpPr txBox="1"/>
          <p:nvPr/>
        </p:nvSpPr>
        <p:spPr>
          <a:xfrm>
            <a:off x="4560796" y="2268176"/>
            <a:ext cx="3703747"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182880" indent="-182880">
              <a:spcAft>
                <a:spcPts val="500"/>
              </a:spcAft>
              <a:buFont typeface="Wingdings"/>
              <a:buChar char="§"/>
            </a:pPr>
            <a:r>
              <a:rPr lang="en-US" sz="1200" dirty="0" err="1">
                <a:latin typeface="Calibri Light"/>
                <a:cs typeface="Segoe UI"/>
              </a:rPr>
              <a:t>CapVest</a:t>
            </a:r>
            <a:r>
              <a:rPr lang="en-US" sz="1200" dirty="0">
                <a:latin typeface="Calibri Light"/>
                <a:cs typeface="Segoe UI"/>
              </a:rPr>
              <a:t> </a:t>
            </a:r>
            <a:r>
              <a:rPr lang="en-AU" sz="1200" dirty="0">
                <a:latin typeface="Calibri Light"/>
                <a:cs typeface="Segoe UI"/>
              </a:rPr>
              <a:t>stated that they spent 5+ researching the ARS industry to gain a nuanced understanding of the market dynamics and growth drivers, and have thus r</a:t>
            </a:r>
            <a:r>
              <a:rPr lang="en-AU" sz="1200" dirty="0">
                <a:latin typeface="Calibri Light"/>
                <a:ea typeface="Calibri Light"/>
                <a:cs typeface="Segoe UI"/>
              </a:rPr>
              <a:t>ecognised that VRT is the best acquisition target in</a:t>
            </a:r>
            <a:endParaRPr lang="en-US" sz="1200" dirty="0">
              <a:latin typeface="Calibri Light"/>
              <a:ea typeface="Calibri Light"/>
              <a:cs typeface="Segoe UI"/>
            </a:endParaRPr>
          </a:p>
        </p:txBody>
      </p:sp>
      <p:sp>
        <p:nvSpPr>
          <p:cNvPr id="41" name="TextBox 40">
            <a:extLst>
              <a:ext uri="{FF2B5EF4-FFF2-40B4-BE49-F238E27FC236}">
                <a16:creationId xmlns:a16="http://schemas.microsoft.com/office/drawing/2014/main" id="{52CEBBBD-C95B-07FF-7A9B-9319BA3F2799}"/>
              </a:ext>
            </a:extLst>
          </p:cNvPr>
          <p:cNvSpPr txBox="1"/>
          <p:nvPr/>
        </p:nvSpPr>
        <p:spPr>
          <a:xfrm>
            <a:off x="4739450" y="3273135"/>
            <a:ext cx="3492904" cy="29238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300" b="1" dirty="0">
                <a:latin typeface="Segoe UI"/>
                <a:ea typeface="+mn-lt"/>
                <a:cs typeface="Segoe UI"/>
              </a:rPr>
              <a:t>Virtus Health is the market leader in </a:t>
            </a:r>
            <a:r>
              <a:rPr lang="en-US" sz="1300" b="1" dirty="0" err="1">
                <a:latin typeface="Segoe UI"/>
                <a:ea typeface="+mn-lt"/>
                <a:cs typeface="Segoe UI"/>
              </a:rPr>
              <a:t>Aus</a:t>
            </a:r>
            <a:endParaRPr lang="en-US" dirty="0"/>
          </a:p>
        </p:txBody>
      </p:sp>
      <p:sp>
        <p:nvSpPr>
          <p:cNvPr id="42" name="TextBox 41">
            <a:extLst>
              <a:ext uri="{FF2B5EF4-FFF2-40B4-BE49-F238E27FC236}">
                <a16:creationId xmlns:a16="http://schemas.microsoft.com/office/drawing/2014/main" id="{02A24865-8298-F4C4-D307-6153C233BE67}"/>
              </a:ext>
            </a:extLst>
          </p:cNvPr>
          <p:cNvSpPr txBox="1"/>
          <p:nvPr/>
        </p:nvSpPr>
        <p:spPr>
          <a:xfrm>
            <a:off x="4769615" y="4648106"/>
            <a:ext cx="3149786" cy="29238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300" b="1" dirty="0">
                <a:latin typeface="Segoe UI"/>
                <a:ea typeface="+mn-lt"/>
                <a:cs typeface="Segoe UI"/>
              </a:rPr>
              <a:t>BGH's offer has drawn out a bid</a:t>
            </a:r>
          </a:p>
        </p:txBody>
      </p:sp>
      <p:sp>
        <p:nvSpPr>
          <p:cNvPr id="43" name="TextBox 42">
            <a:extLst>
              <a:ext uri="{FF2B5EF4-FFF2-40B4-BE49-F238E27FC236}">
                <a16:creationId xmlns:a16="http://schemas.microsoft.com/office/drawing/2014/main" id="{E28D399E-08A4-DB5C-2CC7-04D638CA7902}"/>
              </a:ext>
            </a:extLst>
          </p:cNvPr>
          <p:cNvSpPr txBox="1"/>
          <p:nvPr/>
        </p:nvSpPr>
        <p:spPr>
          <a:xfrm>
            <a:off x="8514771" y="2205703"/>
            <a:ext cx="3677229"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182880" indent="-182880">
              <a:spcAft>
                <a:spcPts val="500"/>
              </a:spcAft>
              <a:buFont typeface="Wingdings"/>
              <a:buChar char="§"/>
            </a:pPr>
            <a:r>
              <a:rPr lang="en-US" sz="1200" dirty="0">
                <a:latin typeface="Calibri Light"/>
                <a:cs typeface="Segoe UI"/>
              </a:rPr>
              <a:t>When BGH made their initial offer VRT was trading at a c.40% discount to their 2021 peak levels, despite their long term operational and intrinsic value not changing</a:t>
            </a:r>
          </a:p>
        </p:txBody>
      </p:sp>
      <p:sp>
        <p:nvSpPr>
          <p:cNvPr id="34" name="Rectangle 33">
            <a:extLst>
              <a:ext uri="{FF2B5EF4-FFF2-40B4-BE49-F238E27FC236}">
                <a16:creationId xmlns:a16="http://schemas.microsoft.com/office/drawing/2014/main" id="{483C48A7-EE26-317A-D1E8-EA860FDE7A52}"/>
              </a:ext>
            </a:extLst>
          </p:cNvPr>
          <p:cNvSpPr/>
          <p:nvPr/>
        </p:nvSpPr>
        <p:spPr>
          <a:xfrm>
            <a:off x="-1963624" y="-27429"/>
            <a:ext cx="1922999" cy="706782"/>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cs typeface="Calibri"/>
              </a:rPr>
              <a:t>All</a:t>
            </a:r>
            <a:endParaRPr lang="en-US"/>
          </a:p>
        </p:txBody>
      </p:sp>
      <p:sp>
        <p:nvSpPr>
          <p:cNvPr id="47" name="TextBox 46">
            <a:extLst>
              <a:ext uri="{FF2B5EF4-FFF2-40B4-BE49-F238E27FC236}">
                <a16:creationId xmlns:a16="http://schemas.microsoft.com/office/drawing/2014/main" id="{85F2B6DC-9BB3-E02E-980C-DF98DB5E82D0}"/>
              </a:ext>
            </a:extLst>
          </p:cNvPr>
          <p:cNvSpPr txBox="1"/>
          <p:nvPr/>
        </p:nvSpPr>
        <p:spPr>
          <a:xfrm>
            <a:off x="631095" y="4975248"/>
            <a:ext cx="3666891"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182880" indent="-182880">
              <a:spcAft>
                <a:spcPts val="500"/>
              </a:spcAft>
              <a:buFont typeface="Wingdings"/>
              <a:buChar char="§"/>
            </a:pPr>
            <a:r>
              <a:rPr lang="en-GB" sz="1200" dirty="0">
                <a:latin typeface="Calibri Light"/>
                <a:cs typeface="Segoe UI"/>
              </a:rPr>
              <a:t>In the case that BGH/</a:t>
            </a:r>
            <a:r>
              <a:rPr lang="en-GB" sz="1200" dirty="0" err="1">
                <a:latin typeface="Calibri Light"/>
                <a:cs typeface="Segoe UI"/>
              </a:rPr>
              <a:t>CapVest</a:t>
            </a:r>
            <a:r>
              <a:rPr lang="en-GB" sz="1200" dirty="0">
                <a:latin typeface="Calibri Light"/>
                <a:cs typeface="Segoe UI"/>
              </a:rPr>
              <a:t> acquire a non-controlling stake in VRT, shareholders will benefit from the international scale, operational expertise, and network effects of the two bidders  </a:t>
            </a:r>
            <a:endParaRPr lang="en-GB" sz="1200" dirty="0">
              <a:solidFill>
                <a:srgbClr val="000000"/>
              </a:solidFill>
              <a:latin typeface="Calibri Light"/>
              <a:cs typeface="Segoe UI"/>
            </a:endParaRPr>
          </a:p>
        </p:txBody>
      </p:sp>
      <p:pic>
        <p:nvPicPr>
          <p:cNvPr id="28" name="Picture 4" descr="A picture containing text, clipart&#10;&#10;Description automatically generated">
            <a:extLst>
              <a:ext uri="{FF2B5EF4-FFF2-40B4-BE49-F238E27FC236}">
                <a16:creationId xmlns:a16="http://schemas.microsoft.com/office/drawing/2014/main" id="{A1356DA2-6D18-A503-8AD8-5B805974A988}"/>
              </a:ext>
            </a:extLst>
          </p:cNvPr>
          <p:cNvPicPr>
            <a:picLocks noChangeAspect="1"/>
          </p:cNvPicPr>
          <p:nvPr/>
        </p:nvPicPr>
        <p:blipFill>
          <a:blip r:embed="rId3"/>
          <a:stretch>
            <a:fillRect/>
          </a:stretch>
        </p:blipFill>
        <p:spPr>
          <a:xfrm>
            <a:off x="210353" y="6317975"/>
            <a:ext cx="906857" cy="370354"/>
          </a:xfrm>
          <a:prstGeom prst="rect">
            <a:avLst/>
          </a:prstGeom>
        </p:spPr>
      </p:pic>
    </p:spTree>
    <p:extLst>
      <p:ext uri="{BB962C8B-B14F-4D97-AF65-F5344CB8AC3E}">
        <p14:creationId xmlns:p14="http://schemas.microsoft.com/office/powerpoint/2010/main" val="934712502"/>
      </p:ext>
    </p:extLst>
  </p:cSld>
  <p:clrMapOvr>
    <a:masterClrMapping/>
  </p:clrMapOvr>
  <p:extLst>
    <p:ext uri="{6950BFC3-D8DA-4A85-94F7-54DA5524770B}">
      <p188:commentRel xmlns:p188="http://schemas.microsoft.com/office/powerpoint/2018/8/main" r:id="rId2"/>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a:extLst>
              <a:ext uri="{FF2B5EF4-FFF2-40B4-BE49-F238E27FC236}">
                <a16:creationId xmlns:a16="http://schemas.microsoft.com/office/drawing/2014/main" id="{AC84F134-41B0-E093-900D-9EC4900E34B5}"/>
              </a:ext>
            </a:extLst>
          </p:cNvPr>
          <p:cNvSpPr>
            <a:spLocks noGrp="1"/>
          </p:cNvSpPr>
          <p:nvPr>
            <p:ph type="title"/>
          </p:nvPr>
        </p:nvSpPr>
        <p:spPr>
          <a:xfrm>
            <a:off x="300038" y="328349"/>
            <a:ext cx="9065635" cy="406360"/>
          </a:xfrm>
        </p:spPr>
        <p:txBody>
          <a:bodyPr>
            <a:noAutofit/>
          </a:bodyPr>
          <a:lstStyle/>
          <a:p>
            <a:r>
              <a:rPr lang="en-AU" sz="3200">
                <a:latin typeface="Segoe UI Light"/>
                <a:cs typeface="Calibri"/>
              </a:rPr>
              <a:t>Assessing the offers - Value</a:t>
            </a:r>
          </a:p>
        </p:txBody>
      </p:sp>
      <p:cxnSp>
        <p:nvCxnSpPr>
          <p:cNvPr id="6" name="Straight Arrow Connector 5">
            <a:extLst>
              <a:ext uri="{FF2B5EF4-FFF2-40B4-BE49-F238E27FC236}">
                <a16:creationId xmlns:a16="http://schemas.microsoft.com/office/drawing/2014/main" id="{C5B8DB1B-6396-42E4-9133-229F939AFFFA}"/>
              </a:ext>
            </a:extLst>
          </p:cNvPr>
          <p:cNvCxnSpPr/>
          <p:nvPr/>
        </p:nvCxnSpPr>
        <p:spPr>
          <a:xfrm flipV="1">
            <a:off x="385619" y="763156"/>
            <a:ext cx="11178308" cy="43872"/>
          </a:xfrm>
          <a:prstGeom prst="straightConnector1">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42F0B3DC-26D7-C8D7-2095-150058C60ECD}"/>
              </a:ext>
            </a:extLst>
          </p:cNvPr>
          <p:cNvSpPr txBox="1"/>
          <p:nvPr/>
        </p:nvSpPr>
        <p:spPr>
          <a:xfrm>
            <a:off x="307355" y="837382"/>
            <a:ext cx="1085272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FF0000"/>
                </a:solidFill>
                <a:latin typeface="Segoe UI Semilight"/>
                <a:cs typeface="Segoe UI Light"/>
              </a:rPr>
              <a:t>BGH and </a:t>
            </a:r>
            <a:r>
              <a:rPr lang="en-US" err="1">
                <a:solidFill>
                  <a:srgbClr val="FF0000"/>
                </a:solidFill>
                <a:latin typeface="Segoe UI Semilight"/>
                <a:cs typeface="Segoe UI Light"/>
              </a:rPr>
              <a:t>CapVest's</a:t>
            </a:r>
            <a:r>
              <a:rPr lang="en-US">
                <a:solidFill>
                  <a:srgbClr val="FF0000"/>
                </a:solidFill>
                <a:latin typeface="Segoe UI Semilight"/>
                <a:cs typeface="Segoe UI Light"/>
              </a:rPr>
              <a:t> offer similar share prices, but include distinct structures and additional value features</a:t>
            </a:r>
          </a:p>
        </p:txBody>
      </p:sp>
      <p:sp>
        <p:nvSpPr>
          <p:cNvPr id="10" name="TextBox 9">
            <a:extLst>
              <a:ext uri="{FF2B5EF4-FFF2-40B4-BE49-F238E27FC236}">
                <a16:creationId xmlns:a16="http://schemas.microsoft.com/office/drawing/2014/main" id="{1F93AE4B-1AD3-DF49-A82D-15D970233F59}"/>
              </a:ext>
            </a:extLst>
          </p:cNvPr>
          <p:cNvSpPr txBox="1"/>
          <p:nvPr/>
        </p:nvSpPr>
        <p:spPr>
          <a:xfrm>
            <a:off x="1618156" y="6283641"/>
            <a:ext cx="2089727" cy="246221"/>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a:solidFill>
                  <a:schemeClr val="tx1">
                    <a:lumMod val="65000"/>
                    <a:lumOff val="35000"/>
                  </a:schemeClr>
                </a:solidFill>
                <a:latin typeface="Segoe UI Light"/>
                <a:cs typeface="Calibri"/>
              </a:rPr>
              <a:t>Source: ASX Announcements</a:t>
            </a:r>
            <a:endParaRPr lang="en-US" sz="1000">
              <a:solidFill>
                <a:schemeClr val="tx1">
                  <a:lumMod val="65000"/>
                  <a:lumOff val="35000"/>
                </a:schemeClr>
              </a:solidFill>
              <a:latin typeface="Segoe UI Light"/>
            </a:endParaRPr>
          </a:p>
        </p:txBody>
      </p:sp>
      <p:sp>
        <p:nvSpPr>
          <p:cNvPr id="11" name="TextBox 10">
            <a:extLst>
              <a:ext uri="{FF2B5EF4-FFF2-40B4-BE49-F238E27FC236}">
                <a16:creationId xmlns:a16="http://schemas.microsoft.com/office/drawing/2014/main" id="{349C726F-08F9-3D0B-DA8D-F7DF6BF706F6}"/>
              </a:ext>
            </a:extLst>
          </p:cNvPr>
          <p:cNvSpPr txBox="1"/>
          <p:nvPr/>
        </p:nvSpPr>
        <p:spPr>
          <a:xfrm>
            <a:off x="8425996" y="6345909"/>
            <a:ext cx="3539745" cy="246221"/>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a:solidFill>
                  <a:schemeClr val="tx1">
                    <a:lumMod val="65000"/>
                    <a:lumOff val="35000"/>
                  </a:schemeClr>
                </a:solidFill>
                <a:latin typeface="Segoe UI Light"/>
                <a:cs typeface="Calibri"/>
              </a:rPr>
              <a:t>For use in the 2023 UBS IB Development Challenge only</a:t>
            </a:r>
          </a:p>
        </p:txBody>
      </p:sp>
      <p:sp>
        <p:nvSpPr>
          <p:cNvPr id="12" name="Slide Number Placeholder 11">
            <a:extLst>
              <a:ext uri="{FF2B5EF4-FFF2-40B4-BE49-F238E27FC236}">
                <a16:creationId xmlns:a16="http://schemas.microsoft.com/office/drawing/2014/main" id="{5D987FC4-D467-32CB-C941-EFCFA69E6111}"/>
              </a:ext>
            </a:extLst>
          </p:cNvPr>
          <p:cNvSpPr>
            <a:spLocks noGrp="1"/>
          </p:cNvSpPr>
          <p:nvPr>
            <p:ph type="sldNum" sz="quarter" idx="12"/>
          </p:nvPr>
        </p:nvSpPr>
        <p:spPr>
          <a:xfrm>
            <a:off x="9217240" y="6282370"/>
            <a:ext cx="2743200" cy="365125"/>
          </a:xfrm>
        </p:spPr>
        <p:txBody>
          <a:bodyPr/>
          <a:lstStyle/>
          <a:p>
            <a:fld id="{330EA680-D336-4FF7-8B7A-9848BB0A1C32}" type="slidenum">
              <a:rPr lang="en-US" sz="1000" b="1" dirty="0" smtClean="0">
                <a:latin typeface="Segoe UI Light"/>
                <a:cs typeface="Segoe UI Light"/>
              </a:rPr>
              <a:t>6</a:t>
            </a:fld>
            <a:endParaRPr lang="en-US" sz="1000" b="1">
              <a:latin typeface="Segoe UI Light"/>
              <a:cs typeface="Segoe UI Light"/>
            </a:endParaRPr>
          </a:p>
        </p:txBody>
      </p:sp>
      <p:sp>
        <p:nvSpPr>
          <p:cNvPr id="27" name="Rectangle 26">
            <a:extLst>
              <a:ext uri="{FF2B5EF4-FFF2-40B4-BE49-F238E27FC236}">
                <a16:creationId xmlns:a16="http://schemas.microsoft.com/office/drawing/2014/main" id="{467BE263-3BA2-FC16-5098-074BFA8F6990}"/>
              </a:ext>
            </a:extLst>
          </p:cNvPr>
          <p:cNvSpPr/>
          <p:nvPr/>
        </p:nvSpPr>
        <p:spPr>
          <a:xfrm>
            <a:off x="12244456" y="-2760"/>
            <a:ext cx="1744870" cy="706782"/>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cs typeface="Calibri"/>
              </a:rPr>
              <a:t>All</a:t>
            </a:r>
            <a:endParaRPr lang="en-US"/>
          </a:p>
        </p:txBody>
      </p:sp>
      <p:graphicFrame>
        <p:nvGraphicFramePr>
          <p:cNvPr id="2" name="Table 3">
            <a:extLst>
              <a:ext uri="{FF2B5EF4-FFF2-40B4-BE49-F238E27FC236}">
                <a16:creationId xmlns:a16="http://schemas.microsoft.com/office/drawing/2014/main" id="{5D8E7BA7-38A8-934A-FF9B-4B044BE585E0}"/>
              </a:ext>
            </a:extLst>
          </p:cNvPr>
          <p:cNvGraphicFramePr>
            <a:graphicFrameLocks noGrp="1"/>
          </p:cNvGraphicFramePr>
          <p:nvPr>
            <p:extLst>
              <p:ext uri="{D42A27DB-BD31-4B8C-83A1-F6EECF244321}">
                <p14:modId xmlns:p14="http://schemas.microsoft.com/office/powerpoint/2010/main" val="1871029339"/>
              </p:ext>
            </p:extLst>
          </p:nvPr>
        </p:nvGraphicFramePr>
        <p:xfrm>
          <a:off x="1051034" y="1261241"/>
          <a:ext cx="10517102" cy="4483307"/>
        </p:xfrm>
        <a:graphic>
          <a:graphicData uri="http://schemas.openxmlformats.org/drawingml/2006/table">
            <a:tbl>
              <a:tblPr firstRow="1" bandRow="1">
                <a:tableStyleId>{5C22544A-7EE6-4342-B048-85BDC9FD1C3A}</a:tableStyleId>
              </a:tblPr>
              <a:tblGrid>
                <a:gridCol w="1218764">
                  <a:extLst>
                    <a:ext uri="{9D8B030D-6E8A-4147-A177-3AD203B41FA5}">
                      <a16:colId xmlns:a16="http://schemas.microsoft.com/office/drawing/2014/main" val="562556927"/>
                    </a:ext>
                  </a:extLst>
                </a:gridCol>
                <a:gridCol w="2518054">
                  <a:extLst>
                    <a:ext uri="{9D8B030D-6E8A-4147-A177-3AD203B41FA5}">
                      <a16:colId xmlns:a16="http://schemas.microsoft.com/office/drawing/2014/main" val="2196617866"/>
                    </a:ext>
                  </a:extLst>
                </a:gridCol>
                <a:gridCol w="3390142">
                  <a:extLst>
                    <a:ext uri="{9D8B030D-6E8A-4147-A177-3AD203B41FA5}">
                      <a16:colId xmlns:a16="http://schemas.microsoft.com/office/drawing/2014/main" val="3800967722"/>
                    </a:ext>
                  </a:extLst>
                </a:gridCol>
                <a:gridCol w="3390142">
                  <a:extLst>
                    <a:ext uri="{9D8B030D-6E8A-4147-A177-3AD203B41FA5}">
                      <a16:colId xmlns:a16="http://schemas.microsoft.com/office/drawing/2014/main" val="1198705648"/>
                    </a:ext>
                  </a:extLst>
                </a:gridCol>
              </a:tblGrid>
              <a:tr h="426981">
                <a:tc>
                  <a:txBody>
                    <a:bodyPr/>
                    <a:lstStyle/>
                    <a:p>
                      <a:pPr algn="ctr"/>
                      <a:r>
                        <a:rPr lang="en-AU"/>
                        <a:t>Element</a:t>
                      </a:r>
                    </a:p>
                  </a:txBody>
                  <a:tcPr anchor="ctr">
                    <a:lnB w="9525" cap="flat" cmpd="sng" algn="ctr">
                      <a:noFill/>
                      <a:prstDash val="solid"/>
                      <a:round/>
                      <a:headEnd type="none" w="med" len="med"/>
                      <a:tailEnd type="none" w="med" len="med"/>
                    </a:lnB>
                    <a:solidFill>
                      <a:schemeClr val="tx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AU"/>
                        <a:t>BGH - </a:t>
                      </a:r>
                      <a:r>
                        <a:rPr lang="en-AU" sz="1800"/>
                        <a:t>10</a:t>
                      </a:r>
                      <a:r>
                        <a:rPr lang="en-AU" sz="1800" baseline="30000"/>
                        <a:t>th</a:t>
                      </a:r>
                      <a:r>
                        <a:rPr lang="en-AU" sz="1800"/>
                        <a:t> Mar 22</a:t>
                      </a:r>
                    </a:p>
                  </a:txBody>
                  <a:tcPr anchor="ctr">
                    <a:lnB w="9525" cap="flat" cmpd="sng" algn="ctr">
                      <a:noFill/>
                      <a:prstDash val="solid"/>
                      <a:round/>
                      <a:headEnd type="none" w="med" len="med"/>
                      <a:tailEnd type="none" w="med" len="med"/>
                    </a:lnB>
                    <a:solidFill>
                      <a:schemeClr val="tx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AU"/>
                        <a:t>CapVest - </a:t>
                      </a:r>
                      <a:r>
                        <a:rPr lang="en-AU" sz="1800"/>
                        <a:t>14</a:t>
                      </a:r>
                      <a:r>
                        <a:rPr lang="en-AU" sz="1800" baseline="30000"/>
                        <a:t>th</a:t>
                      </a:r>
                      <a:r>
                        <a:rPr lang="en-AU" sz="1800"/>
                        <a:t> Mar 22</a:t>
                      </a:r>
                    </a:p>
                  </a:txBody>
                  <a:tcPr anchor="ctr">
                    <a:lnB w="9525" cap="flat" cmpd="sng" algn="ctr">
                      <a:noFill/>
                      <a:prstDash val="solid"/>
                      <a:round/>
                      <a:headEnd type="none" w="med" len="med"/>
                      <a:tailEnd type="none" w="med" len="med"/>
                    </a:lnB>
                    <a:solidFill>
                      <a:schemeClr val="tx1"/>
                    </a:solidFill>
                  </a:tcPr>
                </a:tc>
                <a:tc>
                  <a:txBody>
                    <a:bodyPr/>
                    <a:lstStyle/>
                    <a:p>
                      <a:pPr algn="ctr"/>
                      <a:r>
                        <a:rPr lang="en-AU"/>
                        <a:t>Commentary</a:t>
                      </a:r>
                    </a:p>
                  </a:txBody>
                  <a:tcPr anchor="ctr">
                    <a:lnB w="9525" cap="flat" cmpd="sng" algn="ctr">
                      <a:noFill/>
                      <a:prstDash val="solid"/>
                      <a:round/>
                      <a:headEnd type="none" w="med" len="med"/>
                      <a:tailEnd type="none" w="med" len="med"/>
                    </a:lnB>
                    <a:solidFill>
                      <a:schemeClr val="tx1"/>
                    </a:solidFill>
                  </a:tcPr>
                </a:tc>
                <a:extLst>
                  <a:ext uri="{0D108BD9-81ED-4DB2-BD59-A6C34878D82A}">
                    <a16:rowId xmlns:a16="http://schemas.microsoft.com/office/drawing/2014/main" val="2688493995"/>
                  </a:ext>
                </a:extLst>
              </a:tr>
              <a:tr h="853963">
                <a:tc>
                  <a:txBody>
                    <a:bodyPr/>
                    <a:lstStyle/>
                    <a:p>
                      <a:r>
                        <a:rPr lang="en-AU" sz="1600" b="1">
                          <a:solidFill>
                            <a:srgbClr val="FF0000"/>
                          </a:solidFill>
                        </a:rPr>
                        <a:t>Structure</a:t>
                      </a:r>
                    </a:p>
                  </a:txBody>
                  <a:tcPr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85750" indent="-285750">
                        <a:buFont typeface="Arial" panose="020B0604020202020204" pitchFamily="34" charset="0"/>
                        <a:buChar char="•"/>
                      </a:pPr>
                      <a:r>
                        <a:rPr lang="en-AU" sz="1200" b="1"/>
                        <a:t>Scheme</a:t>
                      </a:r>
                      <a:r>
                        <a:rPr lang="en-AU" sz="1200"/>
                        <a:t> of arrangement</a:t>
                      </a:r>
                    </a:p>
                  </a:txBody>
                  <a:tcPr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85750" indent="-285750">
                        <a:buFont typeface="Arial" panose="020B0604020202020204" pitchFamily="34" charset="0"/>
                        <a:buChar char="•"/>
                      </a:pPr>
                      <a:r>
                        <a:rPr lang="en-AU" sz="1200"/>
                        <a:t>Simultaneous / </a:t>
                      </a:r>
                      <a:r>
                        <a:rPr lang="en-AU" sz="1200" b="1"/>
                        <a:t>dual structure </a:t>
                      </a:r>
                      <a:r>
                        <a:rPr lang="en-AU" sz="1200"/>
                        <a:t>– </a:t>
                      </a:r>
                      <a:r>
                        <a:rPr lang="en-AU" sz="1200" b="1"/>
                        <a:t>Scheme </a:t>
                      </a:r>
                      <a:r>
                        <a:rPr lang="en-AU" sz="1200"/>
                        <a:t>of arrangement </a:t>
                      </a:r>
                      <a:r>
                        <a:rPr lang="en-AU" sz="1200" b="1"/>
                        <a:t>and Off-market takeover</a:t>
                      </a:r>
                    </a:p>
                  </a:txBody>
                  <a:tcPr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85750" indent="-285750">
                        <a:buFont typeface="Arial" panose="020B0604020202020204" pitchFamily="34" charset="0"/>
                        <a:buChar char="•"/>
                      </a:pPr>
                      <a:r>
                        <a:rPr lang="en-AU" sz="1200" b="1"/>
                        <a:t>BGH’s appeals </a:t>
                      </a:r>
                      <a:r>
                        <a:rPr lang="en-AU" sz="1200"/>
                        <a:t>to AGTP and VRT’s public announcement have </a:t>
                      </a:r>
                      <a:r>
                        <a:rPr lang="en-AU" sz="1200" b="1"/>
                        <a:t>tainted friendly nature</a:t>
                      </a:r>
                    </a:p>
                    <a:p>
                      <a:pPr marL="285750" indent="-285750">
                        <a:buFont typeface="Arial" panose="020B0604020202020204" pitchFamily="34" charset="0"/>
                        <a:buChar char="•"/>
                      </a:pPr>
                      <a:r>
                        <a:rPr lang="en-AU" sz="1200"/>
                        <a:t>BGH </a:t>
                      </a:r>
                      <a:r>
                        <a:rPr lang="en-AU" sz="1200" b="1"/>
                        <a:t>may need </a:t>
                      </a:r>
                      <a:r>
                        <a:rPr lang="en-AU" sz="1200"/>
                        <a:t>to introduce </a:t>
                      </a:r>
                      <a:r>
                        <a:rPr lang="en-AU" sz="1200" b="1"/>
                        <a:t>dual structure   </a:t>
                      </a:r>
                    </a:p>
                  </a:txBody>
                  <a:tcPr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5928478"/>
                  </a:ext>
                </a:extLst>
              </a:tr>
              <a:tr h="664193">
                <a:tc>
                  <a:txBody>
                    <a:bodyPr/>
                    <a:lstStyle/>
                    <a:p>
                      <a:r>
                        <a:rPr lang="en-AU" sz="1600" b="1">
                          <a:solidFill>
                            <a:srgbClr val="FF0000"/>
                          </a:solidFill>
                        </a:rPr>
                        <a:t>Price</a:t>
                      </a:r>
                    </a:p>
                  </a:txBody>
                  <a:tcPr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85750" indent="-285750">
                        <a:buFont typeface="Arial" panose="020B0604020202020204" pitchFamily="34" charset="0"/>
                        <a:buChar char="•"/>
                      </a:pPr>
                      <a:r>
                        <a:rPr lang="en-AU" sz="1200" b="1"/>
                        <a:t>A$8.10</a:t>
                      </a:r>
                      <a:r>
                        <a:rPr lang="en-AU" sz="1200"/>
                        <a:t> per share</a:t>
                      </a:r>
                    </a:p>
                  </a:txBody>
                  <a:tcPr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85750" indent="-285750">
                        <a:buFont typeface="Arial" panose="020B0604020202020204" pitchFamily="34" charset="0"/>
                        <a:buChar char="•"/>
                      </a:pPr>
                      <a:r>
                        <a:rPr lang="en-AU" sz="1200" b="1"/>
                        <a:t>A$8.25 </a:t>
                      </a:r>
                      <a:r>
                        <a:rPr lang="en-AU" sz="1200"/>
                        <a:t>cash for scheme</a:t>
                      </a:r>
                    </a:p>
                    <a:p>
                      <a:pPr marL="285750" indent="-285750">
                        <a:buFont typeface="Arial" panose="020B0604020202020204" pitchFamily="34" charset="0"/>
                        <a:buChar char="•"/>
                      </a:pPr>
                      <a:r>
                        <a:rPr lang="en-AU" sz="1200" b="1"/>
                        <a:t>A$8.10</a:t>
                      </a:r>
                      <a:r>
                        <a:rPr lang="en-AU" sz="1200"/>
                        <a:t> cash for off-market takeover</a:t>
                      </a:r>
                    </a:p>
                  </a:txBody>
                  <a:tcPr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85750" indent="-285750">
                        <a:buFont typeface="Arial" panose="020B0604020202020204" pitchFamily="34" charset="0"/>
                        <a:buChar char="•"/>
                      </a:pPr>
                      <a:r>
                        <a:rPr lang="en-AU" sz="1200" b="1"/>
                        <a:t>CapVest’s </a:t>
                      </a:r>
                      <a:r>
                        <a:rPr lang="en-AU" sz="1200"/>
                        <a:t>scheme </a:t>
                      </a:r>
                      <a:r>
                        <a:rPr lang="en-AU" sz="1200" b="1"/>
                        <a:t>more attractive</a:t>
                      </a:r>
                    </a:p>
                    <a:p>
                      <a:pPr marL="285750" indent="-285750">
                        <a:buFont typeface="Arial" panose="020B0604020202020204" pitchFamily="34" charset="0"/>
                        <a:buChar char="•"/>
                      </a:pPr>
                      <a:r>
                        <a:rPr lang="en-AU" sz="1200" b="1"/>
                        <a:t>BGH’s to </a:t>
                      </a:r>
                      <a:r>
                        <a:rPr lang="en-AU" sz="1200"/>
                        <a:t>use 19.9% stake to </a:t>
                      </a:r>
                      <a:r>
                        <a:rPr lang="en-AU" sz="1200" b="1"/>
                        <a:t>block </a:t>
                      </a:r>
                      <a:r>
                        <a:rPr lang="en-AU" sz="1200"/>
                        <a:t>scheme</a:t>
                      </a:r>
                    </a:p>
                    <a:p>
                      <a:pPr marL="285750" indent="-285750">
                        <a:buFont typeface="Arial" panose="020B0604020202020204" pitchFamily="34" charset="0"/>
                        <a:buChar char="•"/>
                      </a:pPr>
                      <a:r>
                        <a:rPr lang="en-AU" sz="1200"/>
                        <a:t>If successful, value is equal</a:t>
                      </a:r>
                    </a:p>
                  </a:txBody>
                  <a:tcPr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57221779"/>
                  </a:ext>
                </a:extLst>
              </a:tr>
              <a:tr h="925127">
                <a:tc>
                  <a:txBody>
                    <a:bodyPr/>
                    <a:lstStyle/>
                    <a:p>
                      <a:r>
                        <a:rPr lang="en-AU" sz="1600" b="1">
                          <a:solidFill>
                            <a:srgbClr val="FF0000"/>
                          </a:solidFill>
                        </a:rPr>
                        <a:t>Premium to undisturbed  (A$5.21)</a:t>
                      </a:r>
                    </a:p>
                  </a:txBody>
                  <a:tcPr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85750" indent="-285750">
                        <a:buFont typeface="Arial" panose="020B0604020202020204" pitchFamily="34" charset="0"/>
                        <a:buChar char="•"/>
                      </a:pPr>
                      <a:r>
                        <a:rPr lang="en-AU" sz="1200" b="1"/>
                        <a:t>Scheme </a:t>
                      </a:r>
                      <a:r>
                        <a:rPr lang="en-AU" sz="1200"/>
                        <a:t>represents a </a:t>
                      </a:r>
                      <a:r>
                        <a:rPr lang="en-AU" sz="1200" b="1"/>
                        <a:t>55.5% premium </a:t>
                      </a:r>
                    </a:p>
                  </a:txBody>
                  <a:tcPr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85750" indent="-285750">
                        <a:buFont typeface="Arial" panose="020B0604020202020204" pitchFamily="34" charset="0"/>
                        <a:buChar char="•"/>
                      </a:pPr>
                      <a:r>
                        <a:rPr lang="en-AU" sz="1200" b="1"/>
                        <a:t>Scheme </a:t>
                      </a:r>
                      <a:r>
                        <a:rPr lang="en-AU" sz="1200"/>
                        <a:t>represents a </a:t>
                      </a:r>
                      <a:r>
                        <a:rPr lang="en-AU" sz="1200" b="1"/>
                        <a:t>58.3% premium </a:t>
                      </a:r>
                    </a:p>
                    <a:p>
                      <a:pPr marL="285750" indent="-285750">
                        <a:buFont typeface="Arial" panose="020B0604020202020204" pitchFamily="34" charset="0"/>
                        <a:buChar char="•"/>
                      </a:pPr>
                      <a:r>
                        <a:rPr lang="en-AU" sz="1200" b="1"/>
                        <a:t>Off-market </a:t>
                      </a:r>
                      <a:r>
                        <a:rPr lang="en-AU" sz="1200"/>
                        <a:t>represents a </a:t>
                      </a:r>
                      <a:r>
                        <a:rPr lang="en-AU" sz="1200" b="1"/>
                        <a:t>55.5% premium </a:t>
                      </a:r>
                    </a:p>
                  </a:txBody>
                  <a:tcPr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85750" indent="-285750">
                        <a:buFont typeface="Arial" panose="020B0604020202020204" pitchFamily="34" charset="0"/>
                        <a:buChar char="•"/>
                      </a:pPr>
                      <a:r>
                        <a:rPr lang="en-AU" sz="1200"/>
                        <a:t>As above</a:t>
                      </a:r>
                    </a:p>
                  </a:txBody>
                  <a:tcPr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27371747"/>
                  </a:ext>
                </a:extLst>
              </a:tr>
              <a:tr h="1613043">
                <a:tc>
                  <a:txBody>
                    <a:bodyPr/>
                    <a:lstStyle/>
                    <a:p>
                      <a:r>
                        <a:rPr lang="en-AU" sz="1600" b="1">
                          <a:solidFill>
                            <a:srgbClr val="FF0000"/>
                          </a:solidFill>
                        </a:rPr>
                        <a:t>Additional Value Features</a:t>
                      </a:r>
                    </a:p>
                  </a:txBody>
                  <a:tcPr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85750" indent="-285750">
                        <a:buFont typeface="Arial" panose="020B0604020202020204" pitchFamily="34" charset="0"/>
                        <a:buChar char="•"/>
                      </a:pPr>
                      <a:r>
                        <a:rPr lang="en-AU" sz="1200" b="1"/>
                        <a:t>Major </a:t>
                      </a:r>
                      <a:r>
                        <a:rPr lang="en-AU" sz="1200"/>
                        <a:t>fertility specialist </a:t>
                      </a:r>
                      <a:r>
                        <a:rPr lang="en-AU" sz="1200" b="1"/>
                        <a:t>shareholders </a:t>
                      </a:r>
                      <a:r>
                        <a:rPr lang="en-AU" sz="1200"/>
                        <a:t>may wish to </a:t>
                      </a:r>
                      <a:r>
                        <a:rPr lang="en-AU" sz="1200" b="1"/>
                        <a:t>continue exposure </a:t>
                      </a:r>
                      <a:r>
                        <a:rPr lang="en-AU" sz="1200"/>
                        <a:t>to VRT</a:t>
                      </a:r>
                      <a:endParaRPr lang="en-US" sz="1200"/>
                    </a:p>
                    <a:p>
                      <a:pPr marL="285750" lvl="0" indent="-285750">
                        <a:buFont typeface="Arial" panose="020B0604020202020204" pitchFamily="34" charset="0"/>
                        <a:buChar char="•"/>
                      </a:pPr>
                      <a:r>
                        <a:rPr lang="en-AU" sz="1200"/>
                        <a:t>BGH has proposed cash and </a:t>
                      </a:r>
                      <a:r>
                        <a:rPr lang="en-AU" sz="1200" b="1"/>
                        <a:t>scrip alternative </a:t>
                      </a:r>
                      <a:r>
                        <a:rPr lang="en-AU" sz="1200"/>
                        <a:t>to these shareholders</a:t>
                      </a:r>
                    </a:p>
                  </a:txBody>
                  <a:tcPr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85750" indent="-285750">
                        <a:buFont typeface="Arial" panose="020B0604020202020204" pitchFamily="34" charset="0"/>
                        <a:buChar char="•"/>
                      </a:pPr>
                      <a:r>
                        <a:rPr lang="en-AU" sz="1200"/>
                        <a:t>A </a:t>
                      </a:r>
                      <a:r>
                        <a:rPr lang="en-AU" sz="1200" b="1"/>
                        <a:t>fully franked special dividend </a:t>
                      </a:r>
                      <a:r>
                        <a:rPr lang="en-AU" sz="1200"/>
                        <a:t>providing up to </a:t>
                      </a:r>
                      <a:r>
                        <a:rPr lang="en-AU" sz="1200" b="1"/>
                        <a:t>A$0.44/share</a:t>
                      </a:r>
                      <a:r>
                        <a:rPr lang="en-AU" sz="1200"/>
                        <a:t> </a:t>
                      </a:r>
                    </a:p>
                    <a:p>
                      <a:pPr marL="285750" indent="-285750">
                        <a:buFont typeface="Arial" panose="020B0604020202020204" pitchFamily="34" charset="0"/>
                        <a:buChar char="•"/>
                      </a:pPr>
                      <a:r>
                        <a:rPr lang="en-AU" sz="1200"/>
                        <a:t>Shareholders could release up to </a:t>
                      </a:r>
                      <a:r>
                        <a:rPr lang="en-AU" sz="1200" b="1"/>
                        <a:t>A$0.19/share in franking credits </a:t>
                      </a:r>
                      <a:r>
                        <a:rPr lang="en-AU" sz="1200"/>
                        <a:t>attached</a:t>
                      </a:r>
                    </a:p>
                    <a:p>
                      <a:pPr marL="285750" indent="-285750">
                        <a:buFont typeface="Arial" panose="020B0604020202020204" pitchFamily="34" charset="0"/>
                        <a:buChar char="•"/>
                      </a:pPr>
                      <a:r>
                        <a:rPr lang="en-AU" sz="1200" b="1"/>
                        <a:t>Amount payable </a:t>
                      </a:r>
                      <a:r>
                        <a:rPr lang="en-AU" sz="1200"/>
                        <a:t>by CapVest under Scheme or Takeover Offer will be </a:t>
                      </a:r>
                      <a:r>
                        <a:rPr lang="en-AU" sz="1200" b="1"/>
                        <a:t>reduced by </a:t>
                      </a:r>
                      <a:r>
                        <a:rPr lang="en-AU" sz="1200"/>
                        <a:t>amount of </a:t>
                      </a:r>
                      <a:r>
                        <a:rPr lang="en-AU" sz="1200" b="1"/>
                        <a:t>special dividend </a:t>
                      </a:r>
                    </a:p>
                  </a:txBody>
                  <a:tcPr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85750" indent="-285750">
                        <a:buFont typeface="Arial" panose="020B0604020202020204" pitchFamily="34" charset="0"/>
                        <a:buChar char="•"/>
                      </a:pPr>
                      <a:r>
                        <a:rPr lang="en-AU" sz="1200" b="1"/>
                        <a:t>BGH’s scrip </a:t>
                      </a:r>
                      <a:r>
                        <a:rPr lang="en-AU" sz="1200"/>
                        <a:t>option is </a:t>
                      </a:r>
                      <a:r>
                        <a:rPr lang="en-AU" sz="1200" b="1"/>
                        <a:t>unique</a:t>
                      </a:r>
                      <a:r>
                        <a:rPr lang="en-AU" sz="1200"/>
                        <a:t>, but introduces added complications </a:t>
                      </a:r>
                    </a:p>
                    <a:p>
                      <a:pPr marL="285750" indent="-285750">
                        <a:buFont typeface="Arial" panose="020B0604020202020204" pitchFamily="34" charset="0"/>
                        <a:buChar char="•"/>
                      </a:pPr>
                      <a:r>
                        <a:rPr lang="en-AU" sz="1200" b="1"/>
                        <a:t>Tax benefits </a:t>
                      </a:r>
                      <a:r>
                        <a:rPr lang="en-AU" sz="1200"/>
                        <a:t>generated from special dividend and </a:t>
                      </a:r>
                      <a:r>
                        <a:rPr lang="en-AU" sz="1200" b="1"/>
                        <a:t>franking credits </a:t>
                      </a:r>
                      <a:r>
                        <a:rPr lang="en-AU" sz="1200"/>
                        <a:t>may allow shareholders to </a:t>
                      </a:r>
                      <a:r>
                        <a:rPr lang="en-AU" sz="1200" b="1"/>
                        <a:t>realise more value </a:t>
                      </a:r>
                      <a:r>
                        <a:rPr lang="en-AU" sz="1200"/>
                        <a:t>than a BGH offer </a:t>
                      </a:r>
                      <a:r>
                        <a:rPr lang="en-AU" sz="1200" b="1"/>
                        <a:t>at same purchase price</a:t>
                      </a:r>
                    </a:p>
                  </a:txBody>
                  <a:tcPr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15352060"/>
                  </a:ext>
                </a:extLst>
              </a:tr>
            </a:tbl>
          </a:graphicData>
        </a:graphic>
      </p:graphicFrame>
      <p:sp>
        <p:nvSpPr>
          <p:cNvPr id="4" name="Rectangle 3">
            <a:extLst>
              <a:ext uri="{FF2B5EF4-FFF2-40B4-BE49-F238E27FC236}">
                <a16:creationId xmlns:a16="http://schemas.microsoft.com/office/drawing/2014/main" id="{8D30AEC2-8AE7-C3D4-2FDA-E35E0D523C1C}"/>
              </a:ext>
            </a:extLst>
          </p:cNvPr>
          <p:cNvSpPr/>
          <p:nvPr/>
        </p:nvSpPr>
        <p:spPr>
          <a:xfrm>
            <a:off x="-2543532" y="85738"/>
            <a:ext cx="2153555" cy="111956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200">
                <a:cs typeface="Calibri"/>
              </a:rPr>
              <a:t>Could put icons on the left for each element</a:t>
            </a:r>
          </a:p>
        </p:txBody>
      </p:sp>
      <p:pic>
        <p:nvPicPr>
          <p:cNvPr id="8" name="Graphic 12" descr="Bullseye with solid fill">
            <a:extLst>
              <a:ext uri="{FF2B5EF4-FFF2-40B4-BE49-F238E27FC236}">
                <a16:creationId xmlns:a16="http://schemas.microsoft.com/office/drawing/2014/main" id="{D7D7314E-0C4B-773C-47C2-27DEA21BE84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639614" y="5021317"/>
            <a:ext cx="914400" cy="914400"/>
          </a:xfrm>
          <a:prstGeom prst="rect">
            <a:avLst/>
          </a:prstGeom>
        </p:spPr>
      </p:pic>
      <p:pic>
        <p:nvPicPr>
          <p:cNvPr id="13" name="Graphic 13" descr="Checklist with solid fill">
            <a:extLst>
              <a:ext uri="{FF2B5EF4-FFF2-40B4-BE49-F238E27FC236}">
                <a16:creationId xmlns:a16="http://schemas.microsoft.com/office/drawing/2014/main" id="{ACD63601-9056-4F06-23A5-BDEF78C21EB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20868" y="1710559"/>
            <a:ext cx="822435" cy="822435"/>
          </a:xfrm>
          <a:prstGeom prst="rect">
            <a:avLst/>
          </a:prstGeom>
        </p:spPr>
      </p:pic>
      <p:pic>
        <p:nvPicPr>
          <p:cNvPr id="14" name="Graphic 14" descr="Clock with solid fill">
            <a:extLst>
              <a:ext uri="{FF2B5EF4-FFF2-40B4-BE49-F238E27FC236}">
                <a16:creationId xmlns:a16="http://schemas.microsoft.com/office/drawing/2014/main" id="{86422C57-1E6D-D6D7-EF38-E8A351A7F89B}"/>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716924" y="3431628"/>
            <a:ext cx="914400" cy="914400"/>
          </a:xfrm>
          <a:prstGeom prst="rect">
            <a:avLst/>
          </a:prstGeom>
        </p:spPr>
      </p:pic>
      <p:pic>
        <p:nvPicPr>
          <p:cNvPr id="15" name="Graphic 15" descr="Dollar with solid fill">
            <a:extLst>
              <a:ext uri="{FF2B5EF4-FFF2-40B4-BE49-F238E27FC236}">
                <a16:creationId xmlns:a16="http://schemas.microsoft.com/office/drawing/2014/main" id="{0374C8AE-D496-E7EE-E67A-0EB67106A87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20868" y="2564524"/>
            <a:ext cx="822435" cy="822435"/>
          </a:xfrm>
          <a:prstGeom prst="rect">
            <a:avLst/>
          </a:prstGeom>
        </p:spPr>
      </p:pic>
      <p:pic>
        <p:nvPicPr>
          <p:cNvPr id="16" name="Graphic 16" descr="Gavel with solid fill">
            <a:extLst>
              <a:ext uri="{FF2B5EF4-FFF2-40B4-BE49-F238E27FC236}">
                <a16:creationId xmlns:a16="http://schemas.microsoft.com/office/drawing/2014/main" id="{76226C23-5869-13DE-4E63-F4E31E83C01A}"/>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468821" y="1408386"/>
            <a:ext cx="914400" cy="914400"/>
          </a:xfrm>
          <a:prstGeom prst="rect">
            <a:avLst/>
          </a:prstGeom>
        </p:spPr>
      </p:pic>
      <p:pic>
        <p:nvPicPr>
          <p:cNvPr id="17" name="Graphic 17" descr="Handshake with solid fill">
            <a:extLst>
              <a:ext uri="{FF2B5EF4-FFF2-40B4-BE49-F238E27FC236}">
                <a16:creationId xmlns:a16="http://schemas.microsoft.com/office/drawing/2014/main" id="{436BCD01-FE72-A127-7958-D011647E443B}"/>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1363717" y="2787869"/>
            <a:ext cx="914400" cy="914400"/>
          </a:xfrm>
          <a:prstGeom prst="rect">
            <a:avLst/>
          </a:prstGeom>
        </p:spPr>
      </p:pic>
      <p:pic>
        <p:nvPicPr>
          <p:cNvPr id="18" name="Graphic 18" descr="Medical with solid fill">
            <a:extLst>
              <a:ext uri="{FF2B5EF4-FFF2-40B4-BE49-F238E27FC236}">
                <a16:creationId xmlns:a16="http://schemas.microsoft.com/office/drawing/2014/main" id="{ECAF46E5-0A1F-E4C3-8946-C36FA9144483}"/>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119228" y="4638676"/>
            <a:ext cx="822435" cy="822435"/>
          </a:xfrm>
          <a:prstGeom prst="rect">
            <a:avLst/>
          </a:prstGeom>
        </p:spPr>
      </p:pic>
      <p:pic>
        <p:nvPicPr>
          <p:cNvPr id="19" name="Graphic 19" descr="Pie chart with solid fill">
            <a:extLst>
              <a:ext uri="{FF2B5EF4-FFF2-40B4-BE49-F238E27FC236}">
                <a16:creationId xmlns:a16="http://schemas.microsoft.com/office/drawing/2014/main" id="{71576FB7-6A39-71BE-8033-802211228323}"/>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1380139" y="6069068"/>
            <a:ext cx="914400" cy="914400"/>
          </a:xfrm>
          <a:prstGeom prst="rect">
            <a:avLst/>
          </a:prstGeom>
        </p:spPr>
      </p:pic>
      <p:pic>
        <p:nvPicPr>
          <p:cNvPr id="20" name="Graphic 20" descr="Target with solid fill">
            <a:extLst>
              <a:ext uri="{FF2B5EF4-FFF2-40B4-BE49-F238E27FC236}">
                <a16:creationId xmlns:a16="http://schemas.microsoft.com/office/drawing/2014/main" id="{FB316294-CED1-97CD-EEC7-6CC0279F62F6}"/>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2537919" y="6080563"/>
            <a:ext cx="914400" cy="914400"/>
          </a:xfrm>
          <a:prstGeom prst="rect">
            <a:avLst/>
          </a:prstGeom>
        </p:spPr>
      </p:pic>
      <p:pic>
        <p:nvPicPr>
          <p:cNvPr id="21" name="Graphic 21" descr="Transfer with solid fill">
            <a:extLst>
              <a:ext uri="{FF2B5EF4-FFF2-40B4-BE49-F238E27FC236}">
                <a16:creationId xmlns:a16="http://schemas.microsoft.com/office/drawing/2014/main" id="{4CBE0FD4-4A32-419E-BD33-A8076C4F8A4D}"/>
              </a:ext>
            </a:extLst>
          </p:cNvPr>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2539561" y="2268921"/>
            <a:ext cx="914400" cy="914400"/>
          </a:xfrm>
          <a:prstGeom prst="rect">
            <a:avLst/>
          </a:prstGeom>
        </p:spPr>
      </p:pic>
      <p:pic>
        <p:nvPicPr>
          <p:cNvPr id="22" name="Graphic 14" descr="Money with solid fill">
            <a:extLst>
              <a:ext uri="{FF2B5EF4-FFF2-40B4-BE49-F238E27FC236}">
                <a16:creationId xmlns:a16="http://schemas.microsoft.com/office/drawing/2014/main" id="{AA9B61D3-A3BC-425F-9133-1194BF2F49F8}"/>
              </a:ext>
            </a:extLst>
          </p:cNvPr>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3452648" y="1474076"/>
            <a:ext cx="914400" cy="914400"/>
          </a:xfrm>
          <a:prstGeom prst="rect">
            <a:avLst/>
          </a:prstGeom>
        </p:spPr>
      </p:pic>
      <p:pic>
        <p:nvPicPr>
          <p:cNvPr id="23" name="Graphic 15" descr="Scales of justice with solid fill">
            <a:extLst>
              <a:ext uri="{FF2B5EF4-FFF2-40B4-BE49-F238E27FC236}">
                <a16:creationId xmlns:a16="http://schemas.microsoft.com/office/drawing/2014/main" id="{842C2091-FBD4-7D85-3A56-4FBD1326C9D0}"/>
              </a:ext>
            </a:extLst>
          </p:cNvPr>
          <p:cNvPicPr>
            <a:picLocks noChangeAspect="1"/>
          </p:cNvPicPr>
          <p:nvPr/>
        </p:nvPicPr>
        <p:blipFill>
          <a:blip r:embed="rId24">
            <a:extLst>
              <a:ext uri="{96DAC541-7B7A-43D3-8B79-37D633B846F1}">
                <asvg:svgBlip xmlns:asvg="http://schemas.microsoft.com/office/drawing/2016/SVG/main" r:embed="rId25"/>
              </a:ext>
            </a:extLst>
          </a:blip>
          <a:stretch>
            <a:fillRect/>
          </a:stretch>
        </p:blipFill>
        <p:spPr>
          <a:xfrm>
            <a:off x="-3452648" y="4666593"/>
            <a:ext cx="914400" cy="914400"/>
          </a:xfrm>
          <a:prstGeom prst="rect">
            <a:avLst/>
          </a:prstGeom>
        </p:spPr>
      </p:pic>
      <p:pic>
        <p:nvPicPr>
          <p:cNvPr id="24" name="Graphic 16" descr="Bar graph with upward trend with solid fill">
            <a:extLst>
              <a:ext uri="{FF2B5EF4-FFF2-40B4-BE49-F238E27FC236}">
                <a16:creationId xmlns:a16="http://schemas.microsoft.com/office/drawing/2014/main" id="{BE9D4003-635C-BDD9-41B0-02EADCE2A279}"/>
              </a:ext>
            </a:extLst>
          </p:cNvPr>
          <p:cNvPicPr>
            <a:picLocks noChangeAspect="1"/>
          </p:cNvPicPr>
          <p:nvPr/>
        </p:nvPicPr>
        <p:blipFill>
          <a:blip r:embed="rId26">
            <a:extLst>
              <a:ext uri="{96DAC541-7B7A-43D3-8B79-37D633B846F1}">
                <asvg:svgBlip xmlns:asvg="http://schemas.microsoft.com/office/drawing/2016/SVG/main" r:embed="rId27"/>
              </a:ext>
            </a:extLst>
          </a:blip>
          <a:stretch>
            <a:fillRect/>
          </a:stretch>
        </p:blipFill>
        <p:spPr>
          <a:xfrm>
            <a:off x="120869" y="3392213"/>
            <a:ext cx="822435" cy="822435"/>
          </a:xfrm>
          <a:prstGeom prst="rect">
            <a:avLst/>
          </a:prstGeom>
        </p:spPr>
      </p:pic>
      <p:pic>
        <p:nvPicPr>
          <p:cNvPr id="25" name="Graphic 17" descr="Books with solid fill">
            <a:extLst>
              <a:ext uri="{FF2B5EF4-FFF2-40B4-BE49-F238E27FC236}">
                <a16:creationId xmlns:a16="http://schemas.microsoft.com/office/drawing/2014/main" id="{FFA2CDEF-69A7-DD17-1308-22963353BC7A}"/>
              </a:ext>
            </a:extLst>
          </p:cNvPr>
          <p:cNvPicPr>
            <a:picLocks noChangeAspect="1"/>
          </p:cNvPicPr>
          <p:nvPr/>
        </p:nvPicPr>
        <p:blipFill>
          <a:blip r:embed="rId28">
            <a:extLst>
              <a:ext uri="{96DAC541-7B7A-43D3-8B79-37D633B846F1}">
                <asvg:svgBlip xmlns:asvg="http://schemas.microsoft.com/office/drawing/2016/SVG/main" r:embed="rId29"/>
              </a:ext>
            </a:extLst>
          </a:blip>
          <a:stretch>
            <a:fillRect/>
          </a:stretch>
        </p:blipFill>
        <p:spPr>
          <a:xfrm>
            <a:off x="-3452648" y="2511972"/>
            <a:ext cx="914400" cy="914400"/>
          </a:xfrm>
          <a:prstGeom prst="rect">
            <a:avLst/>
          </a:prstGeom>
        </p:spPr>
      </p:pic>
      <p:pic>
        <p:nvPicPr>
          <p:cNvPr id="28" name="Picture 4" descr="A picture containing text, clipart&#10;&#10;Description automatically generated">
            <a:extLst>
              <a:ext uri="{FF2B5EF4-FFF2-40B4-BE49-F238E27FC236}">
                <a16:creationId xmlns:a16="http://schemas.microsoft.com/office/drawing/2014/main" id="{78925494-B5D9-1D17-ED0F-64923320DB19}"/>
              </a:ext>
            </a:extLst>
          </p:cNvPr>
          <p:cNvPicPr>
            <a:picLocks noChangeAspect="1"/>
          </p:cNvPicPr>
          <p:nvPr/>
        </p:nvPicPr>
        <p:blipFill>
          <a:blip r:embed="rId30"/>
          <a:stretch>
            <a:fillRect/>
          </a:stretch>
        </p:blipFill>
        <p:spPr>
          <a:xfrm>
            <a:off x="210353" y="6317975"/>
            <a:ext cx="906857" cy="370354"/>
          </a:xfrm>
          <a:prstGeom prst="rect">
            <a:avLst/>
          </a:prstGeom>
        </p:spPr>
      </p:pic>
    </p:spTree>
    <p:extLst>
      <p:ext uri="{BB962C8B-B14F-4D97-AF65-F5344CB8AC3E}">
        <p14:creationId xmlns:p14="http://schemas.microsoft.com/office/powerpoint/2010/main" val="39404201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a:extLst>
              <a:ext uri="{FF2B5EF4-FFF2-40B4-BE49-F238E27FC236}">
                <a16:creationId xmlns:a16="http://schemas.microsoft.com/office/drawing/2014/main" id="{AC84F134-41B0-E093-900D-9EC4900E34B5}"/>
              </a:ext>
            </a:extLst>
          </p:cNvPr>
          <p:cNvSpPr>
            <a:spLocks noGrp="1"/>
          </p:cNvSpPr>
          <p:nvPr>
            <p:ph type="title"/>
          </p:nvPr>
        </p:nvSpPr>
        <p:spPr>
          <a:xfrm>
            <a:off x="300038" y="328349"/>
            <a:ext cx="9065635" cy="406360"/>
          </a:xfrm>
        </p:spPr>
        <p:txBody>
          <a:bodyPr>
            <a:noAutofit/>
          </a:bodyPr>
          <a:lstStyle/>
          <a:p>
            <a:r>
              <a:rPr lang="en-AU" sz="3200">
                <a:latin typeface="Segoe UI Light"/>
                <a:cs typeface="Calibri"/>
              </a:rPr>
              <a:t>Assessing the offers – Key Terms</a:t>
            </a:r>
          </a:p>
        </p:txBody>
      </p:sp>
      <p:cxnSp>
        <p:nvCxnSpPr>
          <p:cNvPr id="6" name="Straight Arrow Connector 5">
            <a:extLst>
              <a:ext uri="{FF2B5EF4-FFF2-40B4-BE49-F238E27FC236}">
                <a16:creationId xmlns:a16="http://schemas.microsoft.com/office/drawing/2014/main" id="{C5B8DB1B-6396-42E4-9133-229F939AFFFA}"/>
              </a:ext>
            </a:extLst>
          </p:cNvPr>
          <p:cNvCxnSpPr/>
          <p:nvPr/>
        </p:nvCxnSpPr>
        <p:spPr>
          <a:xfrm flipV="1">
            <a:off x="385619" y="763156"/>
            <a:ext cx="11178308" cy="43872"/>
          </a:xfrm>
          <a:prstGeom prst="straightConnector1">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42F0B3DC-26D7-C8D7-2095-150058C60ECD}"/>
              </a:ext>
            </a:extLst>
          </p:cNvPr>
          <p:cNvSpPr txBox="1"/>
          <p:nvPr/>
        </p:nvSpPr>
        <p:spPr>
          <a:xfrm>
            <a:off x="307355" y="837382"/>
            <a:ext cx="1085272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rgbClr val="FF0000"/>
                </a:solidFill>
                <a:latin typeface="Segoe UI Semilight"/>
                <a:cs typeface="Segoe UI Light"/>
              </a:rPr>
              <a:t>Primary </a:t>
            </a:r>
            <a:r>
              <a:rPr lang="en-US">
                <a:solidFill>
                  <a:srgbClr val="FF0000"/>
                </a:solidFill>
                <a:latin typeface="Segoe UI Semilight"/>
                <a:cs typeface="Segoe UI Light"/>
              </a:rPr>
              <a:t>non-value</a:t>
            </a:r>
            <a:r>
              <a:rPr lang="en-US" dirty="0">
                <a:solidFill>
                  <a:srgbClr val="FF0000"/>
                </a:solidFill>
                <a:latin typeface="Segoe UI Semilight"/>
                <a:cs typeface="Segoe UI Light"/>
              </a:rPr>
              <a:t> </a:t>
            </a:r>
            <a:r>
              <a:rPr lang="en-US">
                <a:solidFill>
                  <a:srgbClr val="FF0000"/>
                </a:solidFill>
                <a:latin typeface="Segoe UI Semilight"/>
                <a:cs typeface="Segoe UI Light"/>
              </a:rPr>
              <a:t>factors</a:t>
            </a:r>
            <a:r>
              <a:rPr lang="en-US" dirty="0">
                <a:solidFill>
                  <a:srgbClr val="FF0000"/>
                </a:solidFill>
                <a:latin typeface="Segoe UI Semilight"/>
                <a:cs typeface="Segoe UI Light"/>
              </a:rPr>
              <a:t> </a:t>
            </a:r>
            <a:r>
              <a:rPr lang="en-US">
                <a:solidFill>
                  <a:srgbClr val="FF0000"/>
                </a:solidFill>
                <a:latin typeface="Segoe UI Semilight"/>
                <a:cs typeface="Segoe UI Light"/>
              </a:rPr>
              <a:t>that</a:t>
            </a:r>
            <a:r>
              <a:rPr lang="en-US" dirty="0">
                <a:solidFill>
                  <a:srgbClr val="FF0000"/>
                </a:solidFill>
                <a:latin typeface="Segoe UI Semilight"/>
                <a:cs typeface="Segoe UI Light"/>
              </a:rPr>
              <a:t> </a:t>
            </a:r>
            <a:r>
              <a:rPr lang="en-US">
                <a:solidFill>
                  <a:srgbClr val="FF0000"/>
                </a:solidFill>
                <a:latin typeface="Segoe UI Semilight"/>
                <a:cs typeface="Segoe UI Light"/>
              </a:rPr>
              <a:t>Virtus</a:t>
            </a:r>
            <a:r>
              <a:rPr lang="en-US" dirty="0">
                <a:solidFill>
                  <a:srgbClr val="FF0000"/>
                </a:solidFill>
                <a:latin typeface="Segoe UI Semilight"/>
                <a:cs typeface="Segoe UI Light"/>
              </a:rPr>
              <a:t>' Board </a:t>
            </a:r>
            <a:r>
              <a:rPr lang="en-US">
                <a:solidFill>
                  <a:srgbClr val="FF0000"/>
                </a:solidFill>
                <a:latin typeface="Segoe UI Semilight"/>
                <a:cs typeface="Segoe UI Light"/>
              </a:rPr>
              <a:t>are</a:t>
            </a:r>
            <a:r>
              <a:rPr lang="en-US" dirty="0">
                <a:solidFill>
                  <a:srgbClr val="FF0000"/>
                </a:solidFill>
                <a:latin typeface="Segoe UI Semilight"/>
                <a:cs typeface="Segoe UI Light"/>
              </a:rPr>
              <a:t> </a:t>
            </a:r>
            <a:r>
              <a:rPr lang="en-US">
                <a:solidFill>
                  <a:srgbClr val="FF0000"/>
                </a:solidFill>
                <a:latin typeface="Segoe UI Semilight"/>
                <a:cs typeface="Segoe UI Light"/>
              </a:rPr>
              <a:t>concerned</a:t>
            </a:r>
            <a:r>
              <a:rPr lang="en-US" dirty="0">
                <a:solidFill>
                  <a:srgbClr val="FF0000"/>
                </a:solidFill>
                <a:latin typeface="Segoe UI Semilight"/>
                <a:cs typeface="Segoe UI Light"/>
              </a:rPr>
              <a:t> </a:t>
            </a:r>
            <a:r>
              <a:rPr lang="en-US">
                <a:solidFill>
                  <a:srgbClr val="FF0000"/>
                </a:solidFill>
                <a:latin typeface="Segoe UI Semilight"/>
                <a:cs typeface="Segoe UI Light"/>
              </a:rPr>
              <a:t>with</a:t>
            </a:r>
            <a:r>
              <a:rPr lang="en-US" dirty="0">
                <a:solidFill>
                  <a:srgbClr val="FF0000"/>
                </a:solidFill>
                <a:latin typeface="Segoe UI Semilight"/>
                <a:cs typeface="Segoe UI Light"/>
              </a:rPr>
              <a:t> are </a:t>
            </a:r>
            <a:r>
              <a:rPr lang="en-US">
                <a:solidFill>
                  <a:srgbClr val="FF0000"/>
                </a:solidFill>
                <a:latin typeface="Segoe UI Semilight"/>
                <a:cs typeface="Segoe UI Light"/>
              </a:rPr>
              <a:t>funding</a:t>
            </a:r>
            <a:r>
              <a:rPr lang="en-US" dirty="0">
                <a:solidFill>
                  <a:srgbClr val="FF0000"/>
                </a:solidFill>
                <a:latin typeface="Segoe UI Semilight"/>
                <a:cs typeface="Segoe UI Light"/>
              </a:rPr>
              <a:t>, DD, </a:t>
            </a:r>
            <a:r>
              <a:rPr lang="en-US">
                <a:solidFill>
                  <a:srgbClr val="FF0000"/>
                </a:solidFill>
                <a:latin typeface="Segoe UI Semilight"/>
                <a:cs typeface="Segoe UI Light"/>
              </a:rPr>
              <a:t>commitments</a:t>
            </a:r>
            <a:r>
              <a:rPr lang="en-US" dirty="0">
                <a:solidFill>
                  <a:srgbClr val="FF0000"/>
                </a:solidFill>
                <a:latin typeface="Segoe UI Semilight"/>
                <a:cs typeface="Segoe UI Light"/>
              </a:rPr>
              <a:t> &amp; </a:t>
            </a:r>
            <a:r>
              <a:rPr lang="en-US">
                <a:solidFill>
                  <a:srgbClr val="FF0000"/>
                </a:solidFill>
                <a:latin typeface="Segoe UI Semilight"/>
                <a:cs typeface="Segoe UI Light"/>
              </a:rPr>
              <a:t>clauses</a:t>
            </a:r>
            <a:endParaRPr lang="en-US" dirty="0">
              <a:solidFill>
                <a:srgbClr val="FF0000"/>
              </a:solidFill>
              <a:latin typeface="Segoe UI Semilight"/>
              <a:cs typeface="Segoe UI Light"/>
            </a:endParaRPr>
          </a:p>
        </p:txBody>
      </p:sp>
      <p:sp>
        <p:nvSpPr>
          <p:cNvPr id="10" name="TextBox 9">
            <a:extLst>
              <a:ext uri="{FF2B5EF4-FFF2-40B4-BE49-F238E27FC236}">
                <a16:creationId xmlns:a16="http://schemas.microsoft.com/office/drawing/2014/main" id="{1F93AE4B-1AD3-DF49-A82D-15D970233F59}"/>
              </a:ext>
            </a:extLst>
          </p:cNvPr>
          <p:cNvSpPr txBox="1"/>
          <p:nvPr/>
        </p:nvSpPr>
        <p:spPr>
          <a:xfrm>
            <a:off x="1618156" y="6304807"/>
            <a:ext cx="3317393" cy="400110"/>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a:solidFill>
                  <a:schemeClr val="tx1">
                    <a:lumMod val="65000"/>
                    <a:lumOff val="35000"/>
                  </a:schemeClr>
                </a:solidFill>
                <a:latin typeface="Segoe UI Light"/>
                <a:cs typeface="Calibri"/>
              </a:rPr>
              <a:t>Source: ASX</a:t>
            </a:r>
            <a:r>
              <a:rPr lang="en-US" sz="1000">
                <a:solidFill>
                  <a:schemeClr val="tx1">
                    <a:lumMod val="65000"/>
                    <a:lumOff val="35000"/>
                  </a:schemeClr>
                </a:solidFill>
                <a:latin typeface="Segoe UI Light"/>
                <a:ea typeface="+mn-lt"/>
                <a:cs typeface="+mn-lt"/>
              </a:rPr>
              <a:t> Announcements</a:t>
            </a:r>
            <a:endParaRPr lang="en-US" sz="1000">
              <a:solidFill>
                <a:schemeClr val="tx1">
                  <a:lumMod val="65000"/>
                  <a:lumOff val="35000"/>
                </a:schemeClr>
              </a:solidFill>
              <a:latin typeface="Segoe UI Light"/>
              <a:ea typeface="+mn-lt"/>
              <a:cs typeface="Segoe UI Light"/>
            </a:endParaRPr>
          </a:p>
          <a:p>
            <a:r>
              <a:rPr lang="en-AU" sz="1000">
                <a:ea typeface="+mn-lt"/>
                <a:cs typeface="+mn-lt"/>
              </a:rPr>
              <a:t>Note (1): All clauses exclude </a:t>
            </a:r>
            <a:r>
              <a:rPr lang="en-AU" sz="1000" err="1">
                <a:ea typeface="+mn-lt"/>
                <a:cs typeface="+mn-lt"/>
              </a:rPr>
              <a:t>CapVest</a:t>
            </a:r>
            <a:r>
              <a:rPr lang="en-AU" sz="1000">
                <a:ea typeface="+mn-lt"/>
                <a:cs typeface="+mn-lt"/>
              </a:rPr>
              <a:t> unless stated</a:t>
            </a:r>
            <a:endParaRPr lang="en-US" sz="1000">
              <a:solidFill>
                <a:schemeClr val="tx1">
                  <a:lumMod val="65000"/>
                  <a:lumOff val="35000"/>
                </a:schemeClr>
              </a:solidFill>
              <a:latin typeface="Segoe UI Light"/>
              <a:cs typeface="Segoe UI Light"/>
            </a:endParaRPr>
          </a:p>
        </p:txBody>
      </p:sp>
      <p:sp>
        <p:nvSpPr>
          <p:cNvPr id="11" name="TextBox 10">
            <a:extLst>
              <a:ext uri="{FF2B5EF4-FFF2-40B4-BE49-F238E27FC236}">
                <a16:creationId xmlns:a16="http://schemas.microsoft.com/office/drawing/2014/main" id="{349C726F-08F9-3D0B-DA8D-F7DF6BF706F6}"/>
              </a:ext>
            </a:extLst>
          </p:cNvPr>
          <p:cNvSpPr txBox="1"/>
          <p:nvPr/>
        </p:nvSpPr>
        <p:spPr>
          <a:xfrm>
            <a:off x="8425996" y="6345909"/>
            <a:ext cx="3539745" cy="246221"/>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a:solidFill>
                  <a:schemeClr val="tx1">
                    <a:lumMod val="65000"/>
                    <a:lumOff val="35000"/>
                  </a:schemeClr>
                </a:solidFill>
                <a:latin typeface="Segoe UI Light"/>
                <a:cs typeface="Calibri"/>
              </a:rPr>
              <a:t>For use in the 2023 UBS IB Development Challenge only</a:t>
            </a:r>
          </a:p>
        </p:txBody>
      </p:sp>
      <p:sp>
        <p:nvSpPr>
          <p:cNvPr id="12" name="Slide Number Placeholder 11">
            <a:extLst>
              <a:ext uri="{FF2B5EF4-FFF2-40B4-BE49-F238E27FC236}">
                <a16:creationId xmlns:a16="http://schemas.microsoft.com/office/drawing/2014/main" id="{5D987FC4-D467-32CB-C941-EFCFA69E6111}"/>
              </a:ext>
            </a:extLst>
          </p:cNvPr>
          <p:cNvSpPr>
            <a:spLocks noGrp="1"/>
          </p:cNvSpPr>
          <p:nvPr>
            <p:ph type="sldNum" sz="quarter" idx="12"/>
          </p:nvPr>
        </p:nvSpPr>
        <p:spPr>
          <a:xfrm>
            <a:off x="9217240" y="6282370"/>
            <a:ext cx="2743200" cy="365125"/>
          </a:xfrm>
        </p:spPr>
        <p:txBody>
          <a:bodyPr/>
          <a:lstStyle/>
          <a:p>
            <a:fld id="{330EA680-D336-4FF7-8B7A-9848BB0A1C32}" type="slidenum">
              <a:rPr lang="en-US" sz="1000" b="1" dirty="0" smtClean="0">
                <a:latin typeface="Segoe UI Light"/>
                <a:cs typeface="Segoe UI Light"/>
              </a:rPr>
              <a:t>7</a:t>
            </a:fld>
            <a:endParaRPr lang="en-US" sz="1000" b="1">
              <a:latin typeface="Segoe UI Light"/>
              <a:cs typeface="Segoe UI Light"/>
            </a:endParaRPr>
          </a:p>
        </p:txBody>
      </p:sp>
      <p:sp>
        <p:nvSpPr>
          <p:cNvPr id="27" name="Rectangle 26">
            <a:extLst>
              <a:ext uri="{FF2B5EF4-FFF2-40B4-BE49-F238E27FC236}">
                <a16:creationId xmlns:a16="http://schemas.microsoft.com/office/drawing/2014/main" id="{467BE263-3BA2-FC16-5098-074BFA8F6990}"/>
              </a:ext>
            </a:extLst>
          </p:cNvPr>
          <p:cNvSpPr/>
          <p:nvPr/>
        </p:nvSpPr>
        <p:spPr>
          <a:xfrm>
            <a:off x="12244456" y="-2760"/>
            <a:ext cx="1744870" cy="706782"/>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cs typeface="Calibri"/>
              </a:rPr>
              <a:t>All</a:t>
            </a:r>
            <a:endParaRPr lang="en-US"/>
          </a:p>
        </p:txBody>
      </p:sp>
      <p:graphicFrame>
        <p:nvGraphicFramePr>
          <p:cNvPr id="2" name="Table 3">
            <a:extLst>
              <a:ext uri="{FF2B5EF4-FFF2-40B4-BE49-F238E27FC236}">
                <a16:creationId xmlns:a16="http://schemas.microsoft.com/office/drawing/2014/main" id="{5D8E7BA7-38A8-934A-FF9B-4B044BE585E0}"/>
              </a:ext>
            </a:extLst>
          </p:cNvPr>
          <p:cNvGraphicFramePr>
            <a:graphicFrameLocks noGrp="1"/>
          </p:cNvGraphicFramePr>
          <p:nvPr>
            <p:extLst>
              <p:ext uri="{D42A27DB-BD31-4B8C-83A1-F6EECF244321}">
                <p14:modId xmlns:p14="http://schemas.microsoft.com/office/powerpoint/2010/main" val="1231484332"/>
              </p:ext>
            </p:extLst>
          </p:nvPr>
        </p:nvGraphicFramePr>
        <p:xfrm>
          <a:off x="1089506" y="1329672"/>
          <a:ext cx="10474421" cy="4880482"/>
        </p:xfrm>
        <a:graphic>
          <a:graphicData uri="http://schemas.openxmlformats.org/drawingml/2006/table">
            <a:tbl>
              <a:tblPr firstRow="1" bandRow="1">
                <a:tableStyleId>{5C22544A-7EE6-4342-B048-85BDC9FD1C3A}</a:tableStyleId>
              </a:tblPr>
              <a:tblGrid>
                <a:gridCol w="1354849">
                  <a:extLst>
                    <a:ext uri="{9D8B030D-6E8A-4147-A177-3AD203B41FA5}">
                      <a16:colId xmlns:a16="http://schemas.microsoft.com/office/drawing/2014/main" val="562556927"/>
                    </a:ext>
                  </a:extLst>
                </a:gridCol>
                <a:gridCol w="2956948">
                  <a:extLst>
                    <a:ext uri="{9D8B030D-6E8A-4147-A177-3AD203B41FA5}">
                      <a16:colId xmlns:a16="http://schemas.microsoft.com/office/drawing/2014/main" val="2196617866"/>
                    </a:ext>
                  </a:extLst>
                </a:gridCol>
                <a:gridCol w="2786239">
                  <a:extLst>
                    <a:ext uri="{9D8B030D-6E8A-4147-A177-3AD203B41FA5}">
                      <a16:colId xmlns:a16="http://schemas.microsoft.com/office/drawing/2014/main" val="3800967722"/>
                    </a:ext>
                  </a:extLst>
                </a:gridCol>
                <a:gridCol w="3376385">
                  <a:extLst>
                    <a:ext uri="{9D8B030D-6E8A-4147-A177-3AD203B41FA5}">
                      <a16:colId xmlns:a16="http://schemas.microsoft.com/office/drawing/2014/main" val="1198705648"/>
                    </a:ext>
                  </a:extLst>
                </a:gridCol>
              </a:tblGrid>
              <a:tr h="358603">
                <a:tc>
                  <a:txBody>
                    <a:bodyPr/>
                    <a:lstStyle/>
                    <a:p>
                      <a:pPr lvl="0" algn="ctr">
                        <a:buNone/>
                      </a:pPr>
                      <a:r>
                        <a:rPr lang="en-AU" dirty="0"/>
                        <a:t>Element</a:t>
                      </a:r>
                      <a:endParaRPr lang="en-US" dirty="0"/>
                    </a:p>
                  </a:txBody>
                  <a:tcPr anchor="ctr">
                    <a:lnB w="9525" cap="flat" cmpd="sng" algn="ctr">
                      <a:noFill/>
                      <a:prstDash val="solid"/>
                      <a:round/>
                      <a:headEnd type="none" w="med" len="med"/>
                      <a:tailEnd type="none" w="med" len="med"/>
                    </a:lnB>
                    <a:solidFill>
                      <a:schemeClr val="tx1"/>
                    </a:solidFill>
                  </a:tcPr>
                </a:tc>
                <a:tc>
                  <a:txBody>
                    <a:bodyPr/>
                    <a:lstStyle/>
                    <a:p>
                      <a:pPr marL="0" marR="0" lvl="0" indent="0" algn="ctr" defTabSz="914400" rtl="0">
                        <a:lnSpc>
                          <a:spcPct val="100000"/>
                        </a:lnSpc>
                        <a:spcBef>
                          <a:spcPts val="0"/>
                        </a:spcBef>
                        <a:spcAft>
                          <a:spcPts val="0"/>
                        </a:spcAft>
                        <a:buClrTx/>
                        <a:buSzTx/>
                        <a:buFontTx/>
                        <a:buNone/>
                        <a:tabLst/>
                        <a:defRPr/>
                      </a:pPr>
                      <a:r>
                        <a:rPr lang="en-AU"/>
                        <a:t>BGH - </a:t>
                      </a:r>
                      <a:r>
                        <a:rPr lang="en-AU" sz="1800"/>
                        <a:t>10</a:t>
                      </a:r>
                      <a:r>
                        <a:rPr lang="en-AU" sz="1800" baseline="30000"/>
                        <a:t>th</a:t>
                      </a:r>
                      <a:r>
                        <a:rPr lang="en-AU" sz="1800"/>
                        <a:t> Mar 22</a:t>
                      </a:r>
                    </a:p>
                  </a:txBody>
                  <a:tcPr anchor="ctr">
                    <a:lnB w="9525" cap="flat" cmpd="sng" algn="ctr">
                      <a:noFill/>
                      <a:prstDash val="solid"/>
                      <a:round/>
                      <a:headEnd type="none" w="med" len="med"/>
                      <a:tailEnd type="none" w="med" len="med"/>
                    </a:lnB>
                    <a:solidFill>
                      <a:schemeClr val="tx1"/>
                    </a:solidFill>
                  </a:tcPr>
                </a:tc>
                <a:tc>
                  <a:txBody>
                    <a:bodyPr/>
                    <a:lstStyle/>
                    <a:p>
                      <a:pPr marL="0" marR="0" lvl="0" indent="0" algn="ctr" defTabSz="914400" rtl="0">
                        <a:lnSpc>
                          <a:spcPct val="100000"/>
                        </a:lnSpc>
                        <a:spcBef>
                          <a:spcPts val="0"/>
                        </a:spcBef>
                        <a:spcAft>
                          <a:spcPts val="0"/>
                        </a:spcAft>
                        <a:buClrTx/>
                        <a:buSzTx/>
                        <a:buFontTx/>
                        <a:buNone/>
                        <a:tabLst/>
                        <a:defRPr/>
                      </a:pPr>
                      <a:r>
                        <a:rPr lang="en-AU"/>
                        <a:t>CapVest - </a:t>
                      </a:r>
                      <a:r>
                        <a:rPr lang="en-AU" sz="1800"/>
                        <a:t>14</a:t>
                      </a:r>
                      <a:r>
                        <a:rPr lang="en-AU" sz="1800" baseline="30000"/>
                        <a:t>th</a:t>
                      </a:r>
                      <a:r>
                        <a:rPr lang="en-AU" sz="1800"/>
                        <a:t> Mar 22</a:t>
                      </a:r>
                    </a:p>
                  </a:txBody>
                  <a:tcPr anchor="ctr">
                    <a:lnB w="9525" cap="flat" cmpd="sng" algn="ctr">
                      <a:noFill/>
                      <a:prstDash val="solid"/>
                      <a:round/>
                      <a:headEnd type="none" w="med" len="med"/>
                      <a:tailEnd type="none" w="med" len="med"/>
                    </a:lnB>
                    <a:solidFill>
                      <a:schemeClr val="tx1"/>
                    </a:solidFill>
                  </a:tcPr>
                </a:tc>
                <a:tc>
                  <a:txBody>
                    <a:bodyPr/>
                    <a:lstStyle/>
                    <a:p>
                      <a:pPr lvl="0" algn="ctr">
                        <a:buNone/>
                      </a:pPr>
                      <a:r>
                        <a:rPr lang="en-AU"/>
                        <a:t>Commentary</a:t>
                      </a:r>
                    </a:p>
                  </a:txBody>
                  <a:tcPr anchor="ctr">
                    <a:lnB w="9525" cap="flat" cmpd="sng" algn="ctr">
                      <a:noFill/>
                      <a:prstDash val="solid"/>
                      <a:round/>
                      <a:headEnd type="none" w="med" len="med"/>
                      <a:tailEnd type="none" w="med" len="med"/>
                    </a:lnB>
                    <a:solidFill>
                      <a:schemeClr val="tx1"/>
                    </a:solidFill>
                  </a:tcPr>
                </a:tc>
                <a:extLst>
                  <a:ext uri="{0D108BD9-81ED-4DB2-BD59-A6C34878D82A}">
                    <a16:rowId xmlns:a16="http://schemas.microsoft.com/office/drawing/2014/main" val="2688493995"/>
                  </a:ext>
                </a:extLst>
              </a:tr>
              <a:tr h="694796">
                <a:tc>
                  <a:txBody>
                    <a:bodyPr/>
                    <a:lstStyle/>
                    <a:p>
                      <a:r>
                        <a:rPr lang="en-AU" sz="1600" b="1">
                          <a:solidFill>
                            <a:srgbClr val="FF0000"/>
                          </a:solidFill>
                        </a:rPr>
                        <a:t>Funding</a:t>
                      </a:r>
                    </a:p>
                  </a:txBody>
                  <a:tcPr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85750" indent="-285750">
                        <a:buFont typeface="Arial" panose="020B0604020202020204" pitchFamily="34" charset="0"/>
                        <a:buChar char="•"/>
                      </a:pPr>
                      <a:r>
                        <a:rPr lang="en-AU" sz="1400"/>
                        <a:t>Received </a:t>
                      </a:r>
                      <a:r>
                        <a:rPr lang="en-AU" sz="1400" b="1"/>
                        <a:t>highly confident</a:t>
                      </a:r>
                      <a:r>
                        <a:rPr lang="en-AU" sz="1400"/>
                        <a:t> debt financing letters from a number of institutions to support BID</a:t>
                      </a:r>
                    </a:p>
                  </a:txBody>
                  <a:tcPr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85750" indent="-285750">
                        <a:buFont typeface="Arial" panose="020B0604020202020204" pitchFamily="34" charset="0"/>
                        <a:buChar char="•"/>
                      </a:pPr>
                      <a:r>
                        <a:rPr lang="en-AU" sz="1400" b="1"/>
                        <a:t>Fully funded </a:t>
                      </a:r>
                      <a:r>
                        <a:rPr lang="en-AU" sz="1400"/>
                        <a:t>(through CapVest Fund V)</a:t>
                      </a:r>
                    </a:p>
                  </a:txBody>
                  <a:tcPr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85750" indent="-285750">
                        <a:buFont typeface="Arial" panose="020B0604020202020204" pitchFamily="34" charset="0"/>
                        <a:buChar char="•"/>
                      </a:pPr>
                      <a:r>
                        <a:rPr lang="en-AU" sz="1400"/>
                        <a:t>CapVest funding is more secure, but was not at the time of BGH’s recent bid</a:t>
                      </a:r>
                    </a:p>
                    <a:p>
                      <a:pPr marL="285750" indent="-285750">
                        <a:buFont typeface="Arial" panose="020B0604020202020204" pitchFamily="34" charset="0"/>
                        <a:buChar char="•"/>
                      </a:pPr>
                      <a:r>
                        <a:rPr lang="en-AU" sz="1400" b="1"/>
                        <a:t>BGH’s next offer must be fully funded</a:t>
                      </a:r>
                    </a:p>
                  </a:txBody>
                  <a:tcPr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98396406"/>
                  </a:ext>
                </a:extLst>
              </a:tr>
              <a:tr h="896511">
                <a:tc>
                  <a:txBody>
                    <a:bodyPr/>
                    <a:lstStyle/>
                    <a:p>
                      <a:r>
                        <a:rPr lang="en-AU" sz="1600" b="1">
                          <a:solidFill>
                            <a:srgbClr val="FF0000"/>
                          </a:solidFill>
                        </a:rPr>
                        <a:t>Due Diligence</a:t>
                      </a:r>
                      <a:endParaRPr lang="en-US" sz="1600"/>
                    </a:p>
                  </a:txBody>
                  <a:tcPr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85750" indent="-285750">
                        <a:buFont typeface="Arial" panose="020B0604020202020204" pitchFamily="34" charset="0"/>
                        <a:buChar char="•"/>
                      </a:pPr>
                      <a:r>
                        <a:rPr lang="en-AU" sz="1400" b="1"/>
                        <a:t>Limited </a:t>
                      </a:r>
                      <a:r>
                        <a:rPr lang="en-AU" sz="1400"/>
                        <a:t>due to CapVest’s previous exclusivity </a:t>
                      </a:r>
                    </a:p>
                  </a:txBody>
                  <a:tcPr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85750" indent="-285750">
                        <a:buFont typeface="Arial" panose="020B0604020202020204" pitchFamily="34" charset="0"/>
                        <a:buChar char="•"/>
                      </a:pPr>
                      <a:r>
                        <a:rPr lang="en-AU" sz="1400" b="1"/>
                        <a:t>Substantial </a:t>
                      </a:r>
                      <a:r>
                        <a:rPr lang="en-AU" sz="1400"/>
                        <a:t>level undertaken</a:t>
                      </a:r>
                    </a:p>
                  </a:txBody>
                  <a:tcPr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85750" indent="-285750">
                        <a:buFont typeface="Arial" panose="020B0604020202020204" pitchFamily="34" charset="0"/>
                        <a:buChar char="•"/>
                      </a:pPr>
                      <a:r>
                        <a:rPr lang="en-AU" sz="1400"/>
                        <a:t>BGH has had significantly less time to conduct DD, but is unlikely to be granted additional time to catch up</a:t>
                      </a:r>
                    </a:p>
                    <a:p>
                      <a:pPr marL="285750" indent="-285750">
                        <a:buFont typeface="Arial" panose="020B0604020202020204" pitchFamily="34" charset="0"/>
                        <a:buChar char="•"/>
                      </a:pPr>
                      <a:r>
                        <a:rPr lang="en-AU" sz="1400" b="1"/>
                        <a:t>Introduces risk for BGH</a:t>
                      </a:r>
                    </a:p>
                  </a:txBody>
                  <a:tcPr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27628417"/>
                  </a:ext>
                </a:extLst>
              </a:tr>
              <a:tr h="694796">
                <a:tc>
                  <a:txBody>
                    <a:bodyPr/>
                    <a:lstStyle/>
                    <a:p>
                      <a:r>
                        <a:rPr lang="en-AU" sz="1600" b="1">
                          <a:solidFill>
                            <a:srgbClr val="FF0000"/>
                          </a:solidFill>
                        </a:rPr>
                        <a:t>Commitment</a:t>
                      </a:r>
                    </a:p>
                  </a:txBody>
                  <a:tcPr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85750" indent="-285750">
                        <a:buFont typeface="Arial" panose="020B0604020202020204" pitchFamily="34" charset="0"/>
                        <a:buChar char="•"/>
                      </a:pPr>
                      <a:r>
                        <a:rPr lang="en-AU" sz="1400"/>
                        <a:t>Non-binding Indicative Offer </a:t>
                      </a:r>
                      <a:r>
                        <a:rPr lang="en-AU" sz="1400" b="1"/>
                        <a:t>(NBIO)</a:t>
                      </a:r>
                      <a:r>
                        <a:rPr lang="en-AU" sz="1400"/>
                        <a:t> </a:t>
                      </a:r>
                    </a:p>
                  </a:txBody>
                  <a:tcPr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85750" indent="-285750">
                        <a:buFont typeface="Arial" panose="020B0604020202020204" pitchFamily="34" charset="0"/>
                        <a:buChar char="•"/>
                      </a:pPr>
                      <a:r>
                        <a:rPr lang="en-AU" sz="1400"/>
                        <a:t>Binding Implementation Deed </a:t>
                      </a:r>
                      <a:r>
                        <a:rPr lang="en-AU" sz="1400" b="1"/>
                        <a:t>(BID) </a:t>
                      </a:r>
                      <a:r>
                        <a:rPr lang="en-AU" sz="1400"/>
                        <a:t>+ Transaction Implementation Deed </a:t>
                      </a:r>
                      <a:r>
                        <a:rPr lang="en-AU" sz="1400" b="1"/>
                        <a:t>(TID)</a:t>
                      </a:r>
                    </a:p>
                  </a:txBody>
                  <a:tcPr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85750" indent="-285750">
                        <a:buFont typeface="Arial" panose="020B0604020202020204" pitchFamily="34" charset="0"/>
                        <a:buChar char="•"/>
                      </a:pPr>
                      <a:r>
                        <a:rPr lang="en-AU" sz="1400" b="1"/>
                        <a:t>BGH must increase commitment </a:t>
                      </a:r>
                      <a:r>
                        <a:rPr lang="en-AU" sz="1400"/>
                        <a:t>of next bid as it a </a:t>
                      </a:r>
                      <a:r>
                        <a:rPr lang="en-AU" sz="1400" b="1"/>
                        <a:t>key consideration by VRT</a:t>
                      </a:r>
                    </a:p>
                  </a:txBody>
                  <a:tcPr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63466142"/>
                  </a:ext>
                </a:extLst>
              </a:tr>
              <a:tr h="2106802">
                <a:tc>
                  <a:txBody>
                    <a:bodyPr/>
                    <a:lstStyle/>
                    <a:p>
                      <a:r>
                        <a:rPr lang="en-AU" sz="1600" b="1">
                          <a:solidFill>
                            <a:srgbClr val="FF0000"/>
                          </a:solidFill>
                        </a:rPr>
                        <a:t>Provisions &amp; Clauses</a:t>
                      </a:r>
                    </a:p>
                  </a:txBody>
                  <a:tcPr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85750" indent="-285750">
                        <a:buFont typeface="Arial" panose="020B0604020202020204" pitchFamily="34" charset="0"/>
                        <a:buChar char="•"/>
                      </a:pPr>
                      <a:r>
                        <a:rPr lang="en-AU" sz="1400"/>
                        <a:t>Incorporated provisions from previous CapVest PD, plus: </a:t>
                      </a:r>
                      <a:r>
                        <a:rPr lang="en-AU" sz="1400" baseline="30000"/>
                        <a:t>(1)</a:t>
                      </a:r>
                    </a:p>
                    <a:p>
                      <a:pPr marL="285750" lvl="0" indent="-285750">
                        <a:buFont typeface="Arial" panose="020B0604020202020204" pitchFamily="34" charset="0"/>
                        <a:buChar char="•"/>
                      </a:pPr>
                      <a:r>
                        <a:rPr lang="en-AU" sz="1400"/>
                        <a:t>No competing discussions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AU" sz="1400"/>
                        <a:t>No DD (subject to FID)</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AU" sz="1400"/>
                        <a:t>Equal access to non-public information</a:t>
                      </a:r>
                    </a:p>
                    <a:p>
                      <a:pPr marL="285750" marR="0" lvl="0" indent="-285750" algn="l" rtl="0" eaLnBrk="1" fontAlgn="auto" latinLnBrk="0" hangingPunct="1">
                        <a:lnSpc>
                          <a:spcPct val="100000"/>
                        </a:lnSpc>
                        <a:spcBef>
                          <a:spcPts val="0"/>
                        </a:spcBef>
                        <a:spcAft>
                          <a:spcPts val="0"/>
                        </a:spcAft>
                        <a:buClrTx/>
                        <a:buSzTx/>
                        <a:buFont typeface="Arial" panose="020B0604020202020204" pitchFamily="34" charset="0"/>
                        <a:buChar char="•"/>
                      </a:pPr>
                      <a:r>
                        <a:rPr lang="en-AU" sz="1400"/>
                        <a:t>Notification obligation </a:t>
                      </a:r>
                    </a:p>
                    <a:p>
                      <a:pPr marL="285750" marR="0" lvl="0" indent="-285750" algn="l">
                        <a:lnSpc>
                          <a:spcPct val="100000"/>
                        </a:lnSpc>
                        <a:spcBef>
                          <a:spcPts val="0"/>
                        </a:spcBef>
                        <a:spcAft>
                          <a:spcPts val="0"/>
                        </a:spcAft>
                        <a:buClrTx/>
                        <a:buSzTx/>
                        <a:buFont typeface="Arial" panose="020B0604020202020204" pitchFamily="34" charset="0"/>
                        <a:buChar char="•"/>
                      </a:pPr>
                      <a:r>
                        <a:rPr lang="en-AU" sz="1400"/>
                        <a:t>VRT can't enter agreement with CapVest for 20 business days</a:t>
                      </a:r>
                    </a:p>
                  </a:txBody>
                  <a:tcPr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85750" indent="-285750">
                        <a:buFont typeface="Arial" panose="020B0604020202020204" pitchFamily="34" charset="0"/>
                        <a:buChar char="•"/>
                      </a:pPr>
                      <a:r>
                        <a:rPr lang="en-AU" sz="1400"/>
                        <a:t>Similar key provisions and clauses between the parties, bar additional BGH clauses</a:t>
                      </a:r>
                    </a:p>
                    <a:p>
                      <a:pPr marL="285750" lvl="0" indent="-285750">
                        <a:buFont typeface="Arial" panose="020B0604020202020204" pitchFamily="34" charset="0"/>
                        <a:buChar char="•"/>
                      </a:pPr>
                      <a:r>
                        <a:rPr lang="en-AU" sz="1400" b="0" i="0" u="none" strike="noStrike" noProof="0">
                          <a:solidFill>
                            <a:srgbClr val="000000"/>
                          </a:solidFill>
                          <a:latin typeface="Calibri"/>
                        </a:rPr>
                        <a:t>(All clauses exclude CapVest unless stated)</a:t>
                      </a:r>
                      <a:endParaRPr lang="en-AU" sz="1400"/>
                    </a:p>
                  </a:txBody>
                  <a:tcPr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85750" indent="-285750">
                        <a:buFont typeface="Arial" panose="020B0604020202020204" pitchFamily="34" charset="0"/>
                        <a:buChar char="•"/>
                      </a:pPr>
                      <a:r>
                        <a:rPr lang="en-AU" sz="1400"/>
                        <a:t>CapVest likely to add BGH clauses regarding dual exclusivity as mutually beneficial and prevents interlopers</a:t>
                      </a:r>
                    </a:p>
                    <a:p>
                      <a:pPr marL="285750" indent="-285750">
                        <a:buFont typeface="Arial" panose="020B0604020202020204" pitchFamily="34" charset="0"/>
                        <a:buChar char="•"/>
                      </a:pPr>
                      <a:r>
                        <a:rPr lang="en-AU" sz="1400"/>
                        <a:t>BGH’s request to block VRT entering agreements with CapVest for 20 business days is highly unlikely to be approved now as CapVest’s offer has a faster timeline</a:t>
                      </a:r>
                    </a:p>
                  </a:txBody>
                  <a:tcPr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76132333"/>
                  </a:ext>
                </a:extLst>
              </a:tr>
            </a:tbl>
          </a:graphicData>
        </a:graphic>
      </p:graphicFrame>
      <p:sp>
        <p:nvSpPr>
          <p:cNvPr id="13" name="Rectangle 12">
            <a:extLst>
              <a:ext uri="{FF2B5EF4-FFF2-40B4-BE49-F238E27FC236}">
                <a16:creationId xmlns:a16="http://schemas.microsoft.com/office/drawing/2014/main" id="{01B20FED-EB5C-9E18-BD3E-371D293BD556}"/>
              </a:ext>
            </a:extLst>
          </p:cNvPr>
          <p:cNvSpPr/>
          <p:nvPr/>
        </p:nvSpPr>
        <p:spPr>
          <a:xfrm>
            <a:off x="-2543532" y="-203297"/>
            <a:ext cx="2153555" cy="111956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200">
                <a:cs typeface="Calibri"/>
              </a:rPr>
              <a:t>Could put icons on the left for each element</a:t>
            </a:r>
          </a:p>
        </p:txBody>
      </p:sp>
      <p:pic>
        <p:nvPicPr>
          <p:cNvPr id="19" name="Graphic 14" descr="Money with solid fill">
            <a:extLst>
              <a:ext uri="{FF2B5EF4-FFF2-40B4-BE49-F238E27FC236}">
                <a16:creationId xmlns:a16="http://schemas.microsoft.com/office/drawing/2014/main" id="{31431E69-743A-C726-D933-8926E68FD38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60283" y="1526628"/>
            <a:ext cx="822435" cy="822435"/>
          </a:xfrm>
          <a:prstGeom prst="rect">
            <a:avLst/>
          </a:prstGeom>
        </p:spPr>
      </p:pic>
      <p:pic>
        <p:nvPicPr>
          <p:cNvPr id="21" name="Graphic 13" descr="Checklist with solid fill">
            <a:extLst>
              <a:ext uri="{FF2B5EF4-FFF2-40B4-BE49-F238E27FC236}">
                <a16:creationId xmlns:a16="http://schemas.microsoft.com/office/drawing/2014/main" id="{0F741CE4-DAC7-5A7C-DEFB-A71B96B0170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60282" y="2472558"/>
            <a:ext cx="822435" cy="822435"/>
          </a:xfrm>
          <a:prstGeom prst="rect">
            <a:avLst/>
          </a:prstGeom>
        </p:spPr>
      </p:pic>
      <p:pic>
        <p:nvPicPr>
          <p:cNvPr id="23" name="Graphic 17" descr="Handshake with solid fill">
            <a:extLst>
              <a:ext uri="{FF2B5EF4-FFF2-40B4-BE49-F238E27FC236}">
                <a16:creationId xmlns:a16="http://schemas.microsoft.com/office/drawing/2014/main" id="{3B5D0CE4-A1A7-2774-3B10-F5DB04B418CD}"/>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60283" y="3405352"/>
            <a:ext cx="822435" cy="822435"/>
          </a:xfrm>
          <a:prstGeom prst="rect">
            <a:avLst/>
          </a:prstGeom>
        </p:spPr>
      </p:pic>
      <p:pic>
        <p:nvPicPr>
          <p:cNvPr id="25" name="Graphic 15" descr="Scales of justice with solid fill">
            <a:extLst>
              <a:ext uri="{FF2B5EF4-FFF2-40B4-BE49-F238E27FC236}">
                <a16:creationId xmlns:a16="http://schemas.microsoft.com/office/drawing/2014/main" id="{840A3DA2-07C8-D591-81C4-48767B562647}"/>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60283" y="4889938"/>
            <a:ext cx="822435" cy="822435"/>
          </a:xfrm>
          <a:prstGeom prst="rect">
            <a:avLst/>
          </a:prstGeom>
        </p:spPr>
      </p:pic>
      <p:pic>
        <p:nvPicPr>
          <p:cNvPr id="28" name="Picture 4" descr="A picture containing text, clipart&#10;&#10;Description automatically generated">
            <a:extLst>
              <a:ext uri="{FF2B5EF4-FFF2-40B4-BE49-F238E27FC236}">
                <a16:creationId xmlns:a16="http://schemas.microsoft.com/office/drawing/2014/main" id="{61322139-4D45-B512-50B3-0431498D6FEC}"/>
              </a:ext>
            </a:extLst>
          </p:cNvPr>
          <p:cNvPicPr>
            <a:picLocks noChangeAspect="1"/>
          </p:cNvPicPr>
          <p:nvPr/>
        </p:nvPicPr>
        <p:blipFill>
          <a:blip r:embed="rId10"/>
          <a:stretch>
            <a:fillRect/>
          </a:stretch>
        </p:blipFill>
        <p:spPr>
          <a:xfrm>
            <a:off x="210353" y="6317975"/>
            <a:ext cx="906857" cy="370354"/>
          </a:xfrm>
          <a:prstGeom prst="rect">
            <a:avLst/>
          </a:prstGeom>
        </p:spPr>
      </p:pic>
    </p:spTree>
    <p:extLst>
      <p:ext uri="{BB962C8B-B14F-4D97-AF65-F5344CB8AC3E}">
        <p14:creationId xmlns:p14="http://schemas.microsoft.com/office/powerpoint/2010/main" val="18664984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1F93AE4B-1AD3-DF49-A82D-15D970233F59}"/>
              </a:ext>
            </a:extLst>
          </p:cNvPr>
          <p:cNvSpPr txBox="1"/>
          <p:nvPr/>
        </p:nvSpPr>
        <p:spPr>
          <a:xfrm>
            <a:off x="1618156" y="6283641"/>
            <a:ext cx="2089727" cy="246221"/>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a:solidFill>
                  <a:schemeClr val="tx1">
                    <a:lumMod val="65000"/>
                    <a:lumOff val="35000"/>
                  </a:schemeClr>
                </a:solidFill>
                <a:latin typeface="Segoe UI Light"/>
                <a:cs typeface="Calibri"/>
              </a:rPr>
              <a:t>Source: Company Filings. </a:t>
            </a:r>
            <a:endParaRPr lang="en-US" sz="1000">
              <a:solidFill>
                <a:schemeClr val="tx1">
                  <a:lumMod val="65000"/>
                  <a:lumOff val="35000"/>
                </a:schemeClr>
              </a:solidFill>
              <a:latin typeface="Segoe UI Light"/>
            </a:endParaRPr>
          </a:p>
        </p:txBody>
      </p:sp>
      <p:sp>
        <p:nvSpPr>
          <p:cNvPr id="11" name="TextBox 10">
            <a:extLst>
              <a:ext uri="{FF2B5EF4-FFF2-40B4-BE49-F238E27FC236}">
                <a16:creationId xmlns:a16="http://schemas.microsoft.com/office/drawing/2014/main" id="{349C726F-08F9-3D0B-DA8D-F7DF6BF706F6}"/>
              </a:ext>
            </a:extLst>
          </p:cNvPr>
          <p:cNvSpPr txBox="1"/>
          <p:nvPr/>
        </p:nvSpPr>
        <p:spPr>
          <a:xfrm>
            <a:off x="8425996" y="6345909"/>
            <a:ext cx="3539745" cy="246221"/>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a:solidFill>
                  <a:schemeClr val="tx1">
                    <a:lumMod val="65000"/>
                    <a:lumOff val="35000"/>
                  </a:schemeClr>
                </a:solidFill>
                <a:latin typeface="Segoe UI Light"/>
                <a:cs typeface="Calibri"/>
              </a:rPr>
              <a:t>For use in the 2023 UBS IB Development Challenge only</a:t>
            </a:r>
          </a:p>
        </p:txBody>
      </p:sp>
      <p:sp>
        <p:nvSpPr>
          <p:cNvPr id="12" name="Slide Number Placeholder 11">
            <a:extLst>
              <a:ext uri="{FF2B5EF4-FFF2-40B4-BE49-F238E27FC236}">
                <a16:creationId xmlns:a16="http://schemas.microsoft.com/office/drawing/2014/main" id="{5D987FC4-D467-32CB-C941-EFCFA69E6111}"/>
              </a:ext>
            </a:extLst>
          </p:cNvPr>
          <p:cNvSpPr>
            <a:spLocks noGrp="1"/>
          </p:cNvSpPr>
          <p:nvPr>
            <p:ph type="sldNum" sz="quarter" idx="12"/>
          </p:nvPr>
        </p:nvSpPr>
        <p:spPr>
          <a:xfrm>
            <a:off x="9217240" y="6282370"/>
            <a:ext cx="2743200" cy="365125"/>
          </a:xfrm>
        </p:spPr>
        <p:txBody>
          <a:bodyPr/>
          <a:lstStyle/>
          <a:p>
            <a:fld id="{330EA680-D336-4FF7-8B7A-9848BB0A1C32}" type="slidenum">
              <a:rPr lang="en-US" sz="1000" b="1" dirty="0" smtClean="0">
                <a:latin typeface="Segoe UI Light"/>
                <a:cs typeface="Segoe UI Light"/>
              </a:rPr>
              <a:t>8</a:t>
            </a:fld>
            <a:endParaRPr lang="en-US" sz="1000" b="1">
              <a:latin typeface="Segoe UI Light"/>
              <a:cs typeface="Segoe UI Light"/>
            </a:endParaRPr>
          </a:p>
        </p:txBody>
      </p:sp>
      <p:sp>
        <p:nvSpPr>
          <p:cNvPr id="8" name="Title 2">
            <a:extLst>
              <a:ext uri="{FF2B5EF4-FFF2-40B4-BE49-F238E27FC236}">
                <a16:creationId xmlns:a16="http://schemas.microsoft.com/office/drawing/2014/main" id="{B908EC1E-5A39-3CBB-B02F-439A67C5FE08}"/>
              </a:ext>
            </a:extLst>
          </p:cNvPr>
          <p:cNvSpPr txBox="1">
            <a:spLocks/>
          </p:cNvSpPr>
          <p:nvPr/>
        </p:nvSpPr>
        <p:spPr>
          <a:xfrm>
            <a:off x="300038" y="328349"/>
            <a:ext cx="9065635" cy="40636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AU" sz="3200">
                <a:latin typeface="Segoe UI Light"/>
                <a:cs typeface="Calibri"/>
              </a:rPr>
              <a:t>Considerations for BGH’s Improved Offer </a:t>
            </a:r>
          </a:p>
        </p:txBody>
      </p:sp>
      <p:cxnSp>
        <p:nvCxnSpPr>
          <p:cNvPr id="14" name="Straight Arrow Connector 13">
            <a:extLst>
              <a:ext uri="{FF2B5EF4-FFF2-40B4-BE49-F238E27FC236}">
                <a16:creationId xmlns:a16="http://schemas.microsoft.com/office/drawing/2014/main" id="{43759147-50F0-8A1C-2335-2A294ABDC717}"/>
              </a:ext>
            </a:extLst>
          </p:cNvPr>
          <p:cNvCxnSpPr/>
          <p:nvPr/>
        </p:nvCxnSpPr>
        <p:spPr>
          <a:xfrm flipV="1">
            <a:off x="385619" y="763156"/>
            <a:ext cx="11178308" cy="43872"/>
          </a:xfrm>
          <a:prstGeom prst="straightConnector1">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D1FF0424-7EEC-BC55-F6E0-DD99F3F79E50}"/>
              </a:ext>
            </a:extLst>
          </p:cNvPr>
          <p:cNvSpPr txBox="1"/>
          <p:nvPr/>
        </p:nvSpPr>
        <p:spPr>
          <a:xfrm>
            <a:off x="307355" y="837382"/>
            <a:ext cx="10852727"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a:solidFill>
                  <a:srgbClr val="FF0000"/>
                </a:solidFill>
                <a:latin typeface="Segoe UI Semilight"/>
                <a:cs typeface="Segoe UI Light"/>
              </a:rPr>
              <a:t>BGH's</a:t>
            </a:r>
            <a:r>
              <a:rPr lang="en-GB" dirty="0">
                <a:solidFill>
                  <a:srgbClr val="FF0000"/>
                </a:solidFill>
                <a:latin typeface="Segoe UI Semilight"/>
                <a:cs typeface="Segoe UI Light"/>
              </a:rPr>
              <a:t> </a:t>
            </a:r>
            <a:r>
              <a:rPr lang="en-GB">
                <a:solidFill>
                  <a:srgbClr val="FF0000"/>
                </a:solidFill>
                <a:latin typeface="Segoe UI Semilight"/>
                <a:cs typeface="Segoe UI Light"/>
              </a:rPr>
              <a:t>next</a:t>
            </a:r>
            <a:r>
              <a:rPr lang="en-GB" dirty="0">
                <a:solidFill>
                  <a:srgbClr val="FF0000"/>
                </a:solidFill>
                <a:latin typeface="Segoe UI Semilight"/>
                <a:cs typeface="Segoe UI Light"/>
              </a:rPr>
              <a:t> </a:t>
            </a:r>
            <a:r>
              <a:rPr lang="en-GB">
                <a:solidFill>
                  <a:srgbClr val="FF0000"/>
                </a:solidFill>
                <a:latin typeface="Segoe UI Semilight"/>
                <a:cs typeface="Segoe UI Light"/>
              </a:rPr>
              <a:t>offer</a:t>
            </a:r>
            <a:r>
              <a:rPr lang="en-GB" dirty="0">
                <a:solidFill>
                  <a:srgbClr val="FF0000"/>
                </a:solidFill>
                <a:latin typeface="Segoe UI Semilight"/>
                <a:cs typeface="Segoe UI Light"/>
              </a:rPr>
              <a:t> </a:t>
            </a:r>
            <a:r>
              <a:rPr lang="en-GB">
                <a:solidFill>
                  <a:srgbClr val="FF0000"/>
                </a:solidFill>
                <a:latin typeface="Segoe UI Semilight"/>
                <a:cs typeface="Segoe UI Light"/>
              </a:rPr>
              <a:t>must</a:t>
            </a:r>
            <a:r>
              <a:rPr lang="en-GB" dirty="0">
                <a:solidFill>
                  <a:srgbClr val="FF0000"/>
                </a:solidFill>
                <a:latin typeface="Segoe UI Semilight"/>
                <a:cs typeface="Segoe UI Light"/>
              </a:rPr>
              <a:t> </a:t>
            </a:r>
            <a:r>
              <a:rPr lang="en-GB">
                <a:solidFill>
                  <a:srgbClr val="FF0000"/>
                </a:solidFill>
                <a:latin typeface="Segoe UI Semilight"/>
                <a:cs typeface="Segoe UI Light"/>
              </a:rPr>
              <a:t>show</a:t>
            </a:r>
            <a:r>
              <a:rPr lang="en-GB" dirty="0">
                <a:solidFill>
                  <a:srgbClr val="FF0000"/>
                </a:solidFill>
                <a:latin typeface="Segoe UI Semilight"/>
                <a:cs typeface="Segoe UI Light"/>
              </a:rPr>
              <a:t> </a:t>
            </a:r>
            <a:r>
              <a:rPr lang="en-GB">
                <a:solidFill>
                  <a:srgbClr val="FF0000"/>
                </a:solidFill>
                <a:latin typeface="Segoe UI Semilight"/>
                <a:cs typeface="Segoe UI Light"/>
              </a:rPr>
              <a:t>material</a:t>
            </a:r>
            <a:r>
              <a:rPr lang="en-GB" dirty="0">
                <a:solidFill>
                  <a:srgbClr val="FF0000"/>
                </a:solidFill>
                <a:latin typeface="Segoe UI Semilight"/>
                <a:cs typeface="Segoe UI Light"/>
              </a:rPr>
              <a:t> </a:t>
            </a:r>
            <a:r>
              <a:rPr lang="en-GB">
                <a:solidFill>
                  <a:srgbClr val="FF0000"/>
                </a:solidFill>
                <a:latin typeface="Segoe UI Semilight"/>
                <a:cs typeface="Segoe UI Light"/>
              </a:rPr>
              <a:t>improvements</a:t>
            </a:r>
            <a:r>
              <a:rPr lang="en-GB" dirty="0">
                <a:solidFill>
                  <a:srgbClr val="FF0000"/>
                </a:solidFill>
                <a:latin typeface="Segoe UI Semilight"/>
                <a:cs typeface="Segoe UI Light"/>
              </a:rPr>
              <a:t> to </a:t>
            </a:r>
            <a:r>
              <a:rPr lang="en-GB">
                <a:solidFill>
                  <a:srgbClr val="FF0000"/>
                </a:solidFill>
                <a:latin typeface="Segoe UI Semilight"/>
                <a:cs typeface="Segoe UI Light"/>
              </a:rPr>
              <a:t>more</a:t>
            </a:r>
            <a:r>
              <a:rPr lang="en-GB" dirty="0">
                <a:solidFill>
                  <a:srgbClr val="FF0000"/>
                </a:solidFill>
                <a:latin typeface="Segoe UI Semilight"/>
                <a:cs typeface="Segoe UI Light"/>
              </a:rPr>
              <a:t> </a:t>
            </a:r>
            <a:r>
              <a:rPr lang="en-GB">
                <a:solidFill>
                  <a:srgbClr val="FF0000"/>
                </a:solidFill>
                <a:latin typeface="Segoe UI Semilight"/>
                <a:cs typeface="Segoe UI Light"/>
              </a:rPr>
              <a:t>than</a:t>
            </a:r>
            <a:r>
              <a:rPr lang="en-GB" dirty="0">
                <a:solidFill>
                  <a:srgbClr val="FF0000"/>
                </a:solidFill>
                <a:latin typeface="Segoe UI Semilight"/>
                <a:cs typeface="Segoe UI Light"/>
              </a:rPr>
              <a:t> </a:t>
            </a:r>
            <a:r>
              <a:rPr lang="en-GB">
                <a:solidFill>
                  <a:srgbClr val="FF0000"/>
                </a:solidFill>
                <a:latin typeface="Segoe UI Semilight"/>
                <a:cs typeface="Segoe UI Light"/>
              </a:rPr>
              <a:t>value</a:t>
            </a:r>
            <a:r>
              <a:rPr lang="en-GB" dirty="0">
                <a:solidFill>
                  <a:srgbClr val="FF0000"/>
                </a:solidFill>
                <a:latin typeface="Segoe UI Semilight"/>
                <a:cs typeface="Segoe UI Light"/>
              </a:rPr>
              <a:t> </a:t>
            </a:r>
            <a:r>
              <a:rPr lang="en-GB">
                <a:solidFill>
                  <a:srgbClr val="FF0000"/>
                </a:solidFill>
                <a:latin typeface="Segoe UI Semilight"/>
                <a:cs typeface="Segoe UI Light"/>
              </a:rPr>
              <a:t>alone</a:t>
            </a:r>
            <a:r>
              <a:rPr lang="en-GB" dirty="0">
                <a:solidFill>
                  <a:srgbClr val="FF0000"/>
                </a:solidFill>
                <a:latin typeface="Segoe UI Semilight"/>
                <a:cs typeface="Segoe UI Light"/>
              </a:rPr>
              <a:t> as </a:t>
            </a:r>
            <a:r>
              <a:rPr lang="en-GB">
                <a:solidFill>
                  <a:srgbClr val="FF0000"/>
                </a:solidFill>
                <a:latin typeface="Segoe UI Semilight"/>
                <a:cs typeface="Segoe UI Light"/>
              </a:rPr>
              <a:t>other</a:t>
            </a:r>
            <a:r>
              <a:rPr lang="en-GB" dirty="0">
                <a:solidFill>
                  <a:srgbClr val="FF0000"/>
                </a:solidFill>
                <a:latin typeface="Segoe UI Semilight"/>
                <a:cs typeface="Segoe UI Light"/>
              </a:rPr>
              <a:t> </a:t>
            </a:r>
            <a:r>
              <a:rPr lang="en-GB">
                <a:solidFill>
                  <a:srgbClr val="FF0000"/>
                </a:solidFill>
                <a:latin typeface="Segoe UI Semilight"/>
                <a:cs typeface="Segoe UI Light"/>
              </a:rPr>
              <a:t>key</a:t>
            </a:r>
            <a:r>
              <a:rPr lang="en-GB" dirty="0">
                <a:solidFill>
                  <a:srgbClr val="FF0000"/>
                </a:solidFill>
                <a:latin typeface="Segoe UI Semilight"/>
                <a:cs typeface="Segoe UI Light"/>
              </a:rPr>
              <a:t> </a:t>
            </a:r>
            <a:r>
              <a:rPr lang="en-GB">
                <a:solidFill>
                  <a:srgbClr val="FF0000"/>
                </a:solidFill>
                <a:latin typeface="Segoe UI Semilight"/>
                <a:cs typeface="Segoe UI Light"/>
              </a:rPr>
              <a:t>considerations</a:t>
            </a:r>
            <a:r>
              <a:rPr lang="en-GB" dirty="0">
                <a:solidFill>
                  <a:srgbClr val="FF0000"/>
                </a:solidFill>
                <a:latin typeface="Segoe UI Semilight"/>
                <a:cs typeface="Segoe UI Light"/>
              </a:rPr>
              <a:t> </a:t>
            </a:r>
            <a:r>
              <a:rPr lang="en-GB">
                <a:solidFill>
                  <a:srgbClr val="FF0000"/>
                </a:solidFill>
                <a:latin typeface="Segoe UI Semilight"/>
                <a:cs typeface="Segoe UI Light"/>
              </a:rPr>
              <a:t>outlined</a:t>
            </a:r>
            <a:r>
              <a:rPr lang="en-GB" dirty="0">
                <a:solidFill>
                  <a:srgbClr val="FF0000"/>
                </a:solidFill>
                <a:latin typeface="Segoe UI Semilight"/>
                <a:cs typeface="Segoe UI Light"/>
              </a:rPr>
              <a:t> by the VRT Board </a:t>
            </a:r>
            <a:r>
              <a:rPr lang="en-GB">
                <a:solidFill>
                  <a:srgbClr val="FF0000"/>
                </a:solidFill>
                <a:latin typeface="Segoe UI Semilight"/>
                <a:cs typeface="Segoe UI Light"/>
              </a:rPr>
              <a:t>currently</a:t>
            </a:r>
            <a:r>
              <a:rPr lang="en-GB" dirty="0">
                <a:solidFill>
                  <a:srgbClr val="FF0000"/>
                </a:solidFill>
                <a:latin typeface="Segoe UI Semilight"/>
                <a:cs typeface="Segoe UI Light"/>
              </a:rPr>
              <a:t> </a:t>
            </a:r>
            <a:r>
              <a:rPr lang="en-GB">
                <a:solidFill>
                  <a:srgbClr val="FF0000"/>
                </a:solidFill>
                <a:latin typeface="Segoe UI Semilight"/>
                <a:cs typeface="Segoe UI Light"/>
              </a:rPr>
              <a:t>favour</a:t>
            </a:r>
            <a:r>
              <a:rPr lang="en-GB" dirty="0">
                <a:solidFill>
                  <a:srgbClr val="FF0000"/>
                </a:solidFill>
                <a:latin typeface="Segoe UI Semilight"/>
                <a:cs typeface="Segoe UI Light"/>
              </a:rPr>
              <a:t> </a:t>
            </a:r>
            <a:r>
              <a:rPr lang="en-GB" err="1">
                <a:solidFill>
                  <a:srgbClr val="FF0000"/>
                </a:solidFill>
                <a:latin typeface="Segoe UI Semilight"/>
                <a:cs typeface="Segoe UI Light"/>
              </a:rPr>
              <a:t>CapVest’s</a:t>
            </a:r>
            <a:r>
              <a:rPr lang="en-GB" dirty="0">
                <a:solidFill>
                  <a:srgbClr val="FF0000"/>
                </a:solidFill>
                <a:latin typeface="Segoe UI Semilight"/>
                <a:cs typeface="Segoe UI Light"/>
              </a:rPr>
              <a:t> </a:t>
            </a:r>
            <a:r>
              <a:rPr lang="en-GB">
                <a:solidFill>
                  <a:srgbClr val="FF0000"/>
                </a:solidFill>
                <a:latin typeface="Segoe UI Semilight"/>
                <a:cs typeface="Segoe UI Light"/>
              </a:rPr>
              <a:t>outstanding</a:t>
            </a:r>
            <a:r>
              <a:rPr lang="en-GB" dirty="0">
                <a:solidFill>
                  <a:srgbClr val="FF0000"/>
                </a:solidFill>
                <a:latin typeface="Segoe UI Semilight"/>
                <a:cs typeface="Segoe UI Light"/>
              </a:rPr>
              <a:t> </a:t>
            </a:r>
            <a:r>
              <a:rPr lang="en-GB">
                <a:solidFill>
                  <a:srgbClr val="FF0000"/>
                </a:solidFill>
                <a:latin typeface="Segoe UI Semilight"/>
                <a:cs typeface="Segoe UI Light"/>
              </a:rPr>
              <a:t>offer</a:t>
            </a:r>
            <a:endParaRPr lang="en-US" dirty="0">
              <a:solidFill>
                <a:srgbClr val="FF0000"/>
              </a:solidFill>
              <a:latin typeface="Segoe UI Semilight"/>
              <a:cs typeface="Segoe UI Light"/>
            </a:endParaRPr>
          </a:p>
        </p:txBody>
      </p:sp>
      <p:sp>
        <p:nvSpPr>
          <p:cNvPr id="3" name="Rectangle 2">
            <a:extLst>
              <a:ext uri="{FF2B5EF4-FFF2-40B4-BE49-F238E27FC236}">
                <a16:creationId xmlns:a16="http://schemas.microsoft.com/office/drawing/2014/main" id="{F487B56E-8B1E-756F-0E48-DC3488B07DFB}"/>
              </a:ext>
            </a:extLst>
          </p:cNvPr>
          <p:cNvSpPr/>
          <p:nvPr/>
        </p:nvSpPr>
        <p:spPr>
          <a:xfrm>
            <a:off x="-1881499" y="-28080"/>
            <a:ext cx="1744870" cy="706782"/>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cs typeface="Calibri"/>
              </a:rPr>
              <a:t>Joseph</a:t>
            </a:r>
          </a:p>
        </p:txBody>
      </p:sp>
      <p:graphicFrame>
        <p:nvGraphicFramePr>
          <p:cNvPr id="6" name="Table 3">
            <a:extLst>
              <a:ext uri="{FF2B5EF4-FFF2-40B4-BE49-F238E27FC236}">
                <a16:creationId xmlns:a16="http://schemas.microsoft.com/office/drawing/2014/main" id="{40A552B1-4326-B4C1-0E8A-44451C90BDDE}"/>
              </a:ext>
            </a:extLst>
          </p:cNvPr>
          <p:cNvGraphicFramePr>
            <a:graphicFrameLocks noGrp="1"/>
          </p:cNvGraphicFramePr>
          <p:nvPr>
            <p:extLst>
              <p:ext uri="{D42A27DB-BD31-4B8C-83A1-F6EECF244321}">
                <p14:modId xmlns:p14="http://schemas.microsoft.com/office/powerpoint/2010/main" val="1887237852"/>
              </p:ext>
            </p:extLst>
          </p:nvPr>
        </p:nvGraphicFramePr>
        <p:xfrm>
          <a:off x="1031918" y="1431792"/>
          <a:ext cx="10439282" cy="4594860"/>
        </p:xfrm>
        <a:graphic>
          <a:graphicData uri="http://schemas.openxmlformats.org/drawingml/2006/table">
            <a:tbl>
              <a:tblPr firstRow="1" bandRow="1">
                <a:tableStyleId>{5C22544A-7EE6-4342-B048-85BDC9FD1C3A}</a:tableStyleId>
              </a:tblPr>
              <a:tblGrid>
                <a:gridCol w="1391476">
                  <a:extLst>
                    <a:ext uri="{9D8B030D-6E8A-4147-A177-3AD203B41FA5}">
                      <a16:colId xmlns:a16="http://schemas.microsoft.com/office/drawing/2014/main" val="562556927"/>
                    </a:ext>
                  </a:extLst>
                </a:gridCol>
                <a:gridCol w="2510502">
                  <a:extLst>
                    <a:ext uri="{9D8B030D-6E8A-4147-A177-3AD203B41FA5}">
                      <a16:colId xmlns:a16="http://schemas.microsoft.com/office/drawing/2014/main" val="2196617866"/>
                    </a:ext>
                  </a:extLst>
                </a:gridCol>
                <a:gridCol w="3335730">
                  <a:extLst>
                    <a:ext uri="{9D8B030D-6E8A-4147-A177-3AD203B41FA5}">
                      <a16:colId xmlns:a16="http://schemas.microsoft.com/office/drawing/2014/main" val="3800967722"/>
                    </a:ext>
                  </a:extLst>
                </a:gridCol>
                <a:gridCol w="3201574">
                  <a:extLst>
                    <a:ext uri="{9D8B030D-6E8A-4147-A177-3AD203B41FA5}">
                      <a16:colId xmlns:a16="http://schemas.microsoft.com/office/drawing/2014/main" val="4021907040"/>
                    </a:ext>
                  </a:extLst>
                </a:gridCol>
              </a:tblGrid>
              <a:tr h="256105">
                <a:tc>
                  <a:txBody>
                    <a:bodyPr/>
                    <a:lstStyle/>
                    <a:p>
                      <a:pPr algn="ctr"/>
                      <a:r>
                        <a:rPr lang="en-AU" dirty="0"/>
                        <a:t>Element</a:t>
                      </a:r>
                    </a:p>
                  </a:txBody>
                  <a:tcPr anchor="ctr">
                    <a:lnB w="9525" cap="flat" cmpd="sng" algn="ctr">
                      <a:noFill/>
                      <a:prstDash val="solid"/>
                      <a:round/>
                      <a:headEnd type="none" w="med" len="med"/>
                      <a:tailEnd type="none" w="med" len="med"/>
                    </a:lnB>
                    <a:solidFill>
                      <a:schemeClr val="tx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AU" sz="1800"/>
                        <a:t>Recommendation</a:t>
                      </a:r>
                    </a:p>
                  </a:txBody>
                  <a:tcPr anchor="ctr">
                    <a:lnB w="9525" cap="flat" cmpd="sng" algn="ctr">
                      <a:noFill/>
                      <a:prstDash val="solid"/>
                      <a:round/>
                      <a:headEnd type="none" w="med" len="med"/>
                      <a:tailEnd type="none" w="med" len="med"/>
                    </a:lnB>
                    <a:solidFill>
                      <a:schemeClr val="tx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AU"/>
                        <a:t>Rationale</a:t>
                      </a:r>
                      <a:endParaRPr lang="en-AU" sz="1800"/>
                    </a:p>
                  </a:txBody>
                  <a:tcPr anchor="ctr">
                    <a:lnB w="9525" cap="flat" cmpd="sng" algn="ctr">
                      <a:noFill/>
                      <a:prstDash val="solid"/>
                      <a:round/>
                      <a:headEnd type="none" w="med" len="med"/>
                      <a:tailEnd type="none" w="med" len="med"/>
                    </a:lnB>
                    <a:solidFill>
                      <a:schemeClr val="tx1"/>
                    </a:solidFill>
                  </a:tcPr>
                </a:tc>
                <a:tc>
                  <a:txBody>
                    <a:bodyPr/>
                    <a:lstStyle/>
                    <a:p>
                      <a:pPr algn="ctr"/>
                      <a:r>
                        <a:rPr lang="en-AU"/>
                        <a:t>Risks</a:t>
                      </a:r>
                    </a:p>
                  </a:txBody>
                  <a:tcPr anchor="ctr">
                    <a:lnB w="9525" cap="flat" cmpd="sng" algn="ctr">
                      <a:noFill/>
                      <a:prstDash val="solid"/>
                      <a:round/>
                      <a:headEnd type="none" w="med" len="med"/>
                      <a:tailEnd type="none" w="med" len="med"/>
                    </a:lnB>
                    <a:solidFill>
                      <a:schemeClr val="tx1"/>
                    </a:solidFill>
                  </a:tcPr>
                </a:tc>
                <a:extLst>
                  <a:ext uri="{0D108BD9-81ED-4DB2-BD59-A6C34878D82A}">
                    <a16:rowId xmlns:a16="http://schemas.microsoft.com/office/drawing/2014/main" val="2688493995"/>
                  </a:ext>
                </a:extLst>
              </a:tr>
              <a:tr h="324400">
                <a:tc>
                  <a:txBody>
                    <a:bodyPr/>
                    <a:lstStyle/>
                    <a:p>
                      <a:r>
                        <a:rPr lang="en-AU" sz="1600" b="1" dirty="0">
                          <a:solidFill>
                            <a:srgbClr val="FF0000"/>
                          </a:solidFill>
                        </a:rPr>
                        <a:t>Timing</a:t>
                      </a:r>
                    </a:p>
                  </a:txBody>
                  <a:tcPr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85750" indent="-285750">
                        <a:buFont typeface="Arial" panose="020B0604020202020204" pitchFamily="34" charset="0"/>
                        <a:buChar char="•"/>
                      </a:pPr>
                      <a:r>
                        <a:rPr lang="en-AU" sz="1050"/>
                        <a:t>Provide VRT with an updated offer no later than </a:t>
                      </a:r>
                      <a:r>
                        <a:rPr lang="en-AU" sz="1050" b="1"/>
                        <a:t>18</a:t>
                      </a:r>
                      <a:r>
                        <a:rPr lang="en-AU" sz="1050" b="1" baseline="30000"/>
                        <a:t>th</a:t>
                      </a:r>
                      <a:r>
                        <a:rPr lang="en-AU" sz="1050" b="1"/>
                        <a:t> May</a:t>
                      </a:r>
                    </a:p>
                  </a:txBody>
                  <a:tcPr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85750" indent="-285750">
                        <a:buFont typeface="Arial" panose="020B0604020202020204" pitchFamily="34" charset="0"/>
                        <a:buChar char="•"/>
                      </a:pPr>
                      <a:r>
                        <a:rPr lang="en-AU" sz="1050"/>
                        <a:t>VRT's board has made timeline a </a:t>
                      </a:r>
                      <a:r>
                        <a:rPr lang="en-AU" sz="1050" b="1"/>
                        <a:t>key consideration</a:t>
                      </a:r>
                    </a:p>
                  </a:txBody>
                  <a:tcPr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85750" indent="-285750">
                        <a:buFont typeface="Arial" panose="020B0604020202020204" pitchFamily="34" charset="0"/>
                        <a:buChar char="•"/>
                      </a:pPr>
                      <a:r>
                        <a:rPr lang="en-AU" sz="1050"/>
                        <a:t>BGH's </a:t>
                      </a:r>
                      <a:r>
                        <a:rPr lang="en-AU" sz="1050" b="1"/>
                        <a:t>Investment Committee</a:t>
                      </a:r>
                      <a:r>
                        <a:rPr lang="en-AU" sz="1050"/>
                        <a:t> may not have </a:t>
                      </a:r>
                      <a:r>
                        <a:rPr lang="en-AU" sz="1050" b="1"/>
                        <a:t>time </a:t>
                      </a:r>
                      <a:r>
                        <a:rPr lang="en-AU" sz="1050"/>
                        <a:t>to finalise the offer </a:t>
                      </a:r>
                    </a:p>
                  </a:txBody>
                  <a:tcPr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93152737"/>
                  </a:ext>
                </a:extLst>
              </a:tr>
              <a:tr h="665876">
                <a:tc>
                  <a:txBody>
                    <a:bodyPr/>
                    <a:lstStyle/>
                    <a:p>
                      <a:pPr lvl="0">
                        <a:buNone/>
                      </a:pPr>
                      <a:r>
                        <a:rPr lang="en-AU" sz="1600" b="1">
                          <a:solidFill>
                            <a:srgbClr val="FF0000"/>
                          </a:solidFill>
                        </a:rPr>
                        <a:t>Structure</a:t>
                      </a:r>
                      <a:endParaRPr lang="en-US" sz="1600" b="1">
                        <a:solidFill>
                          <a:srgbClr val="FF0000"/>
                        </a:solidFill>
                      </a:endParaRPr>
                    </a:p>
                  </a:txBody>
                  <a:tcPr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85750" lvl="0" indent="-285750">
                        <a:buFont typeface="Arial" panose="020B0604020202020204" pitchFamily="34" charset="0"/>
                        <a:buChar char="•"/>
                      </a:pPr>
                      <a:r>
                        <a:rPr lang="en-AU" sz="1050" dirty="0"/>
                        <a:t>Include </a:t>
                      </a:r>
                      <a:r>
                        <a:rPr lang="en-AU" sz="1050" b="1" dirty="0"/>
                        <a:t>dual structure</a:t>
                      </a:r>
                      <a:r>
                        <a:rPr lang="en-AU" sz="1050" dirty="0"/>
                        <a:t>, simultaneous </a:t>
                      </a:r>
                      <a:r>
                        <a:rPr lang="en-AU" sz="1050" b="1" dirty="0"/>
                        <a:t>Scheme </a:t>
                      </a:r>
                      <a:r>
                        <a:rPr lang="en-AU" sz="1050" dirty="0"/>
                        <a:t>and </a:t>
                      </a:r>
                      <a:r>
                        <a:rPr lang="en-AU" sz="1050" b="1" dirty="0"/>
                        <a:t>Off-market takeover</a:t>
                      </a:r>
                      <a:endParaRPr lang="en-US" sz="1050" b="1" dirty="0"/>
                    </a:p>
                  </a:txBody>
                  <a:tcPr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85750" lvl="0" indent="-285750">
                        <a:buFont typeface="Arial" panose="020B0604020202020204" pitchFamily="34" charset="0"/>
                        <a:buChar char="•"/>
                      </a:pPr>
                      <a:r>
                        <a:rPr lang="en-AU" sz="1050"/>
                        <a:t>Schemes most effective when friendly</a:t>
                      </a:r>
                    </a:p>
                    <a:p>
                      <a:pPr marL="285750" lvl="0" indent="-285750">
                        <a:buFont typeface="Arial" panose="020B0604020202020204" pitchFamily="34" charset="0"/>
                        <a:buChar char="•"/>
                      </a:pPr>
                      <a:r>
                        <a:rPr lang="en-AU" sz="1050" b="1"/>
                        <a:t>Friction </a:t>
                      </a:r>
                      <a:r>
                        <a:rPr lang="en-AU" sz="1050"/>
                        <a:t>generated by BGH’s </a:t>
                      </a:r>
                      <a:r>
                        <a:rPr lang="en-AU" sz="1050" b="1"/>
                        <a:t>appeals to AGTP </a:t>
                      </a:r>
                      <a:r>
                        <a:rPr lang="en-AU" sz="1050"/>
                        <a:t>and potential perception that </a:t>
                      </a:r>
                      <a:r>
                        <a:rPr lang="en-AU" sz="1050" b="1"/>
                        <a:t>BGH </a:t>
                      </a:r>
                      <a:r>
                        <a:rPr lang="en-AU" sz="1050"/>
                        <a:t>is </a:t>
                      </a:r>
                      <a:r>
                        <a:rPr lang="en-AU" sz="1050" b="1"/>
                        <a:t>restricting </a:t>
                      </a:r>
                      <a:r>
                        <a:rPr lang="en-AU" sz="1050"/>
                        <a:t>VRT shareholders from realising </a:t>
                      </a:r>
                      <a:r>
                        <a:rPr lang="en-AU" sz="1050" b="1"/>
                        <a:t>maximum value</a:t>
                      </a:r>
                    </a:p>
                    <a:p>
                      <a:pPr marL="285750" lvl="0" indent="-285750">
                        <a:buFont typeface="Arial" panose="020B0604020202020204" pitchFamily="34" charset="0"/>
                        <a:buChar char="•"/>
                      </a:pPr>
                      <a:r>
                        <a:rPr lang="en-AU" sz="1050" b="1"/>
                        <a:t>Off-market creates another path </a:t>
                      </a:r>
                      <a:r>
                        <a:rPr lang="en-AU" sz="1050"/>
                        <a:t>to acquiring VRT</a:t>
                      </a:r>
                    </a:p>
                  </a:txBody>
                  <a:tcPr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85750" lvl="0" indent="-285750">
                        <a:buFont typeface="Arial" panose="020B0604020202020204" pitchFamily="34" charset="0"/>
                        <a:buChar char="•"/>
                      </a:pPr>
                      <a:r>
                        <a:rPr lang="en-AU" sz="1050"/>
                        <a:t>BGH has not included an Off-market option to date so including it now may signal they don’t think they can get a scheme approved</a:t>
                      </a:r>
                    </a:p>
                    <a:p>
                      <a:pPr marL="285750" lvl="0" indent="-285750">
                        <a:buFont typeface="Arial" panose="020B0604020202020204" pitchFamily="34" charset="0"/>
                        <a:buChar char="•"/>
                      </a:pPr>
                      <a:r>
                        <a:rPr lang="en-AU" sz="1050"/>
                        <a:t>Adds </a:t>
                      </a:r>
                      <a:r>
                        <a:rPr lang="en-AU" sz="1050" b="1"/>
                        <a:t>additional complexity </a:t>
                      </a:r>
                      <a:r>
                        <a:rPr lang="en-AU" sz="1050"/>
                        <a:t>to the situation</a:t>
                      </a:r>
                    </a:p>
                  </a:txBody>
                  <a:tcPr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08551759"/>
                  </a:ext>
                </a:extLst>
              </a:tr>
              <a:tr h="904908">
                <a:tc>
                  <a:txBody>
                    <a:bodyPr/>
                    <a:lstStyle/>
                    <a:p>
                      <a:r>
                        <a:rPr lang="en-AU" sz="1600" b="1" dirty="0">
                          <a:solidFill>
                            <a:srgbClr val="FF0000"/>
                          </a:solidFill>
                        </a:rPr>
                        <a:t>Value</a:t>
                      </a:r>
                    </a:p>
                  </a:txBody>
                  <a:tcPr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85750" indent="-285750">
                        <a:buFont typeface="Arial" panose="020B0604020202020204" pitchFamily="34" charset="0"/>
                        <a:buChar char="•"/>
                      </a:pPr>
                      <a:r>
                        <a:rPr lang="en-AU" sz="1050"/>
                        <a:t>BGH should </a:t>
                      </a:r>
                      <a:r>
                        <a:rPr lang="en-AU" sz="1050" b="1"/>
                        <a:t>offer: </a:t>
                      </a:r>
                      <a:endParaRPr lang="en-US" sz="1050"/>
                    </a:p>
                    <a:p>
                      <a:pPr marL="285750" lvl="0" indent="-285750">
                        <a:buFont typeface="Arial" panose="020B0604020202020204" pitchFamily="34" charset="0"/>
                        <a:buChar char="•"/>
                      </a:pPr>
                      <a:r>
                        <a:rPr lang="en-AU" sz="1050" b="1"/>
                        <a:t>A$8.20 </a:t>
                      </a:r>
                      <a:r>
                        <a:rPr lang="en-AU" sz="1050"/>
                        <a:t>for a </a:t>
                      </a:r>
                      <a:r>
                        <a:rPr lang="en-AU" sz="1050" b="1"/>
                        <a:t>Scheme</a:t>
                      </a:r>
                      <a:r>
                        <a:rPr lang="en-AU" sz="1050"/>
                        <a:t>, and </a:t>
                      </a:r>
                    </a:p>
                    <a:p>
                      <a:pPr marL="285750" lvl="0" indent="-285750">
                        <a:buFont typeface="Arial" panose="020B0604020202020204" pitchFamily="34" charset="0"/>
                        <a:buChar char="•"/>
                      </a:pPr>
                      <a:r>
                        <a:rPr lang="en-AU" sz="1050" b="1"/>
                        <a:t>A$8.15</a:t>
                      </a:r>
                      <a:r>
                        <a:rPr lang="en-AU" sz="1050"/>
                        <a:t> for an </a:t>
                      </a:r>
                      <a:r>
                        <a:rPr lang="en-AU" sz="1050" b="1"/>
                        <a:t>Off-Market </a:t>
                      </a:r>
                      <a:r>
                        <a:rPr lang="en-AU" sz="1050"/>
                        <a:t>takeover</a:t>
                      </a:r>
                    </a:p>
                  </a:txBody>
                  <a:tcPr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85750" indent="-285750">
                        <a:buFont typeface="Arial" panose="020B0604020202020204" pitchFamily="34" charset="0"/>
                        <a:buChar char="•"/>
                      </a:pPr>
                      <a:r>
                        <a:rPr lang="en-AU" sz="1050" b="1"/>
                        <a:t>BGH's blocking stake</a:t>
                      </a:r>
                      <a:r>
                        <a:rPr lang="en-AU" sz="1050"/>
                        <a:t> means </a:t>
                      </a:r>
                      <a:r>
                        <a:rPr lang="en-AU" sz="1050" b="1"/>
                        <a:t>CapVest's Scheme </a:t>
                      </a:r>
                      <a:r>
                        <a:rPr lang="en-AU" sz="1050"/>
                        <a:t>is </a:t>
                      </a:r>
                      <a:r>
                        <a:rPr lang="en-AU" sz="1050" b="1"/>
                        <a:t>unlikely </a:t>
                      </a:r>
                      <a:r>
                        <a:rPr lang="en-AU" sz="1050"/>
                        <a:t>to succeed, so shareholders will </a:t>
                      </a:r>
                      <a:r>
                        <a:rPr lang="en-AU" sz="1050" b="1"/>
                        <a:t>focus on A$8.10 Off-Market </a:t>
                      </a:r>
                      <a:r>
                        <a:rPr lang="en-AU" sz="1050"/>
                        <a:t>offer </a:t>
                      </a:r>
                      <a:r>
                        <a:rPr lang="en-AU" sz="1050" b="1"/>
                        <a:t>price</a:t>
                      </a:r>
                    </a:p>
                    <a:p>
                      <a:pPr marL="285750" lvl="0" indent="-285750">
                        <a:buFont typeface="Arial" panose="020B0604020202020204" pitchFamily="34" charset="0"/>
                        <a:buChar char="•"/>
                      </a:pPr>
                      <a:r>
                        <a:rPr lang="en-AU" sz="1050" b="1"/>
                        <a:t>BGH </a:t>
                      </a:r>
                      <a:r>
                        <a:rPr lang="en-AU" sz="1050"/>
                        <a:t>is more likely to get a </a:t>
                      </a:r>
                      <a:r>
                        <a:rPr lang="en-AU" sz="1050" b="1"/>
                        <a:t>Scheme </a:t>
                      </a:r>
                      <a:r>
                        <a:rPr lang="en-AU" sz="1050"/>
                        <a:t>approved </a:t>
                      </a:r>
                    </a:p>
                    <a:p>
                      <a:pPr marL="285750" lvl="0" indent="-285750">
                        <a:buFont typeface="Arial" panose="020B0604020202020204" pitchFamily="34" charset="0"/>
                        <a:buChar char="•"/>
                      </a:pPr>
                      <a:r>
                        <a:rPr lang="en-AU" sz="1050"/>
                        <a:t>If their scheme fails, </a:t>
                      </a:r>
                      <a:r>
                        <a:rPr lang="en-AU" sz="1050" b="1"/>
                        <a:t>Off-market </a:t>
                      </a:r>
                      <a:r>
                        <a:rPr lang="en-AU" sz="1050"/>
                        <a:t>comes into effect and VRT shareholders will still realise </a:t>
                      </a:r>
                      <a:r>
                        <a:rPr lang="en-AU" sz="1050" b="1"/>
                        <a:t>more value </a:t>
                      </a:r>
                      <a:r>
                        <a:rPr lang="en-AU" sz="1050"/>
                        <a:t>than from </a:t>
                      </a:r>
                      <a:r>
                        <a:rPr lang="en-AU" sz="1050" b="1"/>
                        <a:t>CapVest's</a:t>
                      </a:r>
                      <a:r>
                        <a:rPr lang="en-AU" sz="1050"/>
                        <a:t> proposal</a:t>
                      </a:r>
                    </a:p>
                  </a:txBody>
                  <a:tcPr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85750" indent="-285750">
                        <a:buFont typeface="Arial" panose="020B0604020202020204" pitchFamily="34" charset="0"/>
                        <a:buChar char="•"/>
                      </a:pPr>
                      <a:r>
                        <a:rPr lang="en-AU" sz="1050"/>
                        <a:t>Risk of </a:t>
                      </a:r>
                      <a:r>
                        <a:rPr lang="en-AU" sz="1050" b="1"/>
                        <a:t>overpaying </a:t>
                      </a:r>
                      <a:r>
                        <a:rPr lang="en-AU" sz="1050"/>
                        <a:t>is heightened due to </a:t>
                      </a:r>
                      <a:r>
                        <a:rPr lang="en-AU" sz="1050" b="1"/>
                        <a:t>high premium </a:t>
                      </a:r>
                      <a:r>
                        <a:rPr lang="en-AU" sz="1050"/>
                        <a:t>to undisturbed, offer </a:t>
                      </a:r>
                      <a:r>
                        <a:rPr lang="en-AU" sz="1050" b="1"/>
                        <a:t>price increases driven by competitive tension </a:t>
                      </a:r>
                      <a:endParaRPr lang="en-US" sz="1050" b="1"/>
                    </a:p>
                    <a:p>
                      <a:pPr marL="285750" lvl="0" indent="-285750">
                        <a:buFont typeface="Arial" panose="020B0604020202020204" pitchFamily="34" charset="0"/>
                        <a:buChar char="•"/>
                      </a:pPr>
                      <a:r>
                        <a:rPr lang="en-AU" sz="1050" b="1"/>
                        <a:t>Limited </a:t>
                      </a:r>
                      <a:r>
                        <a:rPr lang="en-AU" sz="1050"/>
                        <a:t>access to </a:t>
                      </a:r>
                      <a:r>
                        <a:rPr lang="en-AU" sz="1050" b="1"/>
                        <a:t>DD </a:t>
                      </a:r>
                      <a:r>
                        <a:rPr lang="en-AU" sz="1050"/>
                        <a:t>means BGH is </a:t>
                      </a:r>
                      <a:r>
                        <a:rPr lang="en-AU" sz="1050" b="1"/>
                        <a:t>not clear </a:t>
                      </a:r>
                      <a:r>
                        <a:rPr lang="en-AU" sz="1050"/>
                        <a:t>on all aspects of acquisition and VRT operations </a:t>
                      </a:r>
                    </a:p>
                  </a:txBody>
                  <a:tcPr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88188403"/>
                  </a:ext>
                </a:extLst>
              </a:tr>
              <a:tr h="426843">
                <a:tc>
                  <a:txBody>
                    <a:bodyPr/>
                    <a:lstStyle/>
                    <a:p>
                      <a:pPr lvl="0">
                        <a:buNone/>
                      </a:pPr>
                      <a:r>
                        <a:rPr lang="en-AU" sz="1600" b="1">
                          <a:solidFill>
                            <a:srgbClr val="FF0000"/>
                          </a:solidFill>
                        </a:rPr>
                        <a:t>Funding</a:t>
                      </a:r>
                    </a:p>
                  </a:txBody>
                  <a:tcPr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85750" lvl="0" indent="-285750">
                        <a:buFont typeface="Arial"/>
                        <a:buChar char="•"/>
                      </a:pPr>
                      <a:r>
                        <a:rPr lang="en-AU" sz="1050" b="1"/>
                        <a:t>Fully funded</a:t>
                      </a:r>
                      <a:r>
                        <a:rPr lang="en-AU" sz="1050"/>
                        <a:t> offer</a:t>
                      </a:r>
                    </a:p>
                  </a:txBody>
                  <a:tcPr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85750" lvl="0" indent="-285750">
                        <a:buFont typeface="Arial"/>
                        <a:buChar char="•"/>
                      </a:pPr>
                      <a:r>
                        <a:rPr lang="en-AU" sz="1050"/>
                        <a:t>BGH must match CapVest with a fully funded offer</a:t>
                      </a:r>
                    </a:p>
                  </a:txBody>
                  <a:tcPr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85750" lvl="0" indent="-285750">
                        <a:buFont typeface="Arial"/>
                        <a:buChar char="•"/>
                      </a:pPr>
                      <a:r>
                        <a:rPr lang="en-AU" sz="1050"/>
                        <a:t>BGH may have to accept less favourable debt terms to secure facilities in a short time frame</a:t>
                      </a:r>
                    </a:p>
                    <a:p>
                      <a:pPr marL="285750" lvl="0" indent="-285750">
                        <a:buFont typeface="Arial"/>
                        <a:buChar char="•"/>
                      </a:pPr>
                      <a:r>
                        <a:rPr lang="en-AU" sz="1050"/>
                        <a:t>This</a:t>
                      </a:r>
                    </a:p>
                  </a:txBody>
                  <a:tcPr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66325154"/>
                  </a:ext>
                </a:extLst>
              </a:tr>
              <a:tr h="546358">
                <a:tc>
                  <a:txBody>
                    <a:bodyPr/>
                    <a:lstStyle/>
                    <a:p>
                      <a:pPr lvl="0">
                        <a:buNone/>
                      </a:pPr>
                      <a:r>
                        <a:rPr lang="en-AU" sz="1600" b="1">
                          <a:solidFill>
                            <a:srgbClr val="FF0000"/>
                          </a:solidFill>
                        </a:rPr>
                        <a:t>Due Diligence</a:t>
                      </a:r>
                      <a:endParaRPr lang="en-AU" sz="1600" b="1" err="1">
                        <a:solidFill>
                          <a:srgbClr val="FF0000"/>
                        </a:solidFill>
                      </a:endParaRPr>
                    </a:p>
                  </a:txBody>
                  <a:tcPr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85750" lvl="0" indent="-285750">
                        <a:buFont typeface="Arial"/>
                        <a:buChar char="•"/>
                      </a:pPr>
                      <a:r>
                        <a:rPr lang="en-AU" sz="1050" dirty="0"/>
                        <a:t>Offer </a:t>
                      </a:r>
                      <a:r>
                        <a:rPr lang="en-AU" sz="1050" b="1" dirty="0"/>
                        <a:t>despite limited DD </a:t>
                      </a:r>
                      <a:r>
                        <a:rPr lang="en-AU" sz="1050" dirty="0"/>
                        <a:t>conducted</a:t>
                      </a:r>
                      <a:endParaRPr lang="en-US" sz="1050" dirty="0"/>
                    </a:p>
                    <a:p>
                      <a:pPr marL="285750" lvl="0" indent="-285750">
                        <a:buFont typeface="Arial"/>
                        <a:buChar char="•"/>
                      </a:pPr>
                      <a:r>
                        <a:rPr lang="en-AU" sz="1050" dirty="0"/>
                        <a:t>Ask for </a:t>
                      </a:r>
                      <a:r>
                        <a:rPr lang="en-AU" sz="1050" b="1" dirty="0"/>
                        <a:t>access </a:t>
                      </a:r>
                      <a:r>
                        <a:rPr lang="en-AU" sz="1050" dirty="0"/>
                        <a:t>as part of </a:t>
                      </a:r>
                      <a:r>
                        <a:rPr lang="en-AU" sz="1050" b="1" dirty="0"/>
                        <a:t>next stage</a:t>
                      </a:r>
                    </a:p>
                    <a:p>
                      <a:pPr marL="285750" lvl="0" indent="-285750">
                        <a:buFont typeface="Arial"/>
                        <a:buChar char="•"/>
                      </a:pPr>
                      <a:r>
                        <a:rPr lang="en-AU" sz="1050" b="1" dirty="0"/>
                        <a:t>Add </a:t>
                      </a:r>
                      <a:r>
                        <a:rPr lang="en-AU" sz="1050" dirty="0"/>
                        <a:t>in a </a:t>
                      </a:r>
                      <a:r>
                        <a:rPr lang="en-AU" sz="1050" b="1" dirty="0"/>
                        <a:t>break clause </a:t>
                      </a:r>
                      <a:r>
                        <a:rPr lang="en-AU" sz="1050" dirty="0"/>
                        <a:t>if BGH finds </a:t>
                      </a:r>
                      <a:r>
                        <a:rPr lang="en-AU" sz="1050" b="1" dirty="0"/>
                        <a:t>significant, materials issues</a:t>
                      </a:r>
                      <a:r>
                        <a:rPr lang="en-AU" sz="1050" dirty="0"/>
                        <a:t> in VDR</a:t>
                      </a:r>
                    </a:p>
                  </a:txBody>
                  <a:tcPr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85750" lvl="0" indent="-285750">
                        <a:buFont typeface="Arial"/>
                        <a:buChar char="•"/>
                      </a:pPr>
                      <a:r>
                        <a:rPr lang="en-AU" sz="1050"/>
                        <a:t>VRT is not going to grant BGH further access to DD without receiving a significantly better offer</a:t>
                      </a:r>
                    </a:p>
                    <a:p>
                      <a:pPr marL="285750" lvl="0" indent="-285750">
                        <a:buFont typeface="Arial"/>
                        <a:buChar char="•"/>
                      </a:pPr>
                      <a:r>
                        <a:rPr lang="en-AU" sz="1050"/>
                        <a:t>Adding a </a:t>
                      </a:r>
                      <a:r>
                        <a:rPr lang="en-AU" sz="1050" b="1"/>
                        <a:t>clause can protect </a:t>
                      </a:r>
                      <a:r>
                        <a:rPr lang="en-AU" sz="1050"/>
                        <a:t>BGH and is unlikely to be used given CapVest flagged no issues with DD</a:t>
                      </a:r>
                    </a:p>
                  </a:txBody>
                  <a:tcPr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85750" lvl="0" indent="-285750">
                        <a:buFont typeface="Arial"/>
                        <a:buChar char="•"/>
                      </a:pPr>
                      <a:r>
                        <a:rPr lang="en-AU" sz="1050"/>
                        <a:t>VRT </a:t>
                      </a:r>
                      <a:r>
                        <a:rPr lang="en-AU" sz="1050" b="1"/>
                        <a:t>may not accept </a:t>
                      </a:r>
                      <a:r>
                        <a:rPr lang="en-AU" sz="1050"/>
                        <a:t>the DD clause</a:t>
                      </a:r>
                    </a:p>
                    <a:p>
                      <a:pPr marL="285750" lvl="0" indent="-285750">
                        <a:buFont typeface="Arial"/>
                        <a:buChar char="•"/>
                      </a:pPr>
                      <a:r>
                        <a:rPr lang="en-AU" sz="1050"/>
                        <a:t>Significant, material findings made by BGH in the VDR could lead to </a:t>
                      </a:r>
                      <a:r>
                        <a:rPr lang="en-AU" sz="1050" b="1"/>
                        <a:t>costly break fees or forced transaction</a:t>
                      </a:r>
                    </a:p>
                  </a:txBody>
                  <a:tcPr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23963960"/>
                  </a:ext>
                </a:extLst>
              </a:tr>
              <a:tr h="307326">
                <a:tc>
                  <a:txBody>
                    <a:bodyPr/>
                    <a:lstStyle/>
                    <a:p>
                      <a:pPr lvl="0">
                        <a:buNone/>
                      </a:pPr>
                      <a:r>
                        <a:rPr lang="en-AU" sz="1600" b="1">
                          <a:solidFill>
                            <a:srgbClr val="FF0000"/>
                          </a:solidFill>
                        </a:rPr>
                        <a:t>Commitment</a:t>
                      </a:r>
                      <a:endParaRPr lang="en-AU" sz="1600" b="1" err="1">
                        <a:solidFill>
                          <a:srgbClr val="FF0000"/>
                        </a:solidFill>
                      </a:endParaRPr>
                    </a:p>
                  </a:txBody>
                  <a:tcPr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85750" lvl="0" indent="-285750">
                        <a:buFont typeface="Arial"/>
                        <a:buChar char="•"/>
                      </a:pPr>
                      <a:r>
                        <a:rPr lang="en-AU" sz="1050" b="1" i="0" u="none" strike="noStrike" noProof="0" dirty="0">
                          <a:latin typeface="Calibri"/>
                        </a:rPr>
                        <a:t>BID </a:t>
                      </a:r>
                      <a:r>
                        <a:rPr lang="en-AU" sz="1050" b="0" i="0" u="none" strike="noStrike" noProof="0" dirty="0">
                          <a:latin typeface="Calibri"/>
                        </a:rPr>
                        <a:t>and </a:t>
                      </a:r>
                      <a:r>
                        <a:rPr lang="en-AU" sz="1050" b="1" i="0" u="none" strike="noStrike" noProof="0" dirty="0">
                          <a:latin typeface="Calibri"/>
                        </a:rPr>
                        <a:t>TID</a:t>
                      </a:r>
                      <a:endParaRPr lang="en-AU" sz="1050" dirty="0"/>
                    </a:p>
                  </a:txBody>
                  <a:tcPr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85750" lvl="0" indent="-285750">
                        <a:buFont typeface="Arial"/>
                        <a:buChar char="•"/>
                      </a:pPr>
                      <a:r>
                        <a:rPr lang="en-AU" sz="1050" b="1" i="0" u="none" strike="noStrike" noProof="0">
                          <a:solidFill>
                            <a:srgbClr val="000000"/>
                          </a:solidFill>
                          <a:latin typeface="Calibri"/>
                        </a:rPr>
                        <a:t>BGH must increase commitment </a:t>
                      </a:r>
                      <a:r>
                        <a:rPr lang="en-AU" sz="1050" b="0" i="0" u="none" strike="noStrike" noProof="0">
                          <a:solidFill>
                            <a:srgbClr val="000000"/>
                          </a:solidFill>
                          <a:latin typeface="Calibri"/>
                        </a:rPr>
                        <a:t>of next bid as it a </a:t>
                      </a:r>
                      <a:r>
                        <a:rPr lang="en-AU" sz="1050" b="1" i="0" u="none" strike="noStrike" noProof="0">
                          <a:solidFill>
                            <a:srgbClr val="000000"/>
                          </a:solidFill>
                          <a:latin typeface="Calibri"/>
                        </a:rPr>
                        <a:t>key consideration by VRT</a:t>
                      </a:r>
                      <a:endParaRPr lang="en-AU" sz="1050"/>
                    </a:p>
                  </a:txBody>
                  <a:tcPr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85750" lvl="0" indent="-285750">
                        <a:buFont typeface="Arial"/>
                        <a:buChar char="•"/>
                      </a:pPr>
                      <a:r>
                        <a:rPr lang="en-AU" sz="1050" dirty="0"/>
                        <a:t>Submitting a </a:t>
                      </a:r>
                      <a:r>
                        <a:rPr lang="en-AU" sz="1050" b="1" dirty="0"/>
                        <a:t>BID </a:t>
                      </a:r>
                      <a:r>
                        <a:rPr lang="en-AU" sz="1050" dirty="0"/>
                        <a:t>and </a:t>
                      </a:r>
                      <a:r>
                        <a:rPr lang="en-AU" sz="1050" b="1" dirty="0"/>
                        <a:t>TID lock in </a:t>
                      </a:r>
                      <a:r>
                        <a:rPr lang="en-AU" sz="1050" dirty="0"/>
                        <a:t>above </a:t>
                      </a:r>
                      <a:r>
                        <a:rPr lang="en-AU" sz="1050" b="1" dirty="0"/>
                        <a:t>risks</a:t>
                      </a:r>
                    </a:p>
                  </a:txBody>
                  <a:tcPr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29347585"/>
                  </a:ext>
                </a:extLst>
              </a:tr>
            </a:tbl>
          </a:graphicData>
        </a:graphic>
      </p:graphicFrame>
      <p:sp>
        <p:nvSpPr>
          <p:cNvPr id="5" name="Rectangle 4">
            <a:extLst>
              <a:ext uri="{FF2B5EF4-FFF2-40B4-BE49-F238E27FC236}">
                <a16:creationId xmlns:a16="http://schemas.microsoft.com/office/drawing/2014/main" id="{C9623559-7BD5-7DC2-7C24-CB80C5DFBBFF}"/>
              </a:ext>
            </a:extLst>
          </p:cNvPr>
          <p:cNvSpPr/>
          <p:nvPr/>
        </p:nvSpPr>
        <p:spPr>
          <a:xfrm>
            <a:off x="-3408081" y="-229938"/>
            <a:ext cx="2153555" cy="111956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200">
                <a:cs typeface="Calibri"/>
              </a:rPr>
              <a:t>Could put icons on the left for each element</a:t>
            </a:r>
          </a:p>
        </p:txBody>
      </p:sp>
      <p:pic>
        <p:nvPicPr>
          <p:cNvPr id="13" name="Graphic 14" descr="Clock with solid fill">
            <a:extLst>
              <a:ext uri="{FF2B5EF4-FFF2-40B4-BE49-F238E27FC236}">
                <a16:creationId xmlns:a16="http://schemas.microsoft.com/office/drawing/2014/main" id="{13AD5768-A827-F39D-B025-5702F1B222F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52077" y="1757650"/>
            <a:ext cx="543984" cy="543984"/>
          </a:xfrm>
          <a:prstGeom prst="rect">
            <a:avLst/>
          </a:prstGeom>
        </p:spPr>
      </p:pic>
      <p:pic>
        <p:nvPicPr>
          <p:cNvPr id="17" name="Graphic 13" descr="Checklist with solid fill">
            <a:extLst>
              <a:ext uri="{FF2B5EF4-FFF2-40B4-BE49-F238E27FC236}">
                <a16:creationId xmlns:a16="http://schemas.microsoft.com/office/drawing/2014/main" id="{7F45D117-6086-19B9-59D5-145FBB2549CB}"/>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47698" y="2472982"/>
            <a:ext cx="547269" cy="557853"/>
          </a:xfrm>
          <a:prstGeom prst="rect">
            <a:avLst/>
          </a:prstGeom>
        </p:spPr>
      </p:pic>
      <p:pic>
        <p:nvPicPr>
          <p:cNvPr id="19" name="Graphic 15" descr="Dollar with solid fill">
            <a:extLst>
              <a:ext uri="{FF2B5EF4-FFF2-40B4-BE49-F238E27FC236}">
                <a16:creationId xmlns:a16="http://schemas.microsoft.com/office/drawing/2014/main" id="{95CEBA56-76C1-1E54-6987-64DD747C39EA}"/>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47698" y="3433224"/>
            <a:ext cx="547269" cy="547269"/>
          </a:xfrm>
          <a:prstGeom prst="rect">
            <a:avLst/>
          </a:prstGeom>
        </p:spPr>
      </p:pic>
      <p:pic>
        <p:nvPicPr>
          <p:cNvPr id="21" name="Graphic 14" descr="Money with solid fill">
            <a:extLst>
              <a:ext uri="{FF2B5EF4-FFF2-40B4-BE49-F238E27FC236}">
                <a16:creationId xmlns:a16="http://schemas.microsoft.com/office/drawing/2014/main" id="{241D697B-F250-327F-92E0-F816ECC8C616}"/>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247698" y="4240005"/>
            <a:ext cx="543984" cy="543984"/>
          </a:xfrm>
          <a:prstGeom prst="rect">
            <a:avLst/>
          </a:prstGeom>
        </p:spPr>
      </p:pic>
      <p:pic>
        <p:nvPicPr>
          <p:cNvPr id="23" name="Graphic 17" descr="Books with solid fill">
            <a:extLst>
              <a:ext uri="{FF2B5EF4-FFF2-40B4-BE49-F238E27FC236}">
                <a16:creationId xmlns:a16="http://schemas.microsoft.com/office/drawing/2014/main" id="{C0B0D189-C450-0CA2-AAF0-A11735D33CA5}"/>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252077" y="4993007"/>
            <a:ext cx="543984" cy="543984"/>
          </a:xfrm>
          <a:prstGeom prst="rect">
            <a:avLst/>
          </a:prstGeom>
        </p:spPr>
      </p:pic>
      <p:pic>
        <p:nvPicPr>
          <p:cNvPr id="25" name="Graphic 17" descr="Handshake with solid fill">
            <a:extLst>
              <a:ext uri="{FF2B5EF4-FFF2-40B4-BE49-F238E27FC236}">
                <a16:creationId xmlns:a16="http://schemas.microsoft.com/office/drawing/2014/main" id="{2CED3C62-AC49-8FC8-1150-353598233412}"/>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247698" y="5536991"/>
            <a:ext cx="547269" cy="557853"/>
          </a:xfrm>
          <a:prstGeom prst="rect">
            <a:avLst/>
          </a:prstGeom>
        </p:spPr>
      </p:pic>
      <p:pic>
        <p:nvPicPr>
          <p:cNvPr id="27" name="Picture 4" descr="A picture containing text, clipart&#10;&#10;Description automatically generated">
            <a:extLst>
              <a:ext uri="{FF2B5EF4-FFF2-40B4-BE49-F238E27FC236}">
                <a16:creationId xmlns:a16="http://schemas.microsoft.com/office/drawing/2014/main" id="{1CCF905C-8556-68E0-016D-27BAC4F79A1C}"/>
              </a:ext>
            </a:extLst>
          </p:cNvPr>
          <p:cNvPicPr>
            <a:picLocks noChangeAspect="1"/>
          </p:cNvPicPr>
          <p:nvPr/>
        </p:nvPicPr>
        <p:blipFill>
          <a:blip r:embed="rId14"/>
          <a:stretch>
            <a:fillRect/>
          </a:stretch>
        </p:blipFill>
        <p:spPr>
          <a:xfrm>
            <a:off x="210353" y="6317975"/>
            <a:ext cx="906857" cy="370354"/>
          </a:xfrm>
          <a:prstGeom prst="rect">
            <a:avLst/>
          </a:prstGeom>
        </p:spPr>
      </p:pic>
    </p:spTree>
    <p:extLst>
      <p:ext uri="{BB962C8B-B14F-4D97-AF65-F5344CB8AC3E}">
        <p14:creationId xmlns:p14="http://schemas.microsoft.com/office/powerpoint/2010/main" val="3970338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hart 1">
            <a:extLst>
              <a:ext uri="{FF2B5EF4-FFF2-40B4-BE49-F238E27FC236}">
                <a16:creationId xmlns:a16="http://schemas.microsoft.com/office/drawing/2014/main" id="{15AF64CD-EA04-A9E4-C4FF-CD231C9472BC}"/>
              </a:ext>
            </a:extLst>
          </p:cNvPr>
          <p:cNvGraphicFramePr>
            <a:graphicFrameLocks/>
          </p:cNvGraphicFramePr>
          <p:nvPr>
            <p:extLst>
              <p:ext uri="{D42A27DB-BD31-4B8C-83A1-F6EECF244321}">
                <p14:modId xmlns:p14="http://schemas.microsoft.com/office/powerpoint/2010/main" val="1896813720"/>
              </p:ext>
            </p:extLst>
          </p:nvPr>
        </p:nvGraphicFramePr>
        <p:xfrm>
          <a:off x="1003077" y="1524242"/>
          <a:ext cx="8362596" cy="4507926"/>
        </p:xfrm>
        <a:graphic>
          <a:graphicData uri="http://schemas.openxmlformats.org/drawingml/2006/chart">
            <c:chart xmlns:c="http://schemas.openxmlformats.org/drawingml/2006/chart" xmlns:r="http://schemas.openxmlformats.org/officeDocument/2006/relationships" r:id="rId2"/>
          </a:graphicData>
        </a:graphic>
      </p:graphicFrame>
      <p:sp>
        <p:nvSpPr>
          <p:cNvPr id="11" name="TextBox 10">
            <a:extLst>
              <a:ext uri="{FF2B5EF4-FFF2-40B4-BE49-F238E27FC236}">
                <a16:creationId xmlns:a16="http://schemas.microsoft.com/office/drawing/2014/main" id="{349C726F-08F9-3D0B-DA8D-F7DF6BF706F6}"/>
              </a:ext>
            </a:extLst>
          </p:cNvPr>
          <p:cNvSpPr txBox="1"/>
          <p:nvPr/>
        </p:nvSpPr>
        <p:spPr>
          <a:xfrm>
            <a:off x="8425996" y="6345909"/>
            <a:ext cx="3539745" cy="246221"/>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a:solidFill>
                  <a:schemeClr val="tx1">
                    <a:lumMod val="65000"/>
                    <a:lumOff val="35000"/>
                  </a:schemeClr>
                </a:solidFill>
                <a:latin typeface="Segoe UI Light"/>
                <a:cs typeface="Calibri"/>
              </a:rPr>
              <a:t>For use in the 2023 UBS IB Development Challenge only</a:t>
            </a:r>
          </a:p>
        </p:txBody>
      </p:sp>
      <p:sp>
        <p:nvSpPr>
          <p:cNvPr id="12" name="Slide Number Placeholder 11">
            <a:extLst>
              <a:ext uri="{FF2B5EF4-FFF2-40B4-BE49-F238E27FC236}">
                <a16:creationId xmlns:a16="http://schemas.microsoft.com/office/drawing/2014/main" id="{5D987FC4-D467-32CB-C941-EFCFA69E6111}"/>
              </a:ext>
            </a:extLst>
          </p:cNvPr>
          <p:cNvSpPr>
            <a:spLocks noGrp="1"/>
          </p:cNvSpPr>
          <p:nvPr>
            <p:ph type="sldNum" sz="quarter" idx="12"/>
          </p:nvPr>
        </p:nvSpPr>
        <p:spPr>
          <a:xfrm>
            <a:off x="9217240" y="6282370"/>
            <a:ext cx="2743200" cy="365125"/>
          </a:xfrm>
        </p:spPr>
        <p:txBody>
          <a:bodyPr/>
          <a:lstStyle/>
          <a:p>
            <a:fld id="{330EA680-D336-4FF7-8B7A-9848BB0A1C32}" type="slidenum">
              <a:rPr lang="en-US" sz="1000" b="1" dirty="0" smtClean="0">
                <a:latin typeface="Segoe UI Light"/>
                <a:cs typeface="Segoe UI Light"/>
              </a:rPr>
              <a:t>9</a:t>
            </a:fld>
            <a:endParaRPr lang="en-US" sz="1000" b="1">
              <a:latin typeface="Segoe UI Light"/>
              <a:cs typeface="Segoe UI Light"/>
            </a:endParaRPr>
          </a:p>
        </p:txBody>
      </p:sp>
      <p:sp>
        <p:nvSpPr>
          <p:cNvPr id="8" name="Title 2">
            <a:extLst>
              <a:ext uri="{FF2B5EF4-FFF2-40B4-BE49-F238E27FC236}">
                <a16:creationId xmlns:a16="http://schemas.microsoft.com/office/drawing/2014/main" id="{B908EC1E-5A39-3CBB-B02F-439A67C5FE08}"/>
              </a:ext>
            </a:extLst>
          </p:cNvPr>
          <p:cNvSpPr txBox="1">
            <a:spLocks/>
          </p:cNvSpPr>
          <p:nvPr/>
        </p:nvSpPr>
        <p:spPr>
          <a:xfrm>
            <a:off x="300038" y="328349"/>
            <a:ext cx="9065635" cy="40636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AU" sz="3200">
                <a:latin typeface="Segoe UI Light"/>
                <a:cs typeface="Calibri"/>
              </a:rPr>
              <a:t>Indicative Valuation Analysis</a:t>
            </a:r>
          </a:p>
        </p:txBody>
      </p:sp>
      <p:cxnSp>
        <p:nvCxnSpPr>
          <p:cNvPr id="14" name="Straight Arrow Connector 13">
            <a:extLst>
              <a:ext uri="{FF2B5EF4-FFF2-40B4-BE49-F238E27FC236}">
                <a16:creationId xmlns:a16="http://schemas.microsoft.com/office/drawing/2014/main" id="{43759147-50F0-8A1C-2335-2A294ABDC717}"/>
              </a:ext>
            </a:extLst>
          </p:cNvPr>
          <p:cNvCxnSpPr/>
          <p:nvPr/>
        </p:nvCxnSpPr>
        <p:spPr>
          <a:xfrm flipV="1">
            <a:off x="385619" y="763156"/>
            <a:ext cx="11178308" cy="43872"/>
          </a:xfrm>
          <a:prstGeom prst="straightConnector1">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D1FF0424-7EEC-BC55-F6E0-DD99F3F79E50}"/>
              </a:ext>
            </a:extLst>
          </p:cNvPr>
          <p:cNvSpPr txBox="1"/>
          <p:nvPr/>
        </p:nvSpPr>
        <p:spPr>
          <a:xfrm>
            <a:off x="296312" y="859468"/>
            <a:ext cx="11261335"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rgbClr val="FF0000"/>
                </a:solidFill>
                <a:latin typeface="Segoe UI Semilight"/>
                <a:cs typeface="Segoe UI Light"/>
              </a:rPr>
              <a:t>Assessing Virtus through several valuation methodologies has led to an implied value of A$9.32 per share, driven by the multiples transacted in relevant Precedent Transactions</a:t>
            </a:r>
          </a:p>
        </p:txBody>
      </p:sp>
      <p:sp>
        <p:nvSpPr>
          <p:cNvPr id="29" name="TextBox 28">
            <a:extLst>
              <a:ext uri="{FF2B5EF4-FFF2-40B4-BE49-F238E27FC236}">
                <a16:creationId xmlns:a16="http://schemas.microsoft.com/office/drawing/2014/main" id="{B86D133C-8863-D294-E340-E5E84C5AC6EB}"/>
              </a:ext>
            </a:extLst>
          </p:cNvPr>
          <p:cNvSpPr txBox="1"/>
          <p:nvPr/>
        </p:nvSpPr>
        <p:spPr>
          <a:xfrm>
            <a:off x="8711946" y="1447510"/>
            <a:ext cx="3178569"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600" b="1">
                <a:cs typeface="Calibri"/>
              </a:rPr>
              <a:t>Weighting in Blended Valuation</a:t>
            </a:r>
            <a:endParaRPr lang="en-US" sz="1600" b="1"/>
          </a:p>
        </p:txBody>
      </p:sp>
      <p:cxnSp>
        <p:nvCxnSpPr>
          <p:cNvPr id="6" name="Straight Connector 5">
            <a:extLst>
              <a:ext uri="{FF2B5EF4-FFF2-40B4-BE49-F238E27FC236}">
                <a16:creationId xmlns:a16="http://schemas.microsoft.com/office/drawing/2014/main" id="{456205A5-DBF8-CA19-F0F0-F7533F8761C3}"/>
              </a:ext>
            </a:extLst>
          </p:cNvPr>
          <p:cNvCxnSpPr>
            <a:cxnSpLocks/>
          </p:cNvCxnSpPr>
          <p:nvPr/>
        </p:nvCxnSpPr>
        <p:spPr>
          <a:xfrm>
            <a:off x="5958152" y="1856957"/>
            <a:ext cx="0" cy="3842496"/>
          </a:xfrm>
          <a:prstGeom prst="line">
            <a:avLst/>
          </a:prstGeom>
          <a:ln w="381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B35071AF-2D37-6CCE-5128-3003E4A7FC1A}"/>
              </a:ext>
            </a:extLst>
          </p:cNvPr>
          <p:cNvCxnSpPr>
            <a:cxnSpLocks/>
          </p:cNvCxnSpPr>
          <p:nvPr/>
        </p:nvCxnSpPr>
        <p:spPr>
          <a:xfrm>
            <a:off x="5713199" y="1867887"/>
            <a:ext cx="0" cy="3850539"/>
          </a:xfrm>
          <a:prstGeom prst="line">
            <a:avLst/>
          </a:prstGeom>
          <a:ln w="38100">
            <a:solidFill>
              <a:srgbClr val="C00000"/>
            </a:solidFill>
            <a:prstDash val="dash"/>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CA895A41-E05A-9544-7003-28FD0898057D}"/>
              </a:ext>
            </a:extLst>
          </p:cNvPr>
          <p:cNvSpPr txBox="1"/>
          <p:nvPr/>
        </p:nvSpPr>
        <p:spPr>
          <a:xfrm>
            <a:off x="4903220" y="1575581"/>
            <a:ext cx="1023759" cy="261610"/>
          </a:xfrm>
          <a:prstGeom prst="rect">
            <a:avLst/>
          </a:prstGeom>
          <a:noFill/>
        </p:spPr>
        <p:txBody>
          <a:bodyPr wrap="square" rtlCol="0">
            <a:spAutoFit/>
          </a:bodyPr>
          <a:lstStyle/>
          <a:p>
            <a:pPr algn="ctr"/>
            <a:r>
              <a:rPr lang="en-AU" sz="1100" b="1" dirty="0" err="1">
                <a:solidFill>
                  <a:srgbClr val="FF0000"/>
                </a:solidFill>
              </a:rPr>
              <a:t>CapVest</a:t>
            </a:r>
            <a:r>
              <a:rPr lang="en-AU" sz="1100" b="1" dirty="0">
                <a:solidFill>
                  <a:srgbClr val="FF0000"/>
                </a:solidFill>
              </a:rPr>
              <a:t> Bid</a:t>
            </a:r>
          </a:p>
        </p:txBody>
      </p:sp>
      <p:sp>
        <p:nvSpPr>
          <p:cNvPr id="42" name="TextBox 41">
            <a:extLst>
              <a:ext uri="{FF2B5EF4-FFF2-40B4-BE49-F238E27FC236}">
                <a16:creationId xmlns:a16="http://schemas.microsoft.com/office/drawing/2014/main" id="{A0968F8A-E3AF-2CC8-9031-67C54F2D6E59}"/>
              </a:ext>
            </a:extLst>
          </p:cNvPr>
          <p:cNvSpPr txBox="1"/>
          <p:nvPr/>
        </p:nvSpPr>
        <p:spPr>
          <a:xfrm>
            <a:off x="5713199" y="1558239"/>
            <a:ext cx="1023759" cy="261610"/>
          </a:xfrm>
          <a:prstGeom prst="rect">
            <a:avLst/>
          </a:prstGeom>
          <a:noFill/>
        </p:spPr>
        <p:txBody>
          <a:bodyPr wrap="square" rtlCol="0">
            <a:spAutoFit/>
          </a:bodyPr>
          <a:lstStyle/>
          <a:p>
            <a:pPr algn="ctr"/>
            <a:r>
              <a:rPr lang="en-AU" sz="1100" b="1" dirty="0"/>
              <a:t>Implied Value</a:t>
            </a:r>
          </a:p>
        </p:txBody>
      </p:sp>
      <p:cxnSp>
        <p:nvCxnSpPr>
          <p:cNvPr id="44" name="Straight Connector 43">
            <a:extLst>
              <a:ext uri="{FF2B5EF4-FFF2-40B4-BE49-F238E27FC236}">
                <a16:creationId xmlns:a16="http://schemas.microsoft.com/office/drawing/2014/main" id="{1AD2545E-C32B-7E4E-99B4-8AFDE466F6CA}"/>
              </a:ext>
            </a:extLst>
          </p:cNvPr>
          <p:cNvCxnSpPr>
            <a:cxnSpLocks/>
          </p:cNvCxnSpPr>
          <p:nvPr/>
        </p:nvCxnSpPr>
        <p:spPr>
          <a:xfrm>
            <a:off x="669502" y="2506075"/>
            <a:ext cx="11073008"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BEB3A1D0-35C7-788C-3C2B-216711AF0CB5}"/>
              </a:ext>
            </a:extLst>
          </p:cNvPr>
          <p:cNvCxnSpPr>
            <a:cxnSpLocks/>
          </p:cNvCxnSpPr>
          <p:nvPr/>
        </p:nvCxnSpPr>
        <p:spPr>
          <a:xfrm>
            <a:off x="563669" y="3359061"/>
            <a:ext cx="11073008"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9E8505C1-52D7-CA6A-539E-16EC561446C0}"/>
              </a:ext>
            </a:extLst>
          </p:cNvPr>
          <p:cNvCxnSpPr>
            <a:cxnSpLocks/>
          </p:cNvCxnSpPr>
          <p:nvPr/>
        </p:nvCxnSpPr>
        <p:spPr>
          <a:xfrm>
            <a:off x="563669" y="4175339"/>
            <a:ext cx="11073008"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84DCE87A-215B-AA1F-D656-4B4AE38278F3}"/>
              </a:ext>
            </a:extLst>
          </p:cNvPr>
          <p:cNvCxnSpPr>
            <a:cxnSpLocks/>
          </p:cNvCxnSpPr>
          <p:nvPr/>
        </p:nvCxnSpPr>
        <p:spPr>
          <a:xfrm>
            <a:off x="563669" y="5079299"/>
            <a:ext cx="11073008"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93084C12-C2EF-91F2-0E6B-3A223C398BCF}"/>
              </a:ext>
            </a:extLst>
          </p:cNvPr>
          <p:cNvSpPr txBox="1"/>
          <p:nvPr/>
        </p:nvSpPr>
        <p:spPr>
          <a:xfrm>
            <a:off x="9599773" y="1938560"/>
            <a:ext cx="1402915" cy="338554"/>
          </a:xfrm>
          <a:prstGeom prst="rect">
            <a:avLst/>
          </a:prstGeom>
          <a:noFill/>
        </p:spPr>
        <p:txBody>
          <a:bodyPr wrap="square" rtlCol="0">
            <a:spAutoFit/>
          </a:bodyPr>
          <a:lstStyle/>
          <a:p>
            <a:pPr algn="ctr"/>
            <a:r>
              <a:rPr lang="en-AU" sz="1600"/>
              <a:t>10%</a:t>
            </a:r>
          </a:p>
        </p:txBody>
      </p:sp>
      <p:cxnSp>
        <p:nvCxnSpPr>
          <p:cNvPr id="49" name="Straight Connector 48">
            <a:extLst>
              <a:ext uri="{FF2B5EF4-FFF2-40B4-BE49-F238E27FC236}">
                <a16:creationId xmlns:a16="http://schemas.microsoft.com/office/drawing/2014/main" id="{26377461-67EC-8362-E60E-D7BF374196A0}"/>
              </a:ext>
            </a:extLst>
          </p:cNvPr>
          <p:cNvCxnSpPr>
            <a:cxnSpLocks/>
          </p:cNvCxnSpPr>
          <p:nvPr/>
        </p:nvCxnSpPr>
        <p:spPr>
          <a:xfrm flipV="1">
            <a:off x="8726620" y="1490606"/>
            <a:ext cx="0" cy="422782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5BD32A7A-C859-78D5-3BD6-8E27C240BFFA}"/>
              </a:ext>
            </a:extLst>
          </p:cNvPr>
          <p:cNvSpPr txBox="1"/>
          <p:nvPr/>
        </p:nvSpPr>
        <p:spPr>
          <a:xfrm>
            <a:off x="9599773" y="2765877"/>
            <a:ext cx="1402915" cy="338554"/>
          </a:xfrm>
          <a:prstGeom prst="rect">
            <a:avLst/>
          </a:prstGeom>
          <a:noFill/>
        </p:spPr>
        <p:txBody>
          <a:bodyPr wrap="square" rtlCol="0">
            <a:spAutoFit/>
          </a:bodyPr>
          <a:lstStyle/>
          <a:p>
            <a:pPr algn="ctr"/>
            <a:r>
              <a:rPr lang="en-AU" sz="1600"/>
              <a:t>20%</a:t>
            </a:r>
          </a:p>
        </p:txBody>
      </p:sp>
      <p:sp>
        <p:nvSpPr>
          <p:cNvPr id="53" name="TextBox 52">
            <a:extLst>
              <a:ext uri="{FF2B5EF4-FFF2-40B4-BE49-F238E27FC236}">
                <a16:creationId xmlns:a16="http://schemas.microsoft.com/office/drawing/2014/main" id="{F4213B8D-F6DB-E4AE-0B96-D2BA19CB141D}"/>
              </a:ext>
            </a:extLst>
          </p:cNvPr>
          <p:cNvSpPr txBox="1"/>
          <p:nvPr/>
        </p:nvSpPr>
        <p:spPr>
          <a:xfrm>
            <a:off x="9599773" y="3593193"/>
            <a:ext cx="1402915" cy="338554"/>
          </a:xfrm>
          <a:prstGeom prst="rect">
            <a:avLst/>
          </a:prstGeom>
          <a:noFill/>
        </p:spPr>
        <p:txBody>
          <a:bodyPr wrap="square" rtlCol="0">
            <a:spAutoFit/>
          </a:bodyPr>
          <a:lstStyle/>
          <a:p>
            <a:pPr algn="ctr"/>
            <a:r>
              <a:rPr lang="en-AU" sz="1600"/>
              <a:t>30%</a:t>
            </a:r>
          </a:p>
        </p:txBody>
      </p:sp>
      <p:sp>
        <p:nvSpPr>
          <p:cNvPr id="54" name="TextBox 53">
            <a:extLst>
              <a:ext uri="{FF2B5EF4-FFF2-40B4-BE49-F238E27FC236}">
                <a16:creationId xmlns:a16="http://schemas.microsoft.com/office/drawing/2014/main" id="{A5A277FF-01EC-0DEF-C6EC-F4C18168F681}"/>
              </a:ext>
            </a:extLst>
          </p:cNvPr>
          <p:cNvSpPr txBox="1"/>
          <p:nvPr/>
        </p:nvSpPr>
        <p:spPr>
          <a:xfrm>
            <a:off x="9599773" y="4420509"/>
            <a:ext cx="1402915" cy="338554"/>
          </a:xfrm>
          <a:prstGeom prst="rect">
            <a:avLst/>
          </a:prstGeom>
          <a:noFill/>
        </p:spPr>
        <p:txBody>
          <a:bodyPr wrap="square" rtlCol="0">
            <a:spAutoFit/>
          </a:bodyPr>
          <a:lstStyle/>
          <a:p>
            <a:pPr algn="ctr"/>
            <a:r>
              <a:rPr lang="en-AU" sz="1600"/>
              <a:t>40%</a:t>
            </a:r>
          </a:p>
        </p:txBody>
      </p:sp>
      <p:sp>
        <p:nvSpPr>
          <p:cNvPr id="55" name="TextBox 54">
            <a:extLst>
              <a:ext uri="{FF2B5EF4-FFF2-40B4-BE49-F238E27FC236}">
                <a16:creationId xmlns:a16="http://schemas.microsoft.com/office/drawing/2014/main" id="{2E0B82D8-A5E1-34DB-6DB5-D7EB67B41D0F}"/>
              </a:ext>
            </a:extLst>
          </p:cNvPr>
          <p:cNvSpPr txBox="1"/>
          <p:nvPr/>
        </p:nvSpPr>
        <p:spPr>
          <a:xfrm>
            <a:off x="9599773" y="5247826"/>
            <a:ext cx="1402915" cy="338554"/>
          </a:xfrm>
          <a:prstGeom prst="rect">
            <a:avLst/>
          </a:prstGeom>
          <a:noFill/>
        </p:spPr>
        <p:txBody>
          <a:bodyPr wrap="square" rtlCol="0">
            <a:spAutoFit/>
          </a:bodyPr>
          <a:lstStyle/>
          <a:p>
            <a:pPr algn="ctr"/>
            <a:r>
              <a:rPr lang="en-AU" sz="1600"/>
              <a:t>0%</a:t>
            </a:r>
          </a:p>
        </p:txBody>
      </p:sp>
      <p:pic>
        <p:nvPicPr>
          <p:cNvPr id="5" name="Picture 4" descr="A picture containing text, clipart&#10;&#10;Description automatically generated">
            <a:extLst>
              <a:ext uri="{FF2B5EF4-FFF2-40B4-BE49-F238E27FC236}">
                <a16:creationId xmlns:a16="http://schemas.microsoft.com/office/drawing/2014/main" id="{E2DFACB5-2A09-1E4E-E627-0BA29C9E43A1}"/>
              </a:ext>
            </a:extLst>
          </p:cNvPr>
          <p:cNvPicPr>
            <a:picLocks noChangeAspect="1"/>
          </p:cNvPicPr>
          <p:nvPr/>
        </p:nvPicPr>
        <p:blipFill>
          <a:blip r:embed="rId3"/>
          <a:stretch>
            <a:fillRect/>
          </a:stretch>
        </p:blipFill>
        <p:spPr>
          <a:xfrm>
            <a:off x="210353" y="6317975"/>
            <a:ext cx="906857" cy="370354"/>
          </a:xfrm>
          <a:prstGeom prst="rect">
            <a:avLst/>
          </a:prstGeom>
        </p:spPr>
      </p:pic>
      <p:sp>
        <p:nvSpPr>
          <p:cNvPr id="39" name="Rectangle 38">
            <a:extLst>
              <a:ext uri="{FF2B5EF4-FFF2-40B4-BE49-F238E27FC236}">
                <a16:creationId xmlns:a16="http://schemas.microsoft.com/office/drawing/2014/main" id="{9A60E52B-C6EE-2AA6-3D4C-835789208591}"/>
              </a:ext>
            </a:extLst>
          </p:cNvPr>
          <p:cNvSpPr/>
          <p:nvPr/>
        </p:nvSpPr>
        <p:spPr>
          <a:xfrm rot="16200000">
            <a:off x="-193145" y="2184134"/>
            <a:ext cx="1576916" cy="836083"/>
          </a:xfrm>
          <a:prstGeom prst="rect">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cs typeface="Calibri"/>
              </a:rPr>
              <a:t>Market Valuation</a:t>
            </a:r>
            <a:endParaRPr lang="en-US"/>
          </a:p>
        </p:txBody>
      </p:sp>
      <p:sp>
        <p:nvSpPr>
          <p:cNvPr id="40" name="Rectangle 39">
            <a:extLst>
              <a:ext uri="{FF2B5EF4-FFF2-40B4-BE49-F238E27FC236}">
                <a16:creationId xmlns:a16="http://schemas.microsoft.com/office/drawing/2014/main" id="{06BD3CDA-33AF-61A2-892F-450B77FFA757}"/>
              </a:ext>
            </a:extLst>
          </p:cNvPr>
          <p:cNvSpPr/>
          <p:nvPr/>
        </p:nvSpPr>
        <p:spPr>
          <a:xfrm rot="16200000">
            <a:off x="187855" y="4232010"/>
            <a:ext cx="804333" cy="857249"/>
          </a:xfrm>
          <a:prstGeom prst="rect">
            <a:avLst/>
          </a:prstGeom>
          <a:solidFill>
            <a:srgbClr val="F2F2F2"/>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900">
                <a:solidFill>
                  <a:schemeClr val="tx1"/>
                </a:solidFill>
                <a:cs typeface="Calibri"/>
              </a:rPr>
              <a:t>Fundamental Valuation</a:t>
            </a:r>
          </a:p>
        </p:txBody>
      </p:sp>
      <p:sp>
        <p:nvSpPr>
          <p:cNvPr id="43" name="Rectangle 42">
            <a:extLst>
              <a:ext uri="{FF2B5EF4-FFF2-40B4-BE49-F238E27FC236}">
                <a16:creationId xmlns:a16="http://schemas.microsoft.com/office/drawing/2014/main" id="{BC7739E6-A8BD-0F6A-6F65-D3F99DD4D4E4}"/>
              </a:ext>
            </a:extLst>
          </p:cNvPr>
          <p:cNvSpPr/>
          <p:nvPr/>
        </p:nvSpPr>
        <p:spPr>
          <a:xfrm rot="-5400000">
            <a:off x="198438" y="3395926"/>
            <a:ext cx="783167" cy="857249"/>
          </a:xfrm>
          <a:prstGeom prst="rect">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200">
                <a:cs typeface="Calibri"/>
              </a:rPr>
              <a:t>Capacity to Pay</a:t>
            </a:r>
          </a:p>
        </p:txBody>
      </p:sp>
      <p:sp>
        <p:nvSpPr>
          <p:cNvPr id="50" name="Rectangle 49">
            <a:extLst>
              <a:ext uri="{FF2B5EF4-FFF2-40B4-BE49-F238E27FC236}">
                <a16:creationId xmlns:a16="http://schemas.microsoft.com/office/drawing/2014/main" id="{ECB3677E-C722-F2E1-F4B0-40D662B018D0}"/>
              </a:ext>
            </a:extLst>
          </p:cNvPr>
          <p:cNvSpPr/>
          <p:nvPr/>
        </p:nvSpPr>
        <p:spPr>
          <a:xfrm rot="16200000">
            <a:off x="224896" y="5046923"/>
            <a:ext cx="730250" cy="846666"/>
          </a:xfrm>
          <a:prstGeom prst="rect">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100" dirty="0">
                <a:cs typeface="Calibri"/>
              </a:rPr>
              <a:t>Market Valuation</a:t>
            </a:r>
          </a:p>
        </p:txBody>
      </p:sp>
    </p:spTree>
    <p:extLst>
      <p:ext uri="{BB962C8B-B14F-4D97-AF65-F5344CB8AC3E}">
        <p14:creationId xmlns:p14="http://schemas.microsoft.com/office/powerpoint/2010/main" val="28024942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26" name="Table 26">
            <a:extLst>
              <a:ext uri="{FF2B5EF4-FFF2-40B4-BE49-F238E27FC236}">
                <a16:creationId xmlns:a16="http://schemas.microsoft.com/office/drawing/2014/main" id="{006024AA-6A43-D14B-A938-388A9F8ECE85}"/>
              </a:ext>
            </a:extLst>
          </p:cNvPr>
          <p:cNvGraphicFramePr>
            <a:graphicFrameLocks noGrp="1"/>
          </p:cNvGraphicFramePr>
          <p:nvPr>
            <p:extLst>
              <p:ext uri="{D42A27DB-BD31-4B8C-83A1-F6EECF244321}">
                <p14:modId xmlns:p14="http://schemas.microsoft.com/office/powerpoint/2010/main" val="3510670793"/>
              </p:ext>
            </p:extLst>
          </p:nvPr>
        </p:nvGraphicFramePr>
        <p:xfrm>
          <a:off x="295922" y="1583184"/>
          <a:ext cx="11591276" cy="4958080"/>
        </p:xfrm>
        <a:graphic>
          <a:graphicData uri="http://schemas.openxmlformats.org/drawingml/2006/table">
            <a:tbl>
              <a:tblPr firstRow="1" bandRow="1">
                <a:tableStyleId>{5C22544A-7EE6-4342-B048-85BDC9FD1C3A}</a:tableStyleId>
              </a:tblPr>
              <a:tblGrid>
                <a:gridCol w="5795638">
                  <a:extLst>
                    <a:ext uri="{9D8B030D-6E8A-4147-A177-3AD203B41FA5}">
                      <a16:colId xmlns:a16="http://schemas.microsoft.com/office/drawing/2014/main" val="2929818628"/>
                    </a:ext>
                  </a:extLst>
                </a:gridCol>
                <a:gridCol w="5795638">
                  <a:extLst>
                    <a:ext uri="{9D8B030D-6E8A-4147-A177-3AD203B41FA5}">
                      <a16:colId xmlns:a16="http://schemas.microsoft.com/office/drawing/2014/main" val="1600806769"/>
                    </a:ext>
                  </a:extLst>
                </a:gridCol>
              </a:tblGrid>
              <a:tr h="2657836">
                <a:tc>
                  <a:txBody>
                    <a:bodyPr/>
                    <a:lstStyle/>
                    <a:p>
                      <a:pPr indent="0"/>
                      <a:r>
                        <a:rPr lang="en-US" sz="1400" b="1" i="0">
                          <a:solidFill>
                            <a:schemeClr val="tx1"/>
                          </a:solidFill>
                          <a:latin typeface="Segoe UI"/>
                        </a:rPr>
                        <a:t>COVID-19 Short and Medium Term Impact </a:t>
                      </a:r>
                    </a:p>
                    <a:p>
                      <a:pPr lvl="0" indent="0">
                        <a:buNone/>
                      </a:pPr>
                      <a:endParaRPr lang="en-US" sz="1400" b="1" i="0">
                        <a:solidFill>
                          <a:schemeClr val="tx1"/>
                        </a:solidFill>
                        <a:latin typeface="Segoe UI"/>
                      </a:endParaRPr>
                    </a:p>
                    <a:p>
                      <a:pPr marL="285750" lvl="0" indent="-285750">
                        <a:spcAft>
                          <a:spcPts val="1000"/>
                        </a:spcAft>
                        <a:buFont typeface="Wingdings"/>
                        <a:buChar char="§"/>
                      </a:pPr>
                      <a:r>
                        <a:rPr lang="en-GB" sz="1400" b="0" i="0">
                          <a:solidFill>
                            <a:schemeClr val="tx1"/>
                          </a:solidFill>
                          <a:latin typeface="Segoe UI Light"/>
                        </a:rPr>
                        <a:t>In FY20, fresh cycles in Australia fell by 4.4% and </a:t>
                      </a:r>
                      <a:r>
                        <a:rPr lang="en-GB" sz="1400" b="1" i="0">
                          <a:solidFill>
                            <a:schemeClr val="tx1"/>
                          </a:solidFill>
                          <a:latin typeface="Segoe UI Light"/>
                        </a:rPr>
                        <a:t>revenue dropped by 7.5% </a:t>
                      </a:r>
                      <a:r>
                        <a:rPr lang="en-GB" sz="1400" b="0" i="0">
                          <a:solidFill>
                            <a:schemeClr val="tx1"/>
                          </a:solidFill>
                          <a:latin typeface="Segoe UI Light"/>
                        </a:rPr>
                        <a:t>while competitor Monash IVF revenue only dropped by 4.3%. </a:t>
                      </a:r>
                      <a:r>
                        <a:rPr lang="en-GB" sz="1400" b="1" i="0">
                          <a:solidFill>
                            <a:schemeClr val="tx1"/>
                          </a:solidFill>
                          <a:latin typeface="Segoe UI Light"/>
                        </a:rPr>
                        <a:t>Government support programs provided $7.7m</a:t>
                      </a:r>
                      <a:r>
                        <a:rPr lang="en-GB" sz="1400" b="0" i="0">
                          <a:solidFill>
                            <a:schemeClr val="tx1"/>
                          </a:solidFill>
                          <a:latin typeface="Segoe UI Light"/>
                        </a:rPr>
                        <a:t> to support Virtus Health's operations.</a:t>
                      </a:r>
                    </a:p>
                    <a:p>
                      <a:pPr marL="285750" lvl="0" indent="-285750">
                        <a:spcAft>
                          <a:spcPts val="1000"/>
                        </a:spcAft>
                        <a:buFont typeface="Wingdings"/>
                        <a:buChar char="§"/>
                      </a:pPr>
                      <a:r>
                        <a:rPr lang="en-GB" sz="1400" b="0" i="0">
                          <a:solidFill>
                            <a:schemeClr val="tx1"/>
                          </a:solidFill>
                          <a:latin typeface="Segoe UI Light"/>
                        </a:rPr>
                        <a:t>In FY21, Virtus Health experienced significant growth, with fresh cycles increasing by 26.4% and </a:t>
                      </a:r>
                      <a:r>
                        <a:rPr lang="en-GB" sz="1400" b="1" i="0">
                          <a:solidFill>
                            <a:schemeClr val="tx1"/>
                          </a:solidFill>
                          <a:latin typeface="Segoe UI Light"/>
                        </a:rPr>
                        <a:t>revenue bouncing back by 25.3%. </a:t>
                      </a:r>
                      <a:r>
                        <a:rPr lang="en-GB" sz="1400" b="0" i="0">
                          <a:solidFill>
                            <a:schemeClr val="tx1"/>
                          </a:solidFill>
                          <a:latin typeface="Segoe UI Light"/>
                        </a:rPr>
                        <a:t>Virtus Health clinics have returned to normal trading activity, surpassing previous year's patient activity, and the company is now recognised as one of the top five global providers of Assisted Reproductive Services.</a:t>
                      </a:r>
                      <a:endParaRPr lang="en-US" sz="1400" b="0" i="0">
                        <a:solidFill>
                          <a:schemeClr val="tx1"/>
                        </a:solidFill>
                        <a:latin typeface="Segoe UI Light"/>
                      </a:endParaRPr>
                    </a:p>
                  </a:txBody>
                  <a:tcPr>
                    <a:lnL w="0">
                      <a:noFill/>
                    </a:lnL>
                    <a:lnR w="0">
                      <a:noFill/>
                    </a:lnR>
                    <a:lnT w="0">
                      <a:noFill/>
                    </a:lnT>
                    <a:lnB w="0">
                      <a:noFill/>
                    </a:lnB>
                    <a:solidFill>
                      <a:schemeClr val="bg1"/>
                    </a:solidFill>
                  </a:tcPr>
                </a:tc>
                <a:tc>
                  <a:txBody>
                    <a:bodyPr/>
                    <a:lstStyle/>
                    <a:p>
                      <a:pPr lvl="0">
                        <a:buNone/>
                      </a:pPr>
                      <a:r>
                        <a:rPr lang="en-US" sz="1400" b="1" i="0">
                          <a:solidFill>
                            <a:schemeClr val="tx1"/>
                          </a:solidFill>
                          <a:latin typeface="Segoe UI"/>
                        </a:rPr>
                        <a:t>Exclusive Due Diligence to CapVest</a:t>
                      </a:r>
                    </a:p>
                    <a:p>
                      <a:pPr lvl="0">
                        <a:buNone/>
                      </a:pPr>
                      <a:endParaRPr lang="en-US" sz="1400" b="1" i="0">
                        <a:solidFill>
                          <a:schemeClr val="tx1"/>
                        </a:solidFill>
                        <a:latin typeface="Segoe UI"/>
                      </a:endParaRPr>
                    </a:p>
                    <a:p>
                      <a:pPr marL="285750" lvl="0" indent="-285750">
                        <a:spcAft>
                          <a:spcPts val="1000"/>
                        </a:spcAft>
                        <a:buFont typeface="Wingdings"/>
                        <a:buChar char="§"/>
                      </a:pPr>
                      <a:r>
                        <a:rPr lang="en-US" sz="1400" b="0" i="0">
                          <a:solidFill>
                            <a:schemeClr val="tx1"/>
                          </a:solidFill>
                          <a:latin typeface="Segoe UI Light"/>
                        </a:rPr>
                        <a:t>On 20 January, CapVest submitted a NBIO for </a:t>
                      </a:r>
                      <a:r>
                        <a:rPr lang="en-GB" sz="1400" b="0" i="0">
                          <a:solidFill>
                            <a:schemeClr val="tx1"/>
                          </a:solidFill>
                          <a:latin typeface="Segoe UI Light"/>
                        </a:rPr>
                        <a:t>a $7.60 scheme and $7.50 takeover. In order to receive this proposal, Virtus signed a process deed with CapVest and granted them </a:t>
                      </a:r>
                      <a:r>
                        <a:rPr lang="en-GB" sz="1400" b="1" i="0">
                          <a:solidFill>
                            <a:schemeClr val="tx1"/>
                          </a:solidFill>
                          <a:latin typeface="Segoe UI Light"/>
                        </a:rPr>
                        <a:t>exclusive due diligence access</a:t>
                      </a:r>
                      <a:r>
                        <a:rPr lang="en-GB" sz="1400" b="0" i="0">
                          <a:solidFill>
                            <a:schemeClr val="tx1"/>
                          </a:solidFill>
                          <a:latin typeface="Segoe UI Light"/>
                        </a:rPr>
                        <a:t>.</a:t>
                      </a:r>
                    </a:p>
                    <a:p>
                      <a:pPr marL="285750" lvl="0" indent="-285750">
                        <a:spcAft>
                          <a:spcPts val="1000"/>
                        </a:spcAft>
                        <a:buFont typeface="Wingdings"/>
                        <a:buChar char="§"/>
                      </a:pPr>
                      <a:r>
                        <a:rPr lang="en-GB" sz="1400" b="0" i="0">
                          <a:solidFill>
                            <a:schemeClr val="tx1"/>
                          </a:solidFill>
                          <a:latin typeface="Segoe UI Light"/>
                        </a:rPr>
                        <a:t>On 1 March, CapVest submitted a revised NBIO and Virtus noted that CapVest is expected to be in a position to enter into an implementation deed by 11 March 2022. </a:t>
                      </a:r>
                    </a:p>
                    <a:p>
                      <a:pPr marL="285750" lvl="0" indent="-285750">
                        <a:spcAft>
                          <a:spcPts val="1000"/>
                        </a:spcAft>
                        <a:buFont typeface="Wingdings"/>
                        <a:buChar char="§"/>
                      </a:pPr>
                      <a:r>
                        <a:rPr lang="en-GB" sz="1400" b="0" i="0">
                          <a:solidFill>
                            <a:schemeClr val="tx1"/>
                          </a:solidFill>
                          <a:latin typeface="Segoe UI Light"/>
                        </a:rPr>
                        <a:t>On 10 March, BGH tabled their latest proposal and Virtus was engaging with BGH in relation to the basis on which it would facilitate due diligence access for BGH. However, was not granted as CapVest tabled an improved </a:t>
                      </a:r>
                      <a:r>
                        <a:rPr lang="en-GB" sz="1400" b="1" i="0">
                          <a:solidFill>
                            <a:schemeClr val="tx1"/>
                          </a:solidFill>
                          <a:latin typeface="Segoe UI Light"/>
                        </a:rPr>
                        <a:t>binding proposal</a:t>
                      </a:r>
                      <a:r>
                        <a:rPr lang="en-GB" sz="1400" b="0" i="0">
                          <a:solidFill>
                            <a:schemeClr val="tx1"/>
                          </a:solidFill>
                          <a:latin typeface="Segoe UI Light"/>
                        </a:rPr>
                        <a:t>, which they accepted.</a:t>
                      </a:r>
                    </a:p>
                  </a:txBody>
                  <a:tcPr>
                    <a:lnL w="0">
                      <a:noFill/>
                    </a:lnL>
                    <a:lnR w="0">
                      <a:noFill/>
                    </a:lnR>
                    <a:lnT w="0">
                      <a:noFill/>
                    </a:lnT>
                    <a:lnB w="0">
                      <a:noFill/>
                    </a:lnB>
                    <a:solidFill>
                      <a:schemeClr val="bg1"/>
                    </a:solidFill>
                  </a:tcPr>
                </a:tc>
                <a:extLst>
                  <a:ext uri="{0D108BD9-81ED-4DB2-BD59-A6C34878D82A}">
                    <a16:rowId xmlns:a16="http://schemas.microsoft.com/office/drawing/2014/main" val="2398524099"/>
                  </a:ext>
                </a:extLst>
              </a:tr>
              <a:tr h="1843467">
                <a:tc gridSpan="2">
                  <a:txBody>
                    <a:bodyPr/>
                    <a:lstStyle/>
                    <a:p>
                      <a:r>
                        <a:rPr lang="en-US" sz="1400" b="1" i="0">
                          <a:solidFill>
                            <a:schemeClr val="tx1"/>
                          </a:solidFill>
                          <a:latin typeface="Segoe UI"/>
                        </a:rPr>
                        <a:t>Concerns/Issues</a:t>
                      </a:r>
                    </a:p>
                    <a:p>
                      <a:pPr lvl="0">
                        <a:buNone/>
                      </a:pPr>
                      <a:endParaRPr lang="en-US" sz="1400" b="0">
                        <a:solidFill>
                          <a:schemeClr val="tx1"/>
                        </a:solidFill>
                        <a:latin typeface="Segoe UI Light"/>
                      </a:endParaRPr>
                    </a:p>
                    <a:p>
                      <a:pPr marL="285750" marR="0" lvl="0" indent="-285750" algn="l" rtl="0" eaLnBrk="1" fontAlgn="auto" latinLnBrk="0" hangingPunct="1">
                        <a:lnSpc>
                          <a:spcPct val="100000"/>
                        </a:lnSpc>
                        <a:spcBef>
                          <a:spcPts val="0"/>
                        </a:spcBef>
                        <a:spcAft>
                          <a:spcPts val="1000"/>
                        </a:spcAft>
                        <a:buClrTx/>
                        <a:buSzTx/>
                        <a:buFont typeface="Wingdings"/>
                        <a:buChar char="§"/>
                      </a:pPr>
                      <a:r>
                        <a:rPr lang="en-GB" sz="1400" b="0" i="0">
                          <a:solidFill>
                            <a:schemeClr val="tx1"/>
                          </a:solidFill>
                          <a:latin typeface="Segoe UI Light"/>
                        </a:rPr>
                        <a:t>Due to being classified as non-essential in all operating countries except Singapore, and the </a:t>
                      </a:r>
                      <a:r>
                        <a:rPr lang="en-GB" sz="1400" b="1" i="0">
                          <a:solidFill>
                            <a:schemeClr val="tx1"/>
                          </a:solidFill>
                          <a:latin typeface="Segoe UI Light"/>
                        </a:rPr>
                        <a:t>persistent lockdowns </a:t>
                      </a:r>
                      <a:r>
                        <a:rPr lang="en-GB" sz="1400" b="0" i="0">
                          <a:solidFill>
                            <a:schemeClr val="tx1"/>
                          </a:solidFill>
                          <a:latin typeface="Segoe UI Light"/>
                        </a:rPr>
                        <a:t>throughout 2021, </a:t>
                      </a:r>
                      <a:r>
                        <a:rPr lang="en-GB" sz="1400" b="1" i="0">
                          <a:solidFill>
                            <a:schemeClr val="tx1"/>
                          </a:solidFill>
                          <a:latin typeface="Segoe UI Light"/>
                        </a:rPr>
                        <a:t>uncertainty looms over future operations</a:t>
                      </a:r>
                      <a:r>
                        <a:rPr lang="en-GB" sz="1400" b="0" i="0">
                          <a:solidFill>
                            <a:schemeClr val="tx1"/>
                          </a:solidFill>
                          <a:latin typeface="Segoe UI Light"/>
                        </a:rPr>
                        <a:t>. There are concerns about potential impacts from </a:t>
                      </a:r>
                      <a:r>
                        <a:rPr lang="en-GB" sz="1400" b="1" i="0">
                          <a:solidFill>
                            <a:schemeClr val="tx1"/>
                          </a:solidFill>
                          <a:latin typeface="Segoe UI Light"/>
                        </a:rPr>
                        <a:t>future strains </a:t>
                      </a:r>
                      <a:r>
                        <a:rPr lang="en-GB" sz="1400" b="0" i="0">
                          <a:solidFill>
                            <a:schemeClr val="tx1"/>
                          </a:solidFill>
                          <a:latin typeface="Segoe UI Light"/>
                        </a:rPr>
                        <a:t>of the virus or other </a:t>
                      </a:r>
                      <a:r>
                        <a:rPr lang="en-GB" sz="1400" b="1" i="0">
                          <a:solidFill>
                            <a:schemeClr val="tx1"/>
                          </a:solidFill>
                          <a:latin typeface="Segoe UI Light"/>
                        </a:rPr>
                        <a:t>future economic crises</a:t>
                      </a:r>
                      <a:r>
                        <a:rPr lang="en-GB" sz="1400" b="0" i="0">
                          <a:solidFill>
                            <a:schemeClr val="tx1"/>
                          </a:solidFill>
                          <a:latin typeface="Segoe UI Light"/>
                        </a:rPr>
                        <a:t>, as well as uncertainties regarding the </a:t>
                      </a:r>
                      <a:r>
                        <a:rPr lang="en-GB" sz="1400" b="1" i="0">
                          <a:solidFill>
                            <a:schemeClr val="tx1"/>
                          </a:solidFill>
                          <a:latin typeface="Segoe UI Light"/>
                        </a:rPr>
                        <a:t>possibility of future bailouts</a:t>
                      </a:r>
                      <a:r>
                        <a:rPr lang="en-GB" sz="1400" b="0" i="0">
                          <a:solidFill>
                            <a:schemeClr val="tx1"/>
                          </a:solidFill>
                          <a:latin typeface="Segoe UI Light"/>
                        </a:rPr>
                        <a:t>.</a:t>
                      </a:r>
                      <a:r>
                        <a:rPr lang="en-US" sz="1400" b="0" i="0">
                          <a:solidFill>
                            <a:schemeClr val="tx1"/>
                          </a:solidFill>
                          <a:latin typeface="Segoe UI Light"/>
                        </a:rPr>
                        <a:t> </a:t>
                      </a:r>
                    </a:p>
                    <a:p>
                      <a:pPr marL="285750" marR="0" lvl="0" indent="-285750" algn="l" defTabSz="914400" rtl="0" eaLnBrk="1" fontAlgn="auto" latinLnBrk="0" hangingPunct="1">
                        <a:lnSpc>
                          <a:spcPct val="100000"/>
                        </a:lnSpc>
                        <a:spcBef>
                          <a:spcPts val="0"/>
                        </a:spcBef>
                        <a:spcAft>
                          <a:spcPts val="1000"/>
                        </a:spcAft>
                        <a:buClrTx/>
                        <a:buSzTx/>
                        <a:buFont typeface="Wingdings"/>
                        <a:buChar char="§"/>
                        <a:tabLst/>
                        <a:defRPr/>
                      </a:pPr>
                      <a:r>
                        <a:rPr lang="en-US" sz="1400" b="0" i="0">
                          <a:solidFill>
                            <a:schemeClr val="tx1"/>
                          </a:solidFill>
                          <a:latin typeface="Segoe UI Light"/>
                        </a:rPr>
                        <a:t>Virtus Health’s board appears to show a </a:t>
                      </a:r>
                      <a:r>
                        <a:rPr lang="en-US" sz="1400" b="1" i="0">
                          <a:solidFill>
                            <a:schemeClr val="tx1"/>
                          </a:solidFill>
                          <a:latin typeface="Segoe UI Light"/>
                        </a:rPr>
                        <a:t>greater interest</a:t>
                      </a:r>
                      <a:r>
                        <a:rPr lang="en-US" sz="1400" b="0" i="0">
                          <a:solidFill>
                            <a:schemeClr val="tx1"/>
                          </a:solidFill>
                          <a:latin typeface="Segoe UI Light"/>
                        </a:rPr>
                        <a:t> in pursuing a transaction with CapVest - having granted them a limited period of due diligence from their </a:t>
                      </a:r>
                      <a:r>
                        <a:rPr lang="en-US" sz="1400" b="0" i="1">
                          <a:solidFill>
                            <a:schemeClr val="tx1"/>
                          </a:solidFill>
                          <a:latin typeface="Segoe UI Light"/>
                        </a:rPr>
                        <a:t>first </a:t>
                      </a:r>
                      <a:r>
                        <a:rPr lang="en-US" sz="1400" b="0" i="0">
                          <a:solidFill>
                            <a:schemeClr val="tx1"/>
                          </a:solidFill>
                          <a:latin typeface="Segoe UI Light"/>
                        </a:rPr>
                        <a:t>offer as well as receiving an “overwhelming” support from their fertility specialists (as reported by Virtus Executive Director).</a:t>
                      </a:r>
                    </a:p>
                    <a:p>
                      <a:pPr marL="285750" marR="0" lvl="0" indent="-285750" algn="l" defTabSz="914400" rtl="0" eaLnBrk="1" fontAlgn="auto" latinLnBrk="0" hangingPunct="1">
                        <a:lnSpc>
                          <a:spcPct val="100000"/>
                        </a:lnSpc>
                        <a:spcBef>
                          <a:spcPts val="0"/>
                        </a:spcBef>
                        <a:spcAft>
                          <a:spcPts val="1000"/>
                        </a:spcAft>
                        <a:buClrTx/>
                        <a:buSzTx/>
                        <a:buFont typeface="Wingdings"/>
                        <a:buChar char="§"/>
                        <a:tabLst/>
                        <a:defRPr/>
                      </a:pPr>
                      <a:r>
                        <a:rPr lang="en-US" sz="1400" b="0" i="0">
                          <a:solidFill>
                            <a:schemeClr val="tx1"/>
                          </a:solidFill>
                          <a:latin typeface="Segoe UI Light"/>
                        </a:rPr>
                        <a:t> </a:t>
                      </a:r>
                    </a:p>
                  </a:txBody>
                  <a:tcPr>
                    <a:lnL w="0">
                      <a:noFill/>
                    </a:lnL>
                    <a:lnR w="0">
                      <a:noFill/>
                    </a:lnR>
                    <a:lnT w="0">
                      <a:noFill/>
                    </a:lnT>
                    <a:lnB w="0">
                      <a:noFill/>
                    </a:lnB>
                    <a:solidFill>
                      <a:schemeClr val="bg1"/>
                    </a:solidFill>
                  </a:tcPr>
                </a:tc>
                <a:tc hMerge="1">
                  <a:txBody>
                    <a:bodyPr/>
                    <a:lstStyle/>
                    <a:p>
                      <a:r>
                        <a:rPr lang="en-US" sz="1400" b="1" i="0">
                          <a:solidFill>
                            <a:schemeClr val="tx1"/>
                          </a:solidFill>
                          <a:latin typeface="Segoe UI"/>
                        </a:rPr>
                        <a:t>Concerns/Issues</a:t>
                      </a:r>
                    </a:p>
                    <a:p>
                      <a:pPr lvl="0">
                        <a:buNone/>
                      </a:pPr>
                      <a:endParaRPr lang="en-US" sz="1400" b="0">
                        <a:solidFill>
                          <a:schemeClr val="tx1"/>
                        </a:solidFill>
                        <a:latin typeface="Segoe UI Light"/>
                      </a:endParaRPr>
                    </a:p>
                    <a:p>
                      <a:pPr marL="285750" marR="0" lvl="0" indent="-285750" algn="l" defTabSz="914400" rtl="0" eaLnBrk="1" fontAlgn="auto" latinLnBrk="0" hangingPunct="1">
                        <a:lnSpc>
                          <a:spcPct val="100000"/>
                        </a:lnSpc>
                        <a:spcBef>
                          <a:spcPts val="0"/>
                        </a:spcBef>
                        <a:spcAft>
                          <a:spcPts val="1000"/>
                        </a:spcAft>
                        <a:buClrTx/>
                        <a:buSzTx/>
                        <a:buFont typeface="Wingdings"/>
                        <a:buChar char="§"/>
                        <a:tabLst/>
                        <a:defRPr/>
                      </a:pPr>
                      <a:endParaRPr lang="en-US" sz="1400" b="0" i="0">
                        <a:solidFill>
                          <a:schemeClr val="tx1"/>
                        </a:solidFill>
                        <a:latin typeface="Segoe UI Light"/>
                      </a:endParaRPr>
                    </a:p>
                  </a:txBody>
                  <a:tcPr>
                    <a:lnL w="0">
                      <a:noFill/>
                    </a:lnL>
                    <a:lnR w="0">
                      <a:noFill/>
                    </a:lnR>
                    <a:lnT w="0">
                      <a:noFill/>
                    </a:lnT>
                    <a:lnB w="0">
                      <a:noFill/>
                    </a:lnB>
                    <a:solidFill>
                      <a:schemeClr val="bg1"/>
                    </a:solidFill>
                  </a:tcPr>
                </a:tc>
                <a:extLst>
                  <a:ext uri="{0D108BD9-81ED-4DB2-BD59-A6C34878D82A}">
                    <a16:rowId xmlns:a16="http://schemas.microsoft.com/office/drawing/2014/main" val="941749254"/>
                  </a:ext>
                </a:extLst>
              </a:tr>
            </a:tbl>
          </a:graphicData>
        </a:graphic>
      </p:graphicFrame>
      <p:sp>
        <p:nvSpPr>
          <p:cNvPr id="7" name="TextBox 6">
            <a:extLst>
              <a:ext uri="{FF2B5EF4-FFF2-40B4-BE49-F238E27FC236}">
                <a16:creationId xmlns:a16="http://schemas.microsoft.com/office/drawing/2014/main" id="{42F0B3DC-26D7-C8D7-2095-150058C60ECD}"/>
              </a:ext>
            </a:extLst>
          </p:cNvPr>
          <p:cNvSpPr txBox="1"/>
          <p:nvPr/>
        </p:nvSpPr>
        <p:spPr>
          <a:xfrm>
            <a:off x="295810" y="1074063"/>
            <a:ext cx="1085272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a:latin typeface="Segoe UI Semilight"/>
              <a:cs typeface="Segoe UI Light"/>
            </a:endParaRPr>
          </a:p>
        </p:txBody>
      </p:sp>
      <p:pic>
        <p:nvPicPr>
          <p:cNvPr id="9" name="Picture 4" descr="A picture containing text, clipart&#10;&#10;Description automatically generated">
            <a:extLst>
              <a:ext uri="{FF2B5EF4-FFF2-40B4-BE49-F238E27FC236}">
                <a16:creationId xmlns:a16="http://schemas.microsoft.com/office/drawing/2014/main" id="{F3B7F211-F64C-BB04-69B2-FD86AB31CAB3}"/>
              </a:ext>
            </a:extLst>
          </p:cNvPr>
          <p:cNvPicPr>
            <a:picLocks noChangeAspect="1"/>
          </p:cNvPicPr>
          <p:nvPr/>
        </p:nvPicPr>
        <p:blipFill>
          <a:blip r:embed="rId3"/>
          <a:stretch>
            <a:fillRect/>
          </a:stretch>
        </p:blipFill>
        <p:spPr>
          <a:xfrm>
            <a:off x="210353" y="6160320"/>
            <a:ext cx="1257201" cy="519250"/>
          </a:xfrm>
          <a:prstGeom prst="rect">
            <a:avLst/>
          </a:prstGeom>
        </p:spPr>
      </p:pic>
      <p:sp>
        <p:nvSpPr>
          <p:cNvPr id="10" name="TextBox 9">
            <a:extLst>
              <a:ext uri="{FF2B5EF4-FFF2-40B4-BE49-F238E27FC236}">
                <a16:creationId xmlns:a16="http://schemas.microsoft.com/office/drawing/2014/main" id="{1F93AE4B-1AD3-DF49-A82D-15D970233F59}"/>
              </a:ext>
            </a:extLst>
          </p:cNvPr>
          <p:cNvSpPr txBox="1"/>
          <p:nvPr/>
        </p:nvSpPr>
        <p:spPr>
          <a:xfrm>
            <a:off x="1618156" y="6283641"/>
            <a:ext cx="4353559" cy="246221"/>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a:solidFill>
                  <a:schemeClr val="tx1">
                    <a:lumMod val="65000"/>
                    <a:lumOff val="35000"/>
                  </a:schemeClr>
                </a:solidFill>
                <a:latin typeface="Segoe UI Light"/>
                <a:cs typeface="Calibri"/>
              </a:rPr>
              <a:t>Source: Company Filings, including ASX Announcement on 14 March 2022. </a:t>
            </a:r>
            <a:endParaRPr lang="en-US" sz="1000">
              <a:solidFill>
                <a:schemeClr val="tx1">
                  <a:lumMod val="65000"/>
                  <a:lumOff val="35000"/>
                </a:schemeClr>
              </a:solidFill>
              <a:latin typeface="Segoe UI Light"/>
            </a:endParaRPr>
          </a:p>
        </p:txBody>
      </p:sp>
      <p:sp>
        <p:nvSpPr>
          <p:cNvPr id="11" name="TextBox 10">
            <a:extLst>
              <a:ext uri="{FF2B5EF4-FFF2-40B4-BE49-F238E27FC236}">
                <a16:creationId xmlns:a16="http://schemas.microsoft.com/office/drawing/2014/main" id="{349C726F-08F9-3D0B-DA8D-F7DF6BF706F6}"/>
              </a:ext>
            </a:extLst>
          </p:cNvPr>
          <p:cNvSpPr txBox="1"/>
          <p:nvPr/>
        </p:nvSpPr>
        <p:spPr>
          <a:xfrm>
            <a:off x="8425996" y="6345909"/>
            <a:ext cx="3539745" cy="246221"/>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a:solidFill>
                  <a:schemeClr val="tx1">
                    <a:lumMod val="65000"/>
                    <a:lumOff val="35000"/>
                  </a:schemeClr>
                </a:solidFill>
                <a:latin typeface="Segoe UI Light"/>
                <a:cs typeface="Calibri"/>
              </a:rPr>
              <a:t>For use in the 2023 UBS IB Development Challenge only</a:t>
            </a:r>
          </a:p>
        </p:txBody>
      </p:sp>
      <p:sp>
        <p:nvSpPr>
          <p:cNvPr id="12" name="Slide Number Placeholder 11">
            <a:extLst>
              <a:ext uri="{FF2B5EF4-FFF2-40B4-BE49-F238E27FC236}">
                <a16:creationId xmlns:a16="http://schemas.microsoft.com/office/drawing/2014/main" id="{5D987FC4-D467-32CB-C941-EFCFA69E6111}"/>
              </a:ext>
            </a:extLst>
          </p:cNvPr>
          <p:cNvSpPr>
            <a:spLocks noGrp="1"/>
          </p:cNvSpPr>
          <p:nvPr>
            <p:ph type="sldNum" sz="quarter" idx="12"/>
          </p:nvPr>
        </p:nvSpPr>
        <p:spPr>
          <a:xfrm>
            <a:off x="9217240" y="6282370"/>
            <a:ext cx="2743200" cy="365125"/>
          </a:xfrm>
        </p:spPr>
        <p:txBody>
          <a:bodyPr/>
          <a:lstStyle/>
          <a:p>
            <a:fld id="{330EA680-D336-4FF7-8B7A-9848BB0A1C32}" type="slidenum">
              <a:rPr lang="en-US" sz="1000" b="1" dirty="0" smtClean="0">
                <a:latin typeface="Segoe UI Light"/>
                <a:cs typeface="Segoe UI Light"/>
              </a:rPr>
              <a:t>10</a:t>
            </a:fld>
            <a:endParaRPr lang="en-US" sz="1000" b="1">
              <a:latin typeface="Segoe UI Light"/>
              <a:cs typeface="Segoe UI Light"/>
            </a:endParaRPr>
          </a:p>
        </p:txBody>
      </p:sp>
      <p:cxnSp>
        <p:nvCxnSpPr>
          <p:cNvPr id="27" name="Straight Arrow Connector 26">
            <a:extLst>
              <a:ext uri="{FF2B5EF4-FFF2-40B4-BE49-F238E27FC236}">
                <a16:creationId xmlns:a16="http://schemas.microsoft.com/office/drawing/2014/main" id="{BE6A40CC-2D96-ECB0-FC2A-64210F4ADA72}"/>
              </a:ext>
            </a:extLst>
          </p:cNvPr>
          <p:cNvCxnSpPr/>
          <p:nvPr/>
        </p:nvCxnSpPr>
        <p:spPr>
          <a:xfrm flipV="1">
            <a:off x="304802" y="1910916"/>
            <a:ext cx="5412417" cy="10358"/>
          </a:xfrm>
          <a:prstGeom prst="straightConnector1">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8F8A7ED6-7B09-459A-7AE1-B44949E8D2E8}"/>
              </a:ext>
            </a:extLst>
          </p:cNvPr>
          <p:cNvCxnSpPr>
            <a:cxnSpLocks/>
          </p:cNvCxnSpPr>
          <p:nvPr/>
        </p:nvCxnSpPr>
        <p:spPr>
          <a:xfrm flipV="1">
            <a:off x="5971715" y="1910917"/>
            <a:ext cx="5501193" cy="10358"/>
          </a:xfrm>
          <a:prstGeom prst="straightConnector1">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265FD89C-069D-2B11-076B-8B6985132FED}"/>
              </a:ext>
            </a:extLst>
          </p:cNvPr>
          <p:cNvCxnSpPr>
            <a:cxnSpLocks/>
          </p:cNvCxnSpPr>
          <p:nvPr/>
        </p:nvCxnSpPr>
        <p:spPr>
          <a:xfrm>
            <a:off x="385619" y="4821640"/>
            <a:ext cx="11086402" cy="0"/>
          </a:xfrm>
          <a:prstGeom prst="straightConnector1">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itle 2">
            <a:extLst>
              <a:ext uri="{FF2B5EF4-FFF2-40B4-BE49-F238E27FC236}">
                <a16:creationId xmlns:a16="http://schemas.microsoft.com/office/drawing/2014/main" id="{598A108B-143B-9AAD-898E-433E1C4E1B7E}"/>
              </a:ext>
            </a:extLst>
          </p:cNvPr>
          <p:cNvSpPr txBox="1">
            <a:spLocks/>
          </p:cNvSpPr>
          <p:nvPr/>
        </p:nvSpPr>
        <p:spPr>
          <a:xfrm>
            <a:off x="300038" y="328349"/>
            <a:ext cx="9065635" cy="40636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AU" sz="3200">
                <a:latin typeface="Segoe UI Light"/>
                <a:cs typeface="Calibri"/>
              </a:rPr>
              <a:t>COVID-19 Impact on Operations</a:t>
            </a:r>
          </a:p>
        </p:txBody>
      </p:sp>
      <p:cxnSp>
        <p:nvCxnSpPr>
          <p:cNvPr id="14" name="Straight Arrow Connector 13">
            <a:extLst>
              <a:ext uri="{FF2B5EF4-FFF2-40B4-BE49-F238E27FC236}">
                <a16:creationId xmlns:a16="http://schemas.microsoft.com/office/drawing/2014/main" id="{A8FF699E-C2F0-10E6-75B8-677935A425EC}"/>
              </a:ext>
            </a:extLst>
          </p:cNvPr>
          <p:cNvCxnSpPr/>
          <p:nvPr/>
        </p:nvCxnSpPr>
        <p:spPr>
          <a:xfrm flipV="1">
            <a:off x="385619" y="763156"/>
            <a:ext cx="11178308" cy="43872"/>
          </a:xfrm>
          <a:prstGeom prst="straightConnector1">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ABEDE7A0-BBDF-FFF7-5C76-3D7840FF9E22}"/>
              </a:ext>
            </a:extLst>
          </p:cNvPr>
          <p:cNvSpPr txBox="1"/>
          <p:nvPr/>
        </p:nvSpPr>
        <p:spPr>
          <a:xfrm>
            <a:off x="307355" y="837382"/>
            <a:ext cx="10852727"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a:latin typeface="Segoe UI Semilight"/>
                <a:cs typeface="Segoe UI Light"/>
              </a:rPr>
              <a:t>Virtus Health faces uncertainty with non-essential classification and lockdowns, while favouring </a:t>
            </a:r>
            <a:r>
              <a:rPr lang="en-GB" err="1">
                <a:latin typeface="Segoe UI Semilight"/>
                <a:cs typeface="Segoe UI Light"/>
              </a:rPr>
              <a:t>CapVest's</a:t>
            </a:r>
            <a:r>
              <a:rPr lang="en-GB">
                <a:latin typeface="Segoe UI Semilight"/>
                <a:cs typeface="Segoe UI Light"/>
              </a:rPr>
              <a:t> proposal over BGH's.</a:t>
            </a:r>
            <a:endParaRPr lang="en-US">
              <a:latin typeface="Segoe UI Semilight"/>
              <a:cs typeface="Segoe UI Light"/>
            </a:endParaRPr>
          </a:p>
        </p:txBody>
      </p:sp>
      <p:sp>
        <p:nvSpPr>
          <p:cNvPr id="4" name="Rectangle 3">
            <a:extLst>
              <a:ext uri="{FF2B5EF4-FFF2-40B4-BE49-F238E27FC236}">
                <a16:creationId xmlns:a16="http://schemas.microsoft.com/office/drawing/2014/main" id="{78EDE618-3416-CEEB-CD54-CAED08DAA3FE}"/>
              </a:ext>
            </a:extLst>
          </p:cNvPr>
          <p:cNvSpPr/>
          <p:nvPr/>
        </p:nvSpPr>
        <p:spPr>
          <a:xfrm>
            <a:off x="-1881499" y="-28080"/>
            <a:ext cx="1744870" cy="706782"/>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cs typeface="Calibri"/>
              </a:rPr>
              <a:t>Lead: Jason</a:t>
            </a:r>
          </a:p>
          <a:p>
            <a:pPr algn="ctr"/>
            <a:r>
              <a:rPr lang="en-US">
                <a:cs typeface="Calibri"/>
              </a:rPr>
              <a:t>Support: Harley</a:t>
            </a:r>
          </a:p>
        </p:txBody>
      </p:sp>
      <p:sp>
        <p:nvSpPr>
          <p:cNvPr id="2" name="Rectangle 1">
            <a:extLst>
              <a:ext uri="{FF2B5EF4-FFF2-40B4-BE49-F238E27FC236}">
                <a16:creationId xmlns:a16="http://schemas.microsoft.com/office/drawing/2014/main" id="{40923489-86A4-F341-AE23-A7D2EFF087E3}"/>
              </a:ext>
            </a:extLst>
          </p:cNvPr>
          <p:cNvSpPr/>
          <p:nvPr/>
        </p:nvSpPr>
        <p:spPr>
          <a:xfrm>
            <a:off x="-4135414" y="858137"/>
            <a:ext cx="4176729" cy="190933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200">
                <a:cs typeface="Calibri"/>
              </a:rPr>
              <a:t>JR - What should we call this section? Because </a:t>
            </a:r>
            <a:r>
              <a:rPr lang="en-US" sz="1200" err="1">
                <a:cs typeface="Calibri"/>
              </a:rPr>
              <a:t>its</a:t>
            </a:r>
            <a:r>
              <a:rPr lang="en-US" sz="1200">
                <a:cs typeface="Calibri"/>
              </a:rPr>
              <a:t> not just about COVID-19. I also talk about due diligence and concerns relating to both. I am unsure about whether we should commit a whole slide to COVID-19, I think doing half is better and then talking about due diligence. I don’t think we should focus more on covid. I think due diligence is important to discuss. </a:t>
            </a:r>
          </a:p>
          <a:p>
            <a:pPr algn="ctr"/>
            <a:endParaRPr lang="en-US" sz="1200">
              <a:cs typeface="Calibri"/>
            </a:endParaRPr>
          </a:p>
          <a:p>
            <a:pPr algn="ctr"/>
            <a:r>
              <a:rPr lang="en-US" sz="1200">
                <a:cs typeface="Calibri"/>
              </a:rPr>
              <a:t>Maybe we can call it, ‘COVID-19 and Due Diligence Concerns’ or something like that. </a:t>
            </a:r>
          </a:p>
          <a:p>
            <a:pPr algn="ctr"/>
            <a:r>
              <a:rPr lang="en-US" sz="1200">
                <a:cs typeface="Calibri"/>
              </a:rPr>
              <a:t>~ Jason</a:t>
            </a:r>
            <a:endParaRPr lang="en-US" sz="1200"/>
          </a:p>
        </p:txBody>
      </p:sp>
      <p:sp>
        <p:nvSpPr>
          <p:cNvPr id="6" name="Rectangle 5">
            <a:extLst>
              <a:ext uri="{FF2B5EF4-FFF2-40B4-BE49-F238E27FC236}">
                <a16:creationId xmlns:a16="http://schemas.microsoft.com/office/drawing/2014/main" id="{FD9A2755-46A3-24F8-F228-F39B1BBE51C9}"/>
              </a:ext>
            </a:extLst>
          </p:cNvPr>
          <p:cNvSpPr/>
          <p:nvPr/>
        </p:nvSpPr>
        <p:spPr>
          <a:xfrm>
            <a:off x="13141664" y="103453"/>
            <a:ext cx="1989690" cy="190095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200">
                <a:cs typeface="Calibri"/>
              </a:rPr>
              <a:t>If you wanted a chart, could use something like this or this</a:t>
            </a:r>
            <a:endParaRPr lang="en-US" sz="1200"/>
          </a:p>
        </p:txBody>
      </p:sp>
      <p:graphicFrame>
        <p:nvGraphicFramePr>
          <p:cNvPr id="13" name="Chart 12">
            <a:extLst>
              <a:ext uri="{FF2B5EF4-FFF2-40B4-BE49-F238E27FC236}">
                <a16:creationId xmlns:a16="http://schemas.microsoft.com/office/drawing/2014/main" id="{05D3B3A4-485A-661D-CB80-C4B601B7F6F0}"/>
              </a:ext>
            </a:extLst>
          </p:cNvPr>
          <p:cNvGraphicFramePr>
            <a:graphicFrameLocks/>
          </p:cNvGraphicFramePr>
          <p:nvPr>
            <p:extLst>
              <p:ext uri="{D42A27DB-BD31-4B8C-83A1-F6EECF244321}">
                <p14:modId xmlns:p14="http://schemas.microsoft.com/office/powerpoint/2010/main" val="2266304003"/>
              </p:ext>
            </p:extLst>
          </p:nvPr>
        </p:nvGraphicFramePr>
        <p:xfrm>
          <a:off x="7823907" y="6101913"/>
          <a:ext cx="4572000" cy="274320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5" name="Chart 14">
            <a:extLst>
              <a:ext uri="{FF2B5EF4-FFF2-40B4-BE49-F238E27FC236}">
                <a16:creationId xmlns:a16="http://schemas.microsoft.com/office/drawing/2014/main" id="{05D3B3A4-485A-661D-CB80-C4B601B7F6F0}"/>
              </a:ext>
            </a:extLst>
          </p:cNvPr>
          <p:cNvGraphicFramePr>
            <a:graphicFrameLocks/>
          </p:cNvGraphicFramePr>
          <p:nvPr>
            <p:extLst>
              <p:ext uri="{D42A27DB-BD31-4B8C-83A1-F6EECF244321}">
                <p14:modId xmlns:p14="http://schemas.microsoft.com/office/powerpoint/2010/main" val="2121467431"/>
              </p:ext>
            </p:extLst>
          </p:nvPr>
        </p:nvGraphicFramePr>
        <p:xfrm>
          <a:off x="529510" y="6740778"/>
          <a:ext cx="6321426" cy="2889250"/>
        </p:xfrm>
        <a:graphic>
          <a:graphicData uri="http://schemas.openxmlformats.org/drawingml/2006/chart">
            <c:chart xmlns:c="http://schemas.openxmlformats.org/drawingml/2006/chart" xmlns:r="http://schemas.openxmlformats.org/officeDocument/2006/relationships" r:id="rId5"/>
          </a:graphicData>
        </a:graphic>
      </p:graphicFrame>
      <p:sp>
        <p:nvSpPr>
          <p:cNvPr id="18" name="Rectangle 17">
            <a:extLst>
              <a:ext uri="{FF2B5EF4-FFF2-40B4-BE49-F238E27FC236}">
                <a16:creationId xmlns:a16="http://schemas.microsoft.com/office/drawing/2014/main" id="{CEFBD094-710B-EBB7-2003-A6B71053DA33}"/>
              </a:ext>
            </a:extLst>
          </p:cNvPr>
          <p:cNvSpPr/>
          <p:nvPr/>
        </p:nvSpPr>
        <p:spPr>
          <a:xfrm>
            <a:off x="-4133017" y="2803350"/>
            <a:ext cx="4176011" cy="6769131"/>
          </a:xfrm>
          <a:prstGeom prst="rect">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t"/>
          <a:lstStyle/>
          <a:p>
            <a:r>
              <a:rPr lang="en-US" sz="1200">
                <a:cs typeface="Calibri"/>
              </a:rPr>
              <a:t>JR – good work on the graphs Jason – some feedback: </a:t>
            </a:r>
            <a:endParaRPr lang="en-US">
              <a:cs typeface="Calibri"/>
            </a:endParaRPr>
          </a:p>
          <a:p>
            <a:pPr marL="171450" indent="-171450">
              <a:buFont typeface="Arial"/>
              <a:buChar char="•"/>
            </a:pPr>
            <a:r>
              <a:rPr lang="en-US" sz="1200">
                <a:cs typeface="Calibri"/>
              </a:rPr>
              <a:t>Where have the numbers come from for cycles LTM? Looks way too low – also what is the graph trying to say? Cycles seem to have gone up during covid and so did rev – graph actually implies covid was beneficial </a:t>
            </a:r>
          </a:p>
          <a:p>
            <a:pPr marL="171450" indent="-171450">
              <a:buFont typeface="Arial"/>
              <a:buChar char="•"/>
            </a:pPr>
            <a:r>
              <a:rPr lang="en-US" sz="1200">
                <a:cs typeface="Calibri"/>
              </a:rPr>
              <a:t>Go over the info in our info booklet – I don't actually think COVID had a significant impact on VRT and I </a:t>
            </a:r>
            <a:r>
              <a:rPr lang="en-US" sz="1200" err="1">
                <a:cs typeface="Calibri"/>
              </a:rPr>
              <a:t>thik</a:t>
            </a:r>
            <a:r>
              <a:rPr lang="en-US" sz="1200">
                <a:cs typeface="Calibri"/>
              </a:rPr>
              <a:t> they are positioned to be very resilient compared to other industries if global pandemics happen due to healthcare being deemed an essential service</a:t>
            </a:r>
          </a:p>
          <a:p>
            <a:pPr marL="171450" indent="-171450">
              <a:buFont typeface="Arial"/>
              <a:buChar char="•"/>
            </a:pPr>
            <a:r>
              <a:rPr lang="en-US" sz="1200">
                <a:cs typeface="Calibri"/>
              </a:rPr>
              <a:t>Could potential make a timeline (can use arrows or bubbles with dates), or a graph similar to SP graph but with dates for when government regulations hindered their operations, then when they were eased/lifted </a:t>
            </a:r>
          </a:p>
          <a:p>
            <a:pPr marL="171450" indent="-171450">
              <a:buFont typeface="Arial"/>
              <a:buChar char="•"/>
            </a:pPr>
            <a:r>
              <a:rPr lang="en-US" sz="1200">
                <a:cs typeface="Calibri"/>
              </a:rPr>
              <a:t>An idea for how to layout slide (if we do a whole slide) - quadrants</a:t>
            </a:r>
          </a:p>
          <a:p>
            <a:pPr marL="228600" indent="-228600">
              <a:buAutoNum type="arabicPeriod"/>
            </a:pPr>
            <a:r>
              <a:rPr lang="en-US" sz="1200">
                <a:cs typeface="Calibri"/>
              </a:rPr>
              <a:t>Initial government response and effect on operations</a:t>
            </a:r>
          </a:p>
          <a:p>
            <a:pPr marL="228600" indent="-228600">
              <a:buFontTx/>
              <a:buAutoNum type="arabicPeriod"/>
            </a:pPr>
            <a:r>
              <a:rPr lang="en-US" sz="1200" err="1">
                <a:cs typeface="Calibri"/>
              </a:rPr>
              <a:t>Numercial</a:t>
            </a:r>
            <a:r>
              <a:rPr lang="en-US" sz="1200">
                <a:cs typeface="Calibri"/>
              </a:rPr>
              <a:t> evidence on effect of operations until restrictions were lifted</a:t>
            </a:r>
          </a:p>
          <a:p>
            <a:pPr marL="228600" indent="-228600">
              <a:buFontTx/>
              <a:buAutoNum type="arabicPeriod"/>
            </a:pPr>
            <a:r>
              <a:rPr lang="en-US" sz="1200">
                <a:cs typeface="Calibri"/>
              </a:rPr>
              <a:t>Medium term outlook from a regulatory / revenue perspective</a:t>
            </a:r>
          </a:p>
          <a:p>
            <a:pPr marL="228600" indent="-228600">
              <a:buFontTx/>
              <a:buAutoNum type="arabicPeriod"/>
            </a:pPr>
            <a:r>
              <a:rPr lang="en-US" sz="1200">
                <a:cs typeface="Calibri"/>
              </a:rPr>
              <a:t>Commentary on how significant we see the risks are</a:t>
            </a:r>
          </a:p>
          <a:p>
            <a:pPr marL="228600" indent="-228600">
              <a:buFontTx/>
              <a:buAutoNum type="arabicPeriod"/>
            </a:pPr>
            <a:endParaRPr lang="en-US" sz="1200">
              <a:cs typeface="Calibri"/>
            </a:endParaRPr>
          </a:p>
          <a:p>
            <a:pPr marL="228600" indent="-228600">
              <a:buFontTx/>
              <a:buAutoNum type="arabicPeriod"/>
            </a:pPr>
            <a:r>
              <a:rPr lang="en-US" sz="1200">
                <a:cs typeface="Calibri"/>
              </a:rPr>
              <a:t>Alternative layout (2 boxes – can be vertical or horizontal)</a:t>
            </a:r>
          </a:p>
          <a:p>
            <a:pPr marL="685800" lvl="1" indent="-228600">
              <a:buFontTx/>
              <a:buAutoNum type="arabicPeriod"/>
            </a:pPr>
            <a:r>
              <a:rPr lang="en-US" sz="1200">
                <a:cs typeface="Calibri"/>
              </a:rPr>
              <a:t>Box 1 – short term effect (similar info to other layout)</a:t>
            </a:r>
          </a:p>
          <a:p>
            <a:pPr marL="685800" lvl="1" indent="-228600">
              <a:buFontTx/>
              <a:buAutoNum type="arabicPeriod"/>
            </a:pPr>
            <a:r>
              <a:rPr lang="en-US" sz="1200">
                <a:cs typeface="Calibri"/>
              </a:rPr>
              <a:t>Box 2 – medium term effects</a:t>
            </a:r>
          </a:p>
          <a:p>
            <a:pPr marL="685800" lvl="1" indent="-228600">
              <a:buFontTx/>
              <a:buAutoNum type="arabicPeriod"/>
            </a:pPr>
            <a:r>
              <a:rPr lang="en-US" sz="1200">
                <a:cs typeface="Calibri"/>
              </a:rPr>
              <a:t>Timeline of announcements against share price</a:t>
            </a:r>
          </a:p>
          <a:p>
            <a:pPr marL="228600" indent="-228600">
              <a:buFontTx/>
              <a:buAutoNum type="arabicPeriod"/>
            </a:pPr>
            <a:r>
              <a:rPr lang="en-US" sz="1200">
                <a:cs typeface="Calibri"/>
              </a:rPr>
              <a:t>Alternative layout </a:t>
            </a:r>
          </a:p>
          <a:p>
            <a:pPr marL="685800" lvl="1" indent="-228600">
              <a:buFontTx/>
              <a:buAutoNum type="arabicPeriod"/>
            </a:pPr>
            <a:r>
              <a:rPr lang="en-US" sz="1200">
                <a:cs typeface="Calibri"/>
              </a:rPr>
              <a:t>2 info boxes (short term, medium term)</a:t>
            </a:r>
          </a:p>
          <a:p>
            <a:pPr marL="685800" lvl="1" indent="-228600">
              <a:buAutoNum type="arabicPeriod"/>
            </a:pPr>
            <a:r>
              <a:rPr lang="en-US" sz="1200">
                <a:cs typeface="Calibri"/>
              </a:rPr>
              <a:t>Graph with effect on revenue FY19vFY20vFY21 to show drop &amp; rebound</a:t>
            </a:r>
          </a:p>
          <a:p>
            <a:endParaRPr lang="en-US" sz="1200">
              <a:cs typeface="Calibri"/>
            </a:endParaRPr>
          </a:p>
          <a:p>
            <a:r>
              <a:rPr lang="en-US" sz="1200">
                <a:cs typeface="Calibri"/>
              </a:rPr>
              <a:t>Please </a:t>
            </a:r>
            <a:r>
              <a:rPr lang="en-US" sz="1200" err="1">
                <a:cs typeface="Calibri"/>
              </a:rPr>
              <a:t>lmk</a:t>
            </a:r>
            <a:r>
              <a:rPr lang="en-US" sz="1200">
                <a:cs typeface="Calibri"/>
              </a:rPr>
              <a:t> your thoughts Jason</a:t>
            </a:r>
          </a:p>
        </p:txBody>
      </p:sp>
      <p:sp>
        <p:nvSpPr>
          <p:cNvPr id="21" name="Rectangle 20">
            <a:extLst>
              <a:ext uri="{FF2B5EF4-FFF2-40B4-BE49-F238E27FC236}">
                <a16:creationId xmlns:a16="http://schemas.microsoft.com/office/drawing/2014/main" id="{B907E1F6-5C9D-6C55-BBA1-FF027776FB6C}"/>
              </a:ext>
            </a:extLst>
          </p:cNvPr>
          <p:cNvSpPr/>
          <p:nvPr/>
        </p:nvSpPr>
        <p:spPr>
          <a:xfrm>
            <a:off x="1948293" y="-483301"/>
            <a:ext cx="1744870" cy="706782"/>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cs typeface="Calibri"/>
              </a:rPr>
              <a:t>Might not be a whole slide</a:t>
            </a:r>
          </a:p>
        </p:txBody>
      </p:sp>
      <p:sp>
        <p:nvSpPr>
          <p:cNvPr id="5" name="Rectangle 4">
            <a:extLst>
              <a:ext uri="{FF2B5EF4-FFF2-40B4-BE49-F238E27FC236}">
                <a16:creationId xmlns:a16="http://schemas.microsoft.com/office/drawing/2014/main" id="{08F3BA9A-0C90-80B7-A19B-171CD4D119ED}"/>
              </a:ext>
            </a:extLst>
          </p:cNvPr>
          <p:cNvSpPr/>
          <p:nvPr/>
        </p:nvSpPr>
        <p:spPr>
          <a:xfrm>
            <a:off x="284265" y="627029"/>
            <a:ext cx="10852727" cy="6769131"/>
          </a:xfrm>
          <a:prstGeom prst="rect">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t"/>
          <a:lstStyle/>
          <a:p>
            <a:r>
              <a:rPr lang="en-US" sz="1200">
                <a:cs typeface="Calibri"/>
              </a:rPr>
              <a:t>Gone through and created a new slide (next slide) on just covid-19 impact. Delete this one if </a:t>
            </a:r>
            <a:r>
              <a:rPr lang="en-US" sz="1200" err="1">
                <a:cs typeface="Calibri"/>
              </a:rPr>
              <a:t>youre</a:t>
            </a:r>
            <a:r>
              <a:rPr lang="en-US" sz="1200">
                <a:cs typeface="Calibri"/>
              </a:rPr>
              <a:t> happy with the new one. - Jason</a:t>
            </a:r>
          </a:p>
        </p:txBody>
      </p:sp>
    </p:spTree>
    <p:extLst>
      <p:ext uri="{BB962C8B-B14F-4D97-AF65-F5344CB8AC3E}">
        <p14:creationId xmlns:p14="http://schemas.microsoft.com/office/powerpoint/2010/main" val="1901006668"/>
      </p:ext>
    </p:extLst>
  </p:cSld>
  <p:clrMapOvr>
    <a:masterClrMapping/>
  </p:clrMapOvr>
  <p:extLst>
    <p:ext uri="{6950BFC3-D8DA-4A85-94F7-54DA5524770B}">
      <p188:commentRel xmlns:p188="http://schemas.microsoft.com/office/powerpoint/2018/8/main" r:id="rId2"/>
    </p:ext>
  </p:extLst>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9" name="Picture 4" descr="A picture containing text, clipart&#10;&#10;Description automatically generated">
            <a:extLst>
              <a:ext uri="{FF2B5EF4-FFF2-40B4-BE49-F238E27FC236}">
                <a16:creationId xmlns:a16="http://schemas.microsoft.com/office/drawing/2014/main" id="{F3B7F211-F64C-BB04-69B2-FD86AB31CAB3}"/>
              </a:ext>
            </a:extLst>
          </p:cNvPr>
          <p:cNvPicPr>
            <a:picLocks noChangeAspect="1"/>
          </p:cNvPicPr>
          <p:nvPr/>
        </p:nvPicPr>
        <p:blipFill>
          <a:blip r:embed="rId2"/>
          <a:stretch>
            <a:fillRect/>
          </a:stretch>
        </p:blipFill>
        <p:spPr>
          <a:xfrm>
            <a:off x="210353" y="6160320"/>
            <a:ext cx="1257201" cy="519250"/>
          </a:xfrm>
          <a:prstGeom prst="rect">
            <a:avLst/>
          </a:prstGeom>
        </p:spPr>
      </p:pic>
      <p:sp>
        <p:nvSpPr>
          <p:cNvPr id="10" name="TextBox 9">
            <a:extLst>
              <a:ext uri="{FF2B5EF4-FFF2-40B4-BE49-F238E27FC236}">
                <a16:creationId xmlns:a16="http://schemas.microsoft.com/office/drawing/2014/main" id="{1F93AE4B-1AD3-DF49-A82D-15D970233F59}"/>
              </a:ext>
            </a:extLst>
          </p:cNvPr>
          <p:cNvSpPr txBox="1"/>
          <p:nvPr/>
        </p:nvSpPr>
        <p:spPr>
          <a:xfrm>
            <a:off x="1618156" y="6283641"/>
            <a:ext cx="2089727" cy="246221"/>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a:solidFill>
                  <a:schemeClr val="tx1">
                    <a:lumMod val="65000"/>
                    <a:lumOff val="35000"/>
                  </a:schemeClr>
                </a:solidFill>
                <a:latin typeface="Segoe UI Light"/>
                <a:cs typeface="Calibri"/>
              </a:rPr>
              <a:t>Source: </a:t>
            </a:r>
            <a:endParaRPr lang="en-US" sz="1000">
              <a:solidFill>
                <a:schemeClr val="tx1">
                  <a:lumMod val="65000"/>
                  <a:lumOff val="35000"/>
                </a:schemeClr>
              </a:solidFill>
              <a:latin typeface="Segoe UI Light"/>
            </a:endParaRPr>
          </a:p>
        </p:txBody>
      </p:sp>
      <p:sp>
        <p:nvSpPr>
          <p:cNvPr id="11" name="TextBox 10">
            <a:extLst>
              <a:ext uri="{FF2B5EF4-FFF2-40B4-BE49-F238E27FC236}">
                <a16:creationId xmlns:a16="http://schemas.microsoft.com/office/drawing/2014/main" id="{349C726F-08F9-3D0B-DA8D-F7DF6BF706F6}"/>
              </a:ext>
            </a:extLst>
          </p:cNvPr>
          <p:cNvSpPr txBox="1"/>
          <p:nvPr/>
        </p:nvSpPr>
        <p:spPr>
          <a:xfrm>
            <a:off x="8425996" y="6345909"/>
            <a:ext cx="3539745" cy="246221"/>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a:solidFill>
                  <a:schemeClr val="tx1">
                    <a:lumMod val="65000"/>
                    <a:lumOff val="35000"/>
                  </a:schemeClr>
                </a:solidFill>
                <a:latin typeface="Segoe UI Light"/>
                <a:cs typeface="Calibri"/>
              </a:rPr>
              <a:t>For use in the 2023 UBS IB Development Challenge only</a:t>
            </a:r>
          </a:p>
        </p:txBody>
      </p:sp>
      <p:sp>
        <p:nvSpPr>
          <p:cNvPr id="12" name="Slide Number Placeholder 11">
            <a:extLst>
              <a:ext uri="{FF2B5EF4-FFF2-40B4-BE49-F238E27FC236}">
                <a16:creationId xmlns:a16="http://schemas.microsoft.com/office/drawing/2014/main" id="{5D987FC4-D467-32CB-C941-EFCFA69E6111}"/>
              </a:ext>
            </a:extLst>
          </p:cNvPr>
          <p:cNvSpPr>
            <a:spLocks noGrp="1"/>
          </p:cNvSpPr>
          <p:nvPr>
            <p:ph type="sldNum" sz="quarter" idx="12"/>
          </p:nvPr>
        </p:nvSpPr>
        <p:spPr>
          <a:xfrm>
            <a:off x="9217240" y="6282370"/>
            <a:ext cx="2743200" cy="365125"/>
          </a:xfrm>
        </p:spPr>
        <p:txBody>
          <a:bodyPr/>
          <a:lstStyle/>
          <a:p>
            <a:fld id="{330EA680-D336-4FF7-8B7A-9848BB0A1C32}" type="slidenum">
              <a:rPr lang="en-US" sz="1000" b="1" dirty="0" smtClean="0">
                <a:latin typeface="Segoe UI Light"/>
                <a:cs typeface="Segoe UI Light"/>
              </a:rPr>
              <a:t>11</a:t>
            </a:fld>
            <a:endParaRPr lang="en-US" sz="1000" b="1">
              <a:latin typeface="Segoe UI Light"/>
              <a:cs typeface="Segoe UI Light"/>
            </a:endParaRPr>
          </a:p>
        </p:txBody>
      </p:sp>
      <p:sp>
        <p:nvSpPr>
          <p:cNvPr id="8" name="Title 2">
            <a:extLst>
              <a:ext uri="{FF2B5EF4-FFF2-40B4-BE49-F238E27FC236}">
                <a16:creationId xmlns:a16="http://schemas.microsoft.com/office/drawing/2014/main" id="{B908EC1E-5A39-3CBB-B02F-439A67C5FE08}"/>
              </a:ext>
            </a:extLst>
          </p:cNvPr>
          <p:cNvSpPr txBox="1">
            <a:spLocks/>
          </p:cNvSpPr>
          <p:nvPr/>
        </p:nvSpPr>
        <p:spPr>
          <a:xfrm>
            <a:off x="300038" y="328349"/>
            <a:ext cx="9065635" cy="40636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AU" sz="3200">
                <a:latin typeface="Segoe UI Light"/>
                <a:cs typeface="Calibri"/>
              </a:rPr>
              <a:t>Indicative Valuation Analysis</a:t>
            </a:r>
          </a:p>
        </p:txBody>
      </p:sp>
      <p:cxnSp>
        <p:nvCxnSpPr>
          <p:cNvPr id="14" name="Straight Arrow Connector 13">
            <a:extLst>
              <a:ext uri="{FF2B5EF4-FFF2-40B4-BE49-F238E27FC236}">
                <a16:creationId xmlns:a16="http://schemas.microsoft.com/office/drawing/2014/main" id="{43759147-50F0-8A1C-2335-2A294ABDC717}"/>
              </a:ext>
            </a:extLst>
          </p:cNvPr>
          <p:cNvCxnSpPr/>
          <p:nvPr/>
        </p:nvCxnSpPr>
        <p:spPr>
          <a:xfrm flipV="1">
            <a:off x="385619" y="763156"/>
            <a:ext cx="11178308" cy="43872"/>
          </a:xfrm>
          <a:prstGeom prst="straightConnector1">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D1FF0424-7EEC-BC55-F6E0-DD99F3F79E50}"/>
              </a:ext>
            </a:extLst>
          </p:cNvPr>
          <p:cNvSpPr txBox="1"/>
          <p:nvPr/>
        </p:nvSpPr>
        <p:spPr>
          <a:xfrm>
            <a:off x="296312" y="859468"/>
            <a:ext cx="11261335"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FF0000"/>
                </a:solidFill>
                <a:latin typeface="Segoe UI Semilight"/>
                <a:cs typeface="Segoe UI Light"/>
              </a:rPr>
              <a:t>Assessing Virtus through several valuation methodologies has led to an implied value of &gt;</a:t>
            </a:r>
            <a:r>
              <a:rPr lang="en-US" err="1">
                <a:solidFill>
                  <a:srgbClr val="FF0000"/>
                </a:solidFill>
                <a:latin typeface="Segoe UI Semilight"/>
                <a:cs typeface="Segoe UI Light"/>
              </a:rPr>
              <a:t>A$xx.xx</a:t>
            </a:r>
            <a:r>
              <a:rPr lang="en-US">
                <a:solidFill>
                  <a:srgbClr val="FF0000"/>
                </a:solidFill>
                <a:latin typeface="Segoe UI Semilight"/>
                <a:cs typeface="Segoe UI Light"/>
              </a:rPr>
              <a:t> per share which UBS would advise as the minimum/maximum/appropriate acceptable bid subject to changing conditions</a:t>
            </a:r>
          </a:p>
        </p:txBody>
      </p:sp>
      <p:sp>
        <p:nvSpPr>
          <p:cNvPr id="3" name="Rectangle 2">
            <a:extLst>
              <a:ext uri="{FF2B5EF4-FFF2-40B4-BE49-F238E27FC236}">
                <a16:creationId xmlns:a16="http://schemas.microsoft.com/office/drawing/2014/main" id="{29C4508D-D705-6AC2-9CD3-DD0218C8BA0C}"/>
              </a:ext>
            </a:extLst>
          </p:cNvPr>
          <p:cNvSpPr/>
          <p:nvPr/>
        </p:nvSpPr>
        <p:spPr>
          <a:xfrm>
            <a:off x="-1881499" y="-28080"/>
            <a:ext cx="1744870" cy="706782"/>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cs typeface="Calibri"/>
              </a:rPr>
              <a:t>Joseph/Adrian/Harley</a:t>
            </a:r>
          </a:p>
        </p:txBody>
      </p:sp>
      <p:sp>
        <p:nvSpPr>
          <p:cNvPr id="5" name="Rectangle 4">
            <a:extLst>
              <a:ext uri="{FF2B5EF4-FFF2-40B4-BE49-F238E27FC236}">
                <a16:creationId xmlns:a16="http://schemas.microsoft.com/office/drawing/2014/main" id="{54DA6C7A-A487-8FA5-437F-1045F9AE6082}"/>
              </a:ext>
            </a:extLst>
          </p:cNvPr>
          <p:cNvSpPr/>
          <p:nvPr/>
        </p:nvSpPr>
        <p:spPr>
          <a:xfrm>
            <a:off x="-1837956" y="787359"/>
            <a:ext cx="1744870" cy="706782"/>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cs typeface="Calibri"/>
              </a:rPr>
              <a:t>Football Field</a:t>
            </a:r>
          </a:p>
        </p:txBody>
      </p:sp>
      <p:sp>
        <p:nvSpPr>
          <p:cNvPr id="7" name="Rectangle 6">
            <a:extLst>
              <a:ext uri="{FF2B5EF4-FFF2-40B4-BE49-F238E27FC236}">
                <a16:creationId xmlns:a16="http://schemas.microsoft.com/office/drawing/2014/main" id="{0FB13AE9-035D-0BCA-2444-10D8CABDA54C}"/>
              </a:ext>
            </a:extLst>
          </p:cNvPr>
          <p:cNvSpPr/>
          <p:nvPr/>
        </p:nvSpPr>
        <p:spPr>
          <a:xfrm rot="16200000">
            <a:off x="289706" y="1885826"/>
            <a:ext cx="1329234" cy="706782"/>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cs typeface="Calibri"/>
              </a:rPr>
              <a:t>Market References</a:t>
            </a:r>
          </a:p>
        </p:txBody>
      </p:sp>
      <p:sp>
        <p:nvSpPr>
          <p:cNvPr id="15" name="Rectangle 14">
            <a:extLst>
              <a:ext uri="{FF2B5EF4-FFF2-40B4-BE49-F238E27FC236}">
                <a16:creationId xmlns:a16="http://schemas.microsoft.com/office/drawing/2014/main" id="{D9282DB7-1265-6541-242D-85CA7D4EDA48}"/>
              </a:ext>
            </a:extLst>
          </p:cNvPr>
          <p:cNvSpPr/>
          <p:nvPr/>
        </p:nvSpPr>
        <p:spPr>
          <a:xfrm rot="16200000">
            <a:off x="364917" y="3168362"/>
            <a:ext cx="1190689" cy="706782"/>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cs typeface="Calibri"/>
              </a:rPr>
              <a:t>Relative Valuation</a:t>
            </a:r>
          </a:p>
        </p:txBody>
      </p:sp>
      <p:sp>
        <p:nvSpPr>
          <p:cNvPr id="18" name="Rectangle 17">
            <a:extLst>
              <a:ext uri="{FF2B5EF4-FFF2-40B4-BE49-F238E27FC236}">
                <a16:creationId xmlns:a16="http://schemas.microsoft.com/office/drawing/2014/main" id="{EB659B89-9934-1281-3D6C-3E8839349AB6}"/>
              </a:ext>
            </a:extLst>
          </p:cNvPr>
          <p:cNvSpPr/>
          <p:nvPr/>
        </p:nvSpPr>
        <p:spPr>
          <a:xfrm rot="-5400000">
            <a:off x="369864" y="4380634"/>
            <a:ext cx="1161000" cy="706782"/>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cs typeface="Calibri"/>
              </a:rPr>
              <a:t>DCF</a:t>
            </a:r>
          </a:p>
        </p:txBody>
      </p:sp>
      <p:sp>
        <p:nvSpPr>
          <p:cNvPr id="20" name="Rectangle 19">
            <a:extLst>
              <a:ext uri="{FF2B5EF4-FFF2-40B4-BE49-F238E27FC236}">
                <a16:creationId xmlns:a16="http://schemas.microsoft.com/office/drawing/2014/main" id="{AF9E85D7-E57C-CDBC-E70F-50E53A37C394}"/>
              </a:ext>
            </a:extLst>
          </p:cNvPr>
          <p:cNvSpPr/>
          <p:nvPr/>
        </p:nvSpPr>
        <p:spPr>
          <a:xfrm rot="-5400000">
            <a:off x="528202" y="5439518"/>
            <a:ext cx="844325" cy="706782"/>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cs typeface="Calibri"/>
              </a:rPr>
              <a:t>LBO</a:t>
            </a:r>
          </a:p>
        </p:txBody>
      </p:sp>
      <p:sp>
        <p:nvSpPr>
          <p:cNvPr id="22" name="Rectangle 21">
            <a:extLst>
              <a:ext uri="{FF2B5EF4-FFF2-40B4-BE49-F238E27FC236}">
                <a16:creationId xmlns:a16="http://schemas.microsoft.com/office/drawing/2014/main" id="{FADAEAB5-2D66-7FDB-6E32-E96903AE0B48}"/>
              </a:ext>
            </a:extLst>
          </p:cNvPr>
          <p:cNvSpPr/>
          <p:nvPr/>
        </p:nvSpPr>
        <p:spPr>
          <a:xfrm>
            <a:off x="1348589" y="1648320"/>
            <a:ext cx="1744870" cy="350523"/>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cs typeface="Calibri"/>
              </a:rPr>
              <a:t>12-month</a:t>
            </a:r>
          </a:p>
        </p:txBody>
      </p:sp>
      <p:sp>
        <p:nvSpPr>
          <p:cNvPr id="23" name="Rectangle 22">
            <a:extLst>
              <a:ext uri="{FF2B5EF4-FFF2-40B4-BE49-F238E27FC236}">
                <a16:creationId xmlns:a16="http://schemas.microsoft.com/office/drawing/2014/main" id="{EFABC798-4622-46BF-5F43-EEA6A3597269}"/>
              </a:ext>
            </a:extLst>
          </p:cNvPr>
          <p:cNvSpPr/>
          <p:nvPr/>
        </p:nvSpPr>
        <p:spPr>
          <a:xfrm>
            <a:off x="1388173" y="2172813"/>
            <a:ext cx="1744870" cy="350523"/>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cs typeface="Calibri"/>
              </a:rPr>
              <a:t>Broker price?</a:t>
            </a:r>
          </a:p>
        </p:txBody>
      </p:sp>
      <p:sp>
        <p:nvSpPr>
          <p:cNvPr id="24" name="Rectangle 23">
            <a:extLst>
              <a:ext uri="{FF2B5EF4-FFF2-40B4-BE49-F238E27FC236}">
                <a16:creationId xmlns:a16="http://schemas.microsoft.com/office/drawing/2014/main" id="{3B579DBD-CA31-C6FF-7B85-EC6E6514E429}"/>
              </a:ext>
            </a:extLst>
          </p:cNvPr>
          <p:cNvSpPr/>
          <p:nvPr/>
        </p:nvSpPr>
        <p:spPr>
          <a:xfrm>
            <a:off x="1388173" y="2964501"/>
            <a:ext cx="1744870" cy="528652"/>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cs typeface="Calibri"/>
              </a:rPr>
              <a:t>FY22E Forward EBITDA</a:t>
            </a:r>
          </a:p>
        </p:txBody>
      </p:sp>
      <p:sp>
        <p:nvSpPr>
          <p:cNvPr id="25" name="Rectangle 24">
            <a:extLst>
              <a:ext uri="{FF2B5EF4-FFF2-40B4-BE49-F238E27FC236}">
                <a16:creationId xmlns:a16="http://schemas.microsoft.com/office/drawing/2014/main" id="{3CD22542-2E47-F537-7240-334F5565BBD0}"/>
              </a:ext>
            </a:extLst>
          </p:cNvPr>
          <p:cNvSpPr/>
          <p:nvPr/>
        </p:nvSpPr>
        <p:spPr>
          <a:xfrm>
            <a:off x="1388173" y="3627541"/>
            <a:ext cx="1744870" cy="350523"/>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cs typeface="Calibri"/>
              </a:rPr>
              <a:t>FY21 EBITDA</a:t>
            </a:r>
          </a:p>
        </p:txBody>
      </p:sp>
      <p:sp>
        <p:nvSpPr>
          <p:cNvPr id="26" name="Rectangle 25">
            <a:extLst>
              <a:ext uri="{FF2B5EF4-FFF2-40B4-BE49-F238E27FC236}">
                <a16:creationId xmlns:a16="http://schemas.microsoft.com/office/drawing/2014/main" id="{4C788B3A-E067-9EBD-BCCF-563D5358F241}"/>
              </a:ext>
            </a:extLst>
          </p:cNvPr>
          <p:cNvSpPr/>
          <p:nvPr/>
        </p:nvSpPr>
        <p:spPr>
          <a:xfrm>
            <a:off x="1348589" y="4557773"/>
            <a:ext cx="1744870" cy="350523"/>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cs typeface="Calibri"/>
              </a:rPr>
              <a:t>Base</a:t>
            </a:r>
          </a:p>
        </p:txBody>
      </p:sp>
      <p:sp>
        <p:nvSpPr>
          <p:cNvPr id="27" name="Rectangle 26">
            <a:extLst>
              <a:ext uri="{FF2B5EF4-FFF2-40B4-BE49-F238E27FC236}">
                <a16:creationId xmlns:a16="http://schemas.microsoft.com/office/drawing/2014/main" id="{EF7473B4-CE22-C602-A4BD-9D4E901585D6}"/>
              </a:ext>
            </a:extLst>
          </p:cNvPr>
          <p:cNvSpPr/>
          <p:nvPr/>
        </p:nvSpPr>
        <p:spPr>
          <a:xfrm>
            <a:off x="1348589" y="4181722"/>
            <a:ext cx="1744870" cy="350523"/>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cs typeface="Calibri"/>
              </a:rPr>
              <a:t>Bear</a:t>
            </a:r>
          </a:p>
        </p:txBody>
      </p:sp>
      <p:sp>
        <p:nvSpPr>
          <p:cNvPr id="28" name="Rectangle 27">
            <a:extLst>
              <a:ext uri="{FF2B5EF4-FFF2-40B4-BE49-F238E27FC236}">
                <a16:creationId xmlns:a16="http://schemas.microsoft.com/office/drawing/2014/main" id="{A88EC742-3B26-D27C-5FEE-C0F17D8F329A}"/>
              </a:ext>
            </a:extLst>
          </p:cNvPr>
          <p:cNvSpPr/>
          <p:nvPr/>
        </p:nvSpPr>
        <p:spPr>
          <a:xfrm>
            <a:off x="1348588" y="4963514"/>
            <a:ext cx="1744870" cy="350523"/>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cs typeface="Calibri"/>
              </a:rPr>
              <a:t>Bull</a:t>
            </a:r>
          </a:p>
        </p:txBody>
      </p:sp>
      <p:sp>
        <p:nvSpPr>
          <p:cNvPr id="29" name="TextBox 28">
            <a:extLst>
              <a:ext uri="{FF2B5EF4-FFF2-40B4-BE49-F238E27FC236}">
                <a16:creationId xmlns:a16="http://schemas.microsoft.com/office/drawing/2014/main" id="{B86D133C-8863-D294-E340-E5E84C5AC6EB}"/>
              </a:ext>
            </a:extLst>
          </p:cNvPr>
          <p:cNvSpPr txBox="1"/>
          <p:nvPr/>
        </p:nvSpPr>
        <p:spPr>
          <a:xfrm>
            <a:off x="9183584" y="1593272"/>
            <a:ext cx="231568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cs typeface="Calibri"/>
              </a:rPr>
              <a:t>Key Assumptions</a:t>
            </a:r>
            <a:endParaRPr lang="en-US"/>
          </a:p>
        </p:txBody>
      </p:sp>
      <p:sp>
        <p:nvSpPr>
          <p:cNvPr id="30" name="Rectangle 29">
            <a:extLst>
              <a:ext uri="{FF2B5EF4-FFF2-40B4-BE49-F238E27FC236}">
                <a16:creationId xmlns:a16="http://schemas.microsoft.com/office/drawing/2014/main" id="{4ACF8181-D783-B528-0F12-67EF135061B6}"/>
              </a:ext>
            </a:extLst>
          </p:cNvPr>
          <p:cNvSpPr/>
          <p:nvPr/>
        </p:nvSpPr>
        <p:spPr>
          <a:xfrm>
            <a:off x="9215991" y="1875930"/>
            <a:ext cx="2279259" cy="845327"/>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a:cs typeface="Calibri"/>
            </a:endParaRPr>
          </a:p>
        </p:txBody>
      </p:sp>
      <p:sp>
        <p:nvSpPr>
          <p:cNvPr id="31" name="Rectangle 30">
            <a:extLst>
              <a:ext uri="{FF2B5EF4-FFF2-40B4-BE49-F238E27FC236}">
                <a16:creationId xmlns:a16="http://schemas.microsoft.com/office/drawing/2014/main" id="{84DE96C0-705A-22F0-EC20-0539FFA0A635}"/>
              </a:ext>
            </a:extLst>
          </p:cNvPr>
          <p:cNvSpPr/>
          <p:nvPr/>
        </p:nvSpPr>
        <p:spPr>
          <a:xfrm>
            <a:off x="9215991" y="2964501"/>
            <a:ext cx="2279259" cy="845327"/>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a:cs typeface="Calibri"/>
            </a:endParaRPr>
          </a:p>
        </p:txBody>
      </p:sp>
      <p:sp>
        <p:nvSpPr>
          <p:cNvPr id="32" name="Rectangle 31">
            <a:extLst>
              <a:ext uri="{FF2B5EF4-FFF2-40B4-BE49-F238E27FC236}">
                <a16:creationId xmlns:a16="http://schemas.microsoft.com/office/drawing/2014/main" id="{8D7B148D-6C75-F3EB-1C15-649832DFBD9A}"/>
              </a:ext>
            </a:extLst>
          </p:cNvPr>
          <p:cNvSpPr/>
          <p:nvPr/>
        </p:nvSpPr>
        <p:spPr>
          <a:xfrm>
            <a:off x="9186302" y="4062968"/>
            <a:ext cx="2279259" cy="845327"/>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a:cs typeface="Calibri"/>
            </a:endParaRPr>
          </a:p>
        </p:txBody>
      </p:sp>
      <p:sp>
        <p:nvSpPr>
          <p:cNvPr id="33" name="Rectangle 32">
            <a:extLst>
              <a:ext uri="{FF2B5EF4-FFF2-40B4-BE49-F238E27FC236}">
                <a16:creationId xmlns:a16="http://schemas.microsoft.com/office/drawing/2014/main" id="{8F53B538-1791-F512-2563-7290A9529D02}"/>
              </a:ext>
            </a:extLst>
          </p:cNvPr>
          <p:cNvSpPr/>
          <p:nvPr/>
        </p:nvSpPr>
        <p:spPr>
          <a:xfrm>
            <a:off x="9186303" y="5141643"/>
            <a:ext cx="2279259" cy="845327"/>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a:cs typeface="Calibri"/>
            </a:endParaRPr>
          </a:p>
        </p:txBody>
      </p:sp>
      <p:sp>
        <p:nvSpPr>
          <p:cNvPr id="34" name="Rectangle 33">
            <a:extLst>
              <a:ext uri="{FF2B5EF4-FFF2-40B4-BE49-F238E27FC236}">
                <a16:creationId xmlns:a16="http://schemas.microsoft.com/office/drawing/2014/main" id="{D4C7A02E-4F6C-D8BE-514C-1A43B3DA928B}"/>
              </a:ext>
            </a:extLst>
          </p:cNvPr>
          <p:cNvSpPr/>
          <p:nvPr/>
        </p:nvSpPr>
        <p:spPr>
          <a:xfrm>
            <a:off x="3137064" y="1593273"/>
            <a:ext cx="5878285" cy="425532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cs typeface="Calibri"/>
              </a:rPr>
              <a:t>Football Field</a:t>
            </a:r>
            <a:endParaRPr lang="en-US"/>
          </a:p>
        </p:txBody>
      </p:sp>
      <p:sp>
        <p:nvSpPr>
          <p:cNvPr id="36" name="Rectangle 35">
            <a:extLst>
              <a:ext uri="{FF2B5EF4-FFF2-40B4-BE49-F238E27FC236}">
                <a16:creationId xmlns:a16="http://schemas.microsoft.com/office/drawing/2014/main" id="{D4F8AB75-74C5-34F3-238A-FD8D99B1EB73}"/>
              </a:ext>
            </a:extLst>
          </p:cNvPr>
          <p:cNvSpPr/>
          <p:nvPr/>
        </p:nvSpPr>
        <p:spPr>
          <a:xfrm>
            <a:off x="3535627" y="6160942"/>
            <a:ext cx="1744870" cy="350523"/>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err="1">
                <a:cs typeface="Calibri"/>
              </a:rPr>
              <a:t>CapVest</a:t>
            </a:r>
            <a:r>
              <a:rPr lang="en-US">
                <a:cs typeface="Calibri"/>
              </a:rPr>
              <a:t> Bid</a:t>
            </a:r>
          </a:p>
        </p:txBody>
      </p:sp>
      <p:sp>
        <p:nvSpPr>
          <p:cNvPr id="37" name="Rectangle 36">
            <a:extLst>
              <a:ext uri="{FF2B5EF4-FFF2-40B4-BE49-F238E27FC236}">
                <a16:creationId xmlns:a16="http://schemas.microsoft.com/office/drawing/2014/main" id="{F1703405-4E20-5E4D-54AC-5A9EA50A1177}"/>
              </a:ext>
            </a:extLst>
          </p:cNvPr>
          <p:cNvSpPr/>
          <p:nvPr/>
        </p:nvSpPr>
        <p:spPr>
          <a:xfrm>
            <a:off x="5722666" y="6180734"/>
            <a:ext cx="1744870" cy="350523"/>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cs typeface="Calibri"/>
              </a:rPr>
              <a:t>Implied Value</a:t>
            </a:r>
            <a:endParaRPr lang="en-US"/>
          </a:p>
        </p:txBody>
      </p:sp>
    </p:spTree>
    <p:extLst>
      <p:ext uri="{BB962C8B-B14F-4D97-AF65-F5344CB8AC3E}">
        <p14:creationId xmlns:p14="http://schemas.microsoft.com/office/powerpoint/2010/main" val="34123540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349C726F-08F9-3D0B-DA8D-F7DF6BF706F6}"/>
              </a:ext>
            </a:extLst>
          </p:cNvPr>
          <p:cNvSpPr txBox="1"/>
          <p:nvPr/>
        </p:nvSpPr>
        <p:spPr>
          <a:xfrm>
            <a:off x="8425996" y="6345909"/>
            <a:ext cx="3539745" cy="246221"/>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a:solidFill>
                  <a:schemeClr val="tx1">
                    <a:lumMod val="65000"/>
                    <a:lumOff val="35000"/>
                  </a:schemeClr>
                </a:solidFill>
                <a:latin typeface="Segoe UI Light"/>
                <a:cs typeface="Calibri"/>
              </a:rPr>
              <a:t>For use in the 2023 UBS IB Development Challenge only</a:t>
            </a:r>
          </a:p>
        </p:txBody>
      </p:sp>
      <p:sp>
        <p:nvSpPr>
          <p:cNvPr id="12" name="Slide Number Placeholder 11">
            <a:extLst>
              <a:ext uri="{FF2B5EF4-FFF2-40B4-BE49-F238E27FC236}">
                <a16:creationId xmlns:a16="http://schemas.microsoft.com/office/drawing/2014/main" id="{5D987FC4-D467-32CB-C941-EFCFA69E6111}"/>
              </a:ext>
            </a:extLst>
          </p:cNvPr>
          <p:cNvSpPr>
            <a:spLocks noGrp="1"/>
          </p:cNvSpPr>
          <p:nvPr>
            <p:ph type="sldNum" sz="quarter" idx="12"/>
          </p:nvPr>
        </p:nvSpPr>
        <p:spPr>
          <a:xfrm>
            <a:off x="9217240" y="6282370"/>
            <a:ext cx="2743200" cy="365125"/>
          </a:xfrm>
        </p:spPr>
        <p:txBody>
          <a:bodyPr/>
          <a:lstStyle/>
          <a:p>
            <a:fld id="{330EA680-D336-4FF7-8B7A-9848BB0A1C32}" type="slidenum">
              <a:rPr lang="en-US" sz="1000" b="1" dirty="0" smtClean="0">
                <a:latin typeface="Segoe UI Light"/>
                <a:cs typeface="Segoe UI Light"/>
              </a:rPr>
              <a:t>12</a:t>
            </a:fld>
            <a:endParaRPr lang="en-US" sz="1000" b="1">
              <a:latin typeface="Segoe UI Light"/>
              <a:cs typeface="Segoe UI Light"/>
            </a:endParaRPr>
          </a:p>
        </p:txBody>
      </p:sp>
      <p:cxnSp>
        <p:nvCxnSpPr>
          <p:cNvPr id="14" name="Straight Arrow Connector 13">
            <a:extLst>
              <a:ext uri="{FF2B5EF4-FFF2-40B4-BE49-F238E27FC236}">
                <a16:creationId xmlns:a16="http://schemas.microsoft.com/office/drawing/2014/main" id="{5A842CD4-BBD0-E99C-101A-FB1BFBA4E72D}"/>
              </a:ext>
            </a:extLst>
          </p:cNvPr>
          <p:cNvCxnSpPr/>
          <p:nvPr/>
        </p:nvCxnSpPr>
        <p:spPr>
          <a:xfrm flipV="1">
            <a:off x="385619" y="763156"/>
            <a:ext cx="11178308" cy="43872"/>
          </a:xfrm>
          <a:prstGeom prst="straightConnector1">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B2C54276-F9FB-108A-DF8E-BFFAA41844FA}"/>
              </a:ext>
            </a:extLst>
          </p:cNvPr>
          <p:cNvSpPr txBox="1"/>
          <p:nvPr/>
        </p:nvSpPr>
        <p:spPr>
          <a:xfrm>
            <a:off x="307355" y="837382"/>
            <a:ext cx="1085272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rgbClr val="FF0000"/>
                </a:solidFill>
                <a:latin typeface="Segoe UI Semilight"/>
                <a:cs typeface="Segoe UI Light"/>
              </a:rPr>
              <a:t>Multiple opportunities for BGH to extract value from acquiring Virtus</a:t>
            </a:r>
          </a:p>
        </p:txBody>
      </p:sp>
      <p:sp>
        <p:nvSpPr>
          <p:cNvPr id="51" name="TextBox 50">
            <a:extLst>
              <a:ext uri="{FF2B5EF4-FFF2-40B4-BE49-F238E27FC236}">
                <a16:creationId xmlns:a16="http://schemas.microsoft.com/office/drawing/2014/main" id="{F37D1B6D-5DB7-BFFA-21ED-DC3DD72DFE25}"/>
              </a:ext>
            </a:extLst>
          </p:cNvPr>
          <p:cNvSpPr txBox="1"/>
          <p:nvPr/>
        </p:nvSpPr>
        <p:spPr>
          <a:xfrm>
            <a:off x="1618156" y="6283641"/>
            <a:ext cx="2089727" cy="246221"/>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a:solidFill>
                  <a:schemeClr val="tx1">
                    <a:lumMod val="65000"/>
                    <a:lumOff val="35000"/>
                  </a:schemeClr>
                </a:solidFill>
                <a:latin typeface="Segoe UI Light"/>
                <a:cs typeface="Calibri"/>
              </a:rPr>
              <a:t>Source: Company Filings.  </a:t>
            </a:r>
            <a:endParaRPr lang="en-US" sz="1000">
              <a:solidFill>
                <a:schemeClr val="tx1">
                  <a:lumMod val="65000"/>
                  <a:lumOff val="35000"/>
                </a:schemeClr>
              </a:solidFill>
              <a:latin typeface="Segoe UI Light"/>
            </a:endParaRPr>
          </a:p>
        </p:txBody>
      </p:sp>
      <p:sp>
        <p:nvSpPr>
          <p:cNvPr id="5" name="Title 2">
            <a:extLst>
              <a:ext uri="{FF2B5EF4-FFF2-40B4-BE49-F238E27FC236}">
                <a16:creationId xmlns:a16="http://schemas.microsoft.com/office/drawing/2014/main" id="{C4A1C5BF-DBE0-299D-57D0-283E63772803}"/>
              </a:ext>
            </a:extLst>
          </p:cNvPr>
          <p:cNvSpPr txBox="1">
            <a:spLocks/>
          </p:cNvSpPr>
          <p:nvPr/>
        </p:nvSpPr>
        <p:spPr>
          <a:xfrm>
            <a:off x="300038" y="328349"/>
            <a:ext cx="9065635" cy="40636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AU" sz="3200">
                <a:latin typeface="Segoe UI Light"/>
                <a:cs typeface="Calibri"/>
              </a:rPr>
              <a:t>Potential Value Uplift Drivers</a:t>
            </a:r>
            <a:endParaRPr lang="en-US"/>
          </a:p>
        </p:txBody>
      </p:sp>
      <p:sp>
        <p:nvSpPr>
          <p:cNvPr id="4" name="Rectangle 3">
            <a:extLst>
              <a:ext uri="{FF2B5EF4-FFF2-40B4-BE49-F238E27FC236}">
                <a16:creationId xmlns:a16="http://schemas.microsoft.com/office/drawing/2014/main" id="{FD9E5F94-6F31-649F-58FA-F41A22C1AA9F}"/>
              </a:ext>
            </a:extLst>
          </p:cNvPr>
          <p:cNvSpPr/>
          <p:nvPr/>
        </p:nvSpPr>
        <p:spPr>
          <a:xfrm>
            <a:off x="-1881499" y="-28080"/>
            <a:ext cx="1744870" cy="1142209"/>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cs typeface="Calibri"/>
              </a:rPr>
              <a:t>Harley</a:t>
            </a:r>
            <a:endParaRPr lang="en-US"/>
          </a:p>
        </p:txBody>
      </p:sp>
      <p:graphicFrame>
        <p:nvGraphicFramePr>
          <p:cNvPr id="20" name="Table 20">
            <a:extLst>
              <a:ext uri="{FF2B5EF4-FFF2-40B4-BE49-F238E27FC236}">
                <a16:creationId xmlns:a16="http://schemas.microsoft.com/office/drawing/2014/main" id="{BB37D4B3-541C-5260-73C0-E94E305BDA71}"/>
              </a:ext>
            </a:extLst>
          </p:cNvPr>
          <p:cNvGraphicFramePr>
            <a:graphicFrameLocks noGrp="1"/>
          </p:cNvGraphicFramePr>
          <p:nvPr>
            <p:extLst>
              <p:ext uri="{D42A27DB-BD31-4B8C-83A1-F6EECF244321}">
                <p14:modId xmlns:p14="http://schemas.microsoft.com/office/powerpoint/2010/main" val="2885269348"/>
              </p:ext>
            </p:extLst>
          </p:nvPr>
        </p:nvGraphicFramePr>
        <p:xfrm>
          <a:off x="385619" y="1434113"/>
          <a:ext cx="11265137" cy="4326522"/>
        </p:xfrm>
        <a:graphic>
          <a:graphicData uri="http://schemas.openxmlformats.org/drawingml/2006/table">
            <a:tbl>
              <a:tblPr firstRow="1" bandRow="1">
                <a:tableStyleId>{5C22544A-7EE6-4342-B048-85BDC9FD1C3A}</a:tableStyleId>
              </a:tblPr>
              <a:tblGrid>
                <a:gridCol w="1222186">
                  <a:extLst>
                    <a:ext uri="{9D8B030D-6E8A-4147-A177-3AD203B41FA5}">
                      <a16:colId xmlns:a16="http://schemas.microsoft.com/office/drawing/2014/main" val="2967395817"/>
                    </a:ext>
                  </a:extLst>
                </a:gridCol>
                <a:gridCol w="3313545">
                  <a:extLst>
                    <a:ext uri="{9D8B030D-6E8A-4147-A177-3AD203B41FA5}">
                      <a16:colId xmlns:a16="http://schemas.microsoft.com/office/drawing/2014/main" val="1832035917"/>
                    </a:ext>
                  </a:extLst>
                </a:gridCol>
                <a:gridCol w="3518402">
                  <a:extLst>
                    <a:ext uri="{9D8B030D-6E8A-4147-A177-3AD203B41FA5}">
                      <a16:colId xmlns:a16="http://schemas.microsoft.com/office/drawing/2014/main" val="3613198748"/>
                    </a:ext>
                  </a:extLst>
                </a:gridCol>
                <a:gridCol w="3211004">
                  <a:extLst>
                    <a:ext uri="{9D8B030D-6E8A-4147-A177-3AD203B41FA5}">
                      <a16:colId xmlns:a16="http://schemas.microsoft.com/office/drawing/2014/main" val="761310074"/>
                    </a:ext>
                  </a:extLst>
                </a:gridCol>
              </a:tblGrid>
              <a:tr h="547761">
                <a:tc>
                  <a:txBody>
                    <a:bodyPr/>
                    <a:lstStyle/>
                    <a:p>
                      <a:endParaRPr lang="en-US" sz="1000" b="0" i="0" dirty="0">
                        <a:solidFill>
                          <a:schemeClr val="tx1"/>
                        </a:solidFill>
                        <a:latin typeface="Segoe UI Semilight" panose="020B0502040204020203" pitchFamily="34" charset="0"/>
                        <a:cs typeface="Segoe UI Semilight" panose="020B0502040204020203" pitchFamily="34" charset="0"/>
                      </a:endParaRPr>
                    </a:p>
                  </a:txBody>
                  <a:tcPr>
                    <a:lnR w="9525" cap="flat" cmpd="sng" algn="ctr">
                      <a:noFill/>
                      <a:prstDash val="solid"/>
                      <a:round/>
                      <a:headEnd type="none" w="med" len="med"/>
                      <a:tailEnd type="none" w="med" len="med"/>
                    </a:lnR>
                    <a:lnB w="9525" cap="flat" cmpd="sng" algn="ctr">
                      <a:solidFill>
                        <a:srgbClr val="FF0000"/>
                      </a:solidFill>
                      <a:prstDash val="solid"/>
                      <a:round/>
                      <a:headEnd type="none" w="med" len="med"/>
                      <a:tailEnd type="none" w="med" len="med"/>
                    </a:lnB>
                    <a:noFill/>
                  </a:tcPr>
                </a:tc>
                <a:tc>
                  <a:txBody>
                    <a:bodyPr/>
                    <a:lstStyle/>
                    <a:p>
                      <a:pPr algn="ctr" fontAlgn="b"/>
                      <a:endParaRPr lang="en-US" sz="1200" b="1" i="0">
                        <a:solidFill>
                          <a:schemeClr val="tx1"/>
                        </a:solidFill>
                        <a:latin typeface="Segoe UI Semibold" panose="020B0502040204020203" pitchFamily="34" charset="0"/>
                        <a:cs typeface="Segoe UI Semibold" panose="020B0502040204020203" pitchFamily="34" charset="0"/>
                      </a:endParaRPr>
                    </a:p>
                    <a:p>
                      <a:pPr algn="ctr" fontAlgn="b"/>
                      <a:r>
                        <a:rPr lang="en-US" sz="1200" b="1" i="0">
                          <a:solidFill>
                            <a:schemeClr val="tx1"/>
                          </a:solidFill>
                          <a:latin typeface="Segoe UI Semibold" panose="020B0502040204020203" pitchFamily="34" charset="0"/>
                          <a:cs typeface="Segoe UI Semibold" panose="020B0502040204020203" pitchFamily="34" charset="0"/>
                        </a:rPr>
                        <a:t>Integration with Healius Primary Care</a:t>
                      </a:r>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a:noFill/>
                    </a:lnT>
                    <a:lnB w="9525" cap="flat" cmpd="sng" algn="ctr">
                      <a:solidFill>
                        <a:srgbClr val="FF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1200" b="1" i="0" dirty="0">
                        <a:solidFill>
                          <a:schemeClr val="tx1"/>
                        </a:solidFill>
                        <a:latin typeface="Segoe UI Semibold" panose="020B0502040204020203" pitchFamily="34" charset="0"/>
                        <a:cs typeface="Segoe UI Semibold" panose="020B0502040204020203" pitchFamily="34" charset="0"/>
                      </a:endParaRPr>
                    </a:p>
                    <a:p>
                      <a:pPr algn="ctr" fontAlgn="b"/>
                      <a:r>
                        <a:rPr lang="en-US" sz="1200" b="1" i="0" dirty="0">
                          <a:solidFill>
                            <a:schemeClr val="tx1"/>
                          </a:solidFill>
                          <a:latin typeface="Segoe UI Semibold" panose="020B0502040204020203" pitchFamily="34" charset="0"/>
                          <a:cs typeface="Segoe UI Semibold" panose="020B0502040204020203" pitchFamily="34" charset="0"/>
                        </a:rPr>
                        <a:t>Expansion into New Segments and Markets</a:t>
                      </a:r>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a:noFill/>
                    </a:lnT>
                    <a:lnB w="9525" cap="flat" cmpd="sng" algn="ctr">
                      <a:solidFill>
                        <a:srgbClr val="FF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endParaRPr lang="en-US" sz="1200" b="1" i="0" dirty="0">
                        <a:solidFill>
                          <a:schemeClr val="tx1"/>
                        </a:solidFill>
                        <a:latin typeface="Segoe UI Semibold" panose="020B0502040204020203" pitchFamily="34" charset="0"/>
                        <a:cs typeface="Segoe UI Semibold" panose="020B0502040204020203" pitchFamily="34" charset="0"/>
                      </a:endParaRPr>
                    </a:p>
                    <a:p>
                      <a:pPr algn="ctr" fontAlgn="b"/>
                      <a:r>
                        <a:rPr lang="en-US" sz="1200" b="1" i="0" dirty="0">
                          <a:solidFill>
                            <a:schemeClr val="tx1"/>
                          </a:solidFill>
                          <a:latin typeface="Segoe UI Semibold" panose="020B0502040204020203" pitchFamily="34" charset="0"/>
                          <a:cs typeface="Segoe UI Semibold" panose="020B0502040204020203" pitchFamily="34" charset="0"/>
                        </a:rPr>
                        <a:t>Strategic Acquisitions</a:t>
                      </a:r>
                      <a:endParaRPr lang="en-US" b="1" i="0" dirty="0">
                        <a:latin typeface="Segoe UI Semibold" panose="020B0502040204020203" pitchFamily="34" charset="0"/>
                        <a:cs typeface="Segoe UI Semibold" panose="020B0502040204020203" pitchFamily="34" charset="0"/>
                      </a:endParaRPr>
                    </a:p>
                  </a:txBody>
                  <a:tcPr>
                    <a:lnL w="9525" cap="flat" cmpd="sng" algn="ctr">
                      <a:noFill/>
                      <a:prstDash val="solid"/>
                      <a:round/>
                      <a:headEnd type="none" w="med" len="med"/>
                      <a:tailEnd type="none" w="med" len="med"/>
                    </a:lnL>
                    <a:lnR w="12700">
                      <a:noFill/>
                    </a:lnR>
                    <a:lnT w="12700">
                      <a:noFill/>
                    </a:lnT>
                    <a:lnB w="9525" cap="flat" cmpd="sng" algn="ctr">
                      <a:solidFill>
                        <a:srgbClr val="FF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4204800"/>
                  </a:ext>
                </a:extLst>
              </a:tr>
              <a:tr h="1083701">
                <a:tc>
                  <a:txBody>
                    <a:bodyPr/>
                    <a:lstStyle/>
                    <a:p>
                      <a:pPr algn="ctr" fontAlgn="ctr"/>
                      <a:endParaRPr lang="en-US" sz="1100" b="1" i="0" dirty="0">
                        <a:solidFill>
                          <a:schemeClr val="tx1"/>
                        </a:solidFill>
                        <a:latin typeface="Segoe UI Semibold" panose="020B0502040204020203" pitchFamily="34" charset="0"/>
                        <a:cs typeface="Segoe UI Semibold" panose="020B0502040204020203" pitchFamily="34" charset="0"/>
                      </a:endParaRPr>
                    </a:p>
                    <a:p>
                      <a:pPr algn="ctr" fontAlgn="ctr"/>
                      <a:r>
                        <a:rPr lang="en-US" sz="1100" b="1" i="0" dirty="0">
                          <a:solidFill>
                            <a:schemeClr val="tx1"/>
                          </a:solidFill>
                          <a:latin typeface="Segoe UI Semibold" panose="020B0502040204020203" pitchFamily="34" charset="0"/>
                          <a:cs typeface="Segoe UI Semibold" panose="020B0502040204020203" pitchFamily="34" charset="0"/>
                        </a:rPr>
                        <a:t>Description</a:t>
                      </a:r>
                    </a:p>
                  </a:txBody>
                  <a:tcPr>
                    <a:lnL w="12700">
                      <a:noFill/>
                    </a:lnL>
                    <a:lnR w="9525" cap="flat" cmpd="sng" algn="ctr">
                      <a:noFill/>
                      <a:prstDash val="solid"/>
                      <a:round/>
                      <a:headEnd type="none" w="med" len="med"/>
                      <a:tailEnd type="none" w="med" len="med"/>
                    </a:lnR>
                    <a:lnT w="9525" cap="flat" cmpd="sng" algn="ctr">
                      <a:solidFill>
                        <a:srgbClr val="FF0000"/>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85750" indent="-285750" algn="l" fontAlgn="ctr">
                        <a:buFont typeface="Arial"/>
                        <a:buChar char="•"/>
                      </a:pPr>
                      <a:endParaRPr lang="en-US" sz="1200" b="0" i="0">
                        <a:solidFill>
                          <a:schemeClr val="tx1"/>
                        </a:solidFill>
                        <a:latin typeface="+mj-lt"/>
                        <a:ea typeface="Segoe UI Symbol" panose="020B0502040204020203" pitchFamily="34" charset="0"/>
                        <a:cs typeface="Segoe UI Semilight" panose="020B0502040204020203" pitchFamily="34" charset="0"/>
                      </a:endParaRPr>
                    </a:p>
                    <a:p>
                      <a:pPr marL="285750" indent="-285750" algn="l" fontAlgn="ctr">
                        <a:buFont typeface="Arial"/>
                        <a:buChar char="•"/>
                      </a:pPr>
                      <a:r>
                        <a:rPr lang="en-US" sz="1200" b="0" i="0">
                          <a:solidFill>
                            <a:schemeClr val="tx1"/>
                          </a:solidFill>
                          <a:latin typeface="+mj-lt"/>
                          <a:ea typeface="Segoe UI Symbol" panose="020B0502040204020203" pitchFamily="34" charset="0"/>
                          <a:cs typeface="Segoe UI Semilight" panose="020B0502040204020203" pitchFamily="34" charset="0"/>
                        </a:rPr>
                        <a:t>Opportunity to integrate Virtus with Healius, which has 69 medical centers across Australia</a:t>
                      </a:r>
                    </a:p>
                  </a:txBody>
                  <a:tcPr>
                    <a:lnL w="9525" cap="flat" cmpd="sng" algn="ctr">
                      <a:no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rgbClr val="FF0000"/>
                      </a:solidFill>
                      <a:prstDash val="solid"/>
                      <a:round/>
                      <a:headEnd type="none" w="med" len="med"/>
                      <a:tailEnd type="none" w="med" len="med"/>
                    </a:lnT>
                    <a:lnB w="12700">
                      <a:solidFill>
                        <a:schemeClr val="tx1"/>
                      </a:solidFill>
                    </a:lnB>
                    <a:noFill/>
                  </a:tcPr>
                </a:tc>
                <a:tc>
                  <a:txBody>
                    <a:bodyPr/>
                    <a:lstStyle/>
                    <a:p>
                      <a:pPr marL="171450" indent="-171450" algn="l" fontAlgn="ctr">
                        <a:buFont typeface="Arial"/>
                        <a:buChar char="•"/>
                      </a:pPr>
                      <a:endParaRPr lang="en-US" sz="1200" b="0" i="0">
                        <a:solidFill>
                          <a:schemeClr val="tx1"/>
                        </a:solidFill>
                        <a:latin typeface="+mj-lt"/>
                        <a:ea typeface="Segoe UI Symbol" panose="020B0502040204020203" pitchFamily="34" charset="0"/>
                        <a:cs typeface="Segoe UI Semilight" panose="020B0502040204020203" pitchFamily="34" charset="0"/>
                      </a:endParaRPr>
                    </a:p>
                    <a:p>
                      <a:pPr marL="171450" indent="-171450" algn="l" fontAlgn="ctr">
                        <a:buFont typeface="Arial"/>
                        <a:buChar char="•"/>
                      </a:pPr>
                      <a:r>
                        <a:rPr lang="en-US" sz="1200" b="0" i="0">
                          <a:solidFill>
                            <a:schemeClr val="tx1"/>
                          </a:solidFill>
                          <a:latin typeface="+mj-lt"/>
                          <a:ea typeface="Segoe UI Symbol" panose="020B0502040204020203" pitchFamily="34" charset="0"/>
                          <a:cs typeface="Segoe UI Semilight" panose="020B0502040204020203" pitchFamily="34" charset="0"/>
                        </a:rPr>
                        <a:t>Opportunity to target the male ARS segment and whilst aslo expansion into such as WA/SA as well as Asian markets. </a:t>
                      </a:r>
                    </a:p>
                  </a:txBody>
                  <a:tcPr>
                    <a:lnL w="9525" cap="flat" cmpd="sng" algn="ctr">
                      <a:solidFill>
                        <a:schemeClr val="bg1"/>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rgbClr val="FF0000"/>
                      </a:solidFill>
                      <a:prstDash val="solid"/>
                      <a:round/>
                      <a:headEnd type="none" w="med" len="med"/>
                      <a:tailEnd type="none" w="med" len="med"/>
                    </a:lnT>
                    <a:lnB w="12700">
                      <a:solidFill>
                        <a:schemeClr val="tx1"/>
                      </a:solidFill>
                    </a:lnB>
                    <a:noFill/>
                  </a:tcPr>
                </a:tc>
                <a:tc>
                  <a:txBody>
                    <a:bodyPr/>
                    <a:lstStyle/>
                    <a:p>
                      <a:pPr marL="171450" indent="-171450" algn="l" fontAlgn="ctr">
                        <a:buFont typeface="Arial"/>
                        <a:buChar char="•"/>
                      </a:pPr>
                      <a:endParaRPr lang="en-US" sz="1200" b="0" i="0" dirty="0">
                        <a:solidFill>
                          <a:schemeClr val="tx1"/>
                        </a:solidFill>
                        <a:latin typeface="+mj-lt"/>
                        <a:ea typeface="Segoe UI Symbol" panose="020B0502040204020203" pitchFamily="34" charset="0"/>
                        <a:cs typeface="Segoe UI Semilight" panose="020B0502040204020203" pitchFamily="34" charset="0"/>
                      </a:endParaRPr>
                    </a:p>
                    <a:p>
                      <a:pPr marL="171450" indent="-171450" algn="l" fontAlgn="ctr">
                        <a:buFont typeface="Arial"/>
                        <a:buChar char="•"/>
                      </a:pPr>
                      <a:r>
                        <a:rPr lang="en-US" sz="1200" b="0" i="0" dirty="0">
                          <a:solidFill>
                            <a:schemeClr val="tx1"/>
                          </a:solidFill>
                          <a:latin typeface="+mj-lt"/>
                          <a:ea typeface="Segoe UI Symbol" panose="020B0502040204020203" pitchFamily="34" charset="0"/>
                          <a:cs typeface="Segoe UI Semilight" panose="020B0502040204020203" pitchFamily="34" charset="0"/>
                        </a:rPr>
                        <a:t>Opportunity to acquire a smaller player in the ARS market to increase Virtus' market share.</a:t>
                      </a:r>
                    </a:p>
                  </a:txBody>
                  <a:tcPr>
                    <a:lnL w="9525" cap="flat" cmpd="sng" algn="ctr">
                      <a:noFill/>
                      <a:prstDash val="solid"/>
                      <a:round/>
                      <a:headEnd type="none" w="med" len="med"/>
                      <a:tailEnd type="none" w="med" len="med"/>
                    </a:lnL>
                    <a:lnR w="12700">
                      <a:noFill/>
                    </a:lnR>
                    <a:lnT w="9525" cap="flat" cmpd="sng" algn="ctr">
                      <a:solidFill>
                        <a:srgbClr val="FF0000"/>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96955360"/>
                  </a:ext>
                </a:extLst>
              </a:tr>
              <a:tr h="1611359">
                <a:tc>
                  <a:txBody>
                    <a:bodyPr/>
                    <a:lstStyle/>
                    <a:p>
                      <a:pPr algn="ctr" fontAlgn="ctr"/>
                      <a:endParaRPr lang="en-US" sz="1100" b="1" i="0" dirty="0">
                        <a:solidFill>
                          <a:schemeClr val="tx1"/>
                        </a:solidFill>
                        <a:latin typeface="Segoe UI Semibold" panose="020B0502040204020203" pitchFamily="34" charset="0"/>
                        <a:cs typeface="Segoe UI Semibold" panose="020B0502040204020203" pitchFamily="34" charset="0"/>
                      </a:endParaRPr>
                    </a:p>
                    <a:p>
                      <a:pPr algn="ctr" fontAlgn="ctr"/>
                      <a:endParaRPr lang="en-US" sz="1100" b="1" i="0" dirty="0">
                        <a:solidFill>
                          <a:schemeClr val="tx1"/>
                        </a:solidFill>
                        <a:latin typeface="Segoe UI Semibold" panose="020B0502040204020203" pitchFamily="34" charset="0"/>
                        <a:cs typeface="Segoe UI Semibold" panose="020B0502040204020203" pitchFamily="34" charset="0"/>
                      </a:endParaRPr>
                    </a:p>
                    <a:p>
                      <a:pPr algn="ctr" fontAlgn="ctr"/>
                      <a:endParaRPr lang="en-US" sz="1100" b="1" i="0" dirty="0">
                        <a:solidFill>
                          <a:schemeClr val="tx1"/>
                        </a:solidFill>
                        <a:latin typeface="Segoe UI Semibold" panose="020B0502040204020203" pitchFamily="34" charset="0"/>
                        <a:cs typeface="Segoe UI Semibold" panose="020B0502040204020203" pitchFamily="34" charset="0"/>
                      </a:endParaRPr>
                    </a:p>
                    <a:p>
                      <a:pPr algn="ctr" fontAlgn="ctr"/>
                      <a:r>
                        <a:rPr lang="en-US" sz="1100" b="1" i="0" dirty="0">
                          <a:solidFill>
                            <a:schemeClr val="tx1"/>
                          </a:solidFill>
                          <a:latin typeface="Segoe UI Semibold" panose="020B0502040204020203" pitchFamily="34" charset="0"/>
                          <a:cs typeface="Segoe UI Semibold" panose="020B0502040204020203" pitchFamily="34" charset="0"/>
                        </a:rPr>
                        <a:t>Advantages</a:t>
                      </a:r>
                    </a:p>
                  </a:txBody>
                  <a:tcPr>
                    <a:lnL w="12700">
                      <a:noFill/>
                    </a:lnL>
                    <a:lnR w="9525"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indent="-171450" algn="l" fontAlgn="ctr">
                        <a:buFont typeface="Arial"/>
                        <a:buChar char="•"/>
                      </a:pPr>
                      <a:endParaRPr lang="en-US" sz="1200" b="0" i="0" u="none" strike="noStrike" noProof="0" dirty="0">
                        <a:solidFill>
                          <a:schemeClr val="tx1"/>
                        </a:solidFill>
                        <a:latin typeface="+mj-lt"/>
                        <a:ea typeface="Segoe UI Symbol" panose="020B0502040204020203" pitchFamily="34" charset="0"/>
                        <a:cs typeface="Segoe UI Semilight" panose="020B0502040204020203" pitchFamily="34" charset="0"/>
                      </a:endParaRPr>
                    </a:p>
                    <a:p>
                      <a:pPr marL="171450" indent="-171450" algn="l" fontAlgn="ctr">
                        <a:buFont typeface="Arial"/>
                        <a:buChar char="•"/>
                      </a:pPr>
                      <a:r>
                        <a:rPr lang="en-US" sz="1200" b="0" i="0" u="none" strike="noStrike" noProof="0" dirty="0">
                          <a:solidFill>
                            <a:schemeClr val="tx1"/>
                          </a:solidFill>
                          <a:latin typeface="+mj-lt"/>
                          <a:ea typeface="Segoe UI Symbol" panose="020B0502040204020203" pitchFamily="34" charset="0"/>
                          <a:cs typeface="Segoe UI Semilight" panose="020B0502040204020203" pitchFamily="34" charset="0"/>
                        </a:rPr>
                        <a:t>Increase scale and presence in the Australian market to increase market share. </a:t>
                      </a:r>
                      <a:endParaRPr lang="en-US" sz="1200" b="0" i="0" dirty="0">
                        <a:solidFill>
                          <a:schemeClr val="tx1"/>
                        </a:solidFill>
                        <a:latin typeface="+mj-lt"/>
                        <a:ea typeface="Segoe UI Symbol" panose="020B0502040204020203" pitchFamily="34" charset="0"/>
                        <a:cs typeface="Segoe UI Semilight" panose="020B0502040204020203" pitchFamily="34" charset="0"/>
                      </a:endParaRPr>
                    </a:p>
                    <a:p>
                      <a:pPr marL="171450" lvl="0" indent="-171450" algn="l" fontAlgn="ctr">
                        <a:spcBef>
                          <a:spcPts val="1000"/>
                        </a:spcBef>
                        <a:buFont typeface="Arial"/>
                        <a:buChar char="•"/>
                      </a:pPr>
                      <a:r>
                        <a:rPr lang="en-US" sz="1200" b="0" i="0" u="none" strike="noStrike" noProof="0" dirty="0">
                          <a:solidFill>
                            <a:schemeClr val="tx1"/>
                          </a:solidFill>
                          <a:latin typeface="+mj-lt"/>
                          <a:ea typeface="Segoe UI Symbol" panose="020B0502040204020203" pitchFamily="34" charset="0"/>
                          <a:cs typeface="Segoe UI Semilight" panose="020B0502040204020203" pitchFamily="34" charset="0"/>
                        </a:rPr>
                        <a:t>Establish a holistic offering for women's health by providing complementary services such as female GP's and female urology. </a:t>
                      </a:r>
                      <a:endParaRPr lang="en-US" sz="1200" b="0" i="0" dirty="0">
                        <a:solidFill>
                          <a:schemeClr val="tx1"/>
                        </a:solidFill>
                        <a:latin typeface="+mj-lt"/>
                        <a:ea typeface="Segoe UI Symbol" panose="020B0502040204020203" pitchFamily="34" charset="0"/>
                        <a:cs typeface="Segoe UI Semilight" panose="020B0502040204020203" pitchFamily="34" charset="0"/>
                      </a:endParaRPr>
                    </a:p>
                  </a:txBody>
                  <a:tcPr>
                    <a:lnL w="9525" cap="flat" cmpd="sng" algn="ctr">
                      <a:noFill/>
                      <a:prstDash val="solid"/>
                      <a:round/>
                      <a:headEnd type="none" w="med" len="med"/>
                      <a:tailEnd type="none" w="med" len="med"/>
                    </a:lnL>
                    <a:lnR w="9525" cap="flat" cmpd="sng" algn="ctr">
                      <a:solidFill>
                        <a:schemeClr val="bg1"/>
                      </a:solidFill>
                      <a:prstDash val="solid"/>
                      <a:round/>
                      <a:headEnd type="none" w="med" len="med"/>
                      <a:tailEnd type="none" w="med" len="med"/>
                    </a:lnR>
                    <a:lnT w="12700">
                      <a:solidFill>
                        <a:schemeClr val="tx1"/>
                      </a:solidFill>
                    </a:lnT>
                    <a:lnB w="12700">
                      <a:solidFill>
                        <a:schemeClr val="tx1"/>
                      </a:solidFill>
                    </a:lnB>
                    <a:noFill/>
                  </a:tcPr>
                </a:tc>
                <a:tc>
                  <a:txBody>
                    <a:bodyPr/>
                    <a:lstStyle/>
                    <a:p>
                      <a:pPr marL="171450" lvl="0" indent="-171450" algn="l" fontAlgn="ctr">
                        <a:buFont typeface="Arial"/>
                        <a:buChar char="•"/>
                      </a:pPr>
                      <a:endParaRPr lang="en-US" sz="1200" b="0" i="0" dirty="0">
                        <a:solidFill>
                          <a:schemeClr val="tx1"/>
                        </a:solidFill>
                        <a:latin typeface="+mj-lt"/>
                        <a:ea typeface="Segoe UI Symbol" panose="020B0502040204020203" pitchFamily="34" charset="0"/>
                        <a:cs typeface="Segoe UI Semilight" panose="020B0502040204020203" pitchFamily="34" charset="0"/>
                      </a:endParaRPr>
                    </a:p>
                    <a:p>
                      <a:pPr marL="171450" lvl="0" indent="-171450" algn="l" fontAlgn="ctr">
                        <a:buFont typeface="Arial"/>
                        <a:buChar char="•"/>
                      </a:pPr>
                      <a:r>
                        <a:rPr lang="en-US" sz="1200" b="0" i="0" dirty="0">
                          <a:solidFill>
                            <a:schemeClr val="tx1"/>
                          </a:solidFill>
                          <a:latin typeface="+mj-lt"/>
                          <a:ea typeface="Segoe UI Symbol" panose="020B0502040204020203" pitchFamily="34" charset="0"/>
                          <a:cs typeface="Segoe UI Semilight" panose="020B0502040204020203" pitchFamily="34" charset="0"/>
                        </a:rPr>
                        <a:t>Tap into the burgeoning Asian market and reduce reliance on the Australian sector</a:t>
                      </a:r>
                    </a:p>
                    <a:p>
                      <a:pPr marL="171450" lvl="0" indent="-171450" algn="l" fontAlgn="ctr">
                        <a:spcBef>
                          <a:spcPts val="1000"/>
                        </a:spcBef>
                        <a:buFont typeface="Arial"/>
                        <a:buChar char="•"/>
                      </a:pPr>
                      <a:r>
                        <a:rPr lang="en-US" sz="1200" b="0" i="0" dirty="0">
                          <a:solidFill>
                            <a:schemeClr val="tx1"/>
                          </a:solidFill>
                          <a:latin typeface="+mj-lt"/>
                          <a:ea typeface="Segoe UI Symbol" panose="020B0502040204020203" pitchFamily="34" charset="0"/>
                          <a:cs typeface="Segoe UI Semilight" panose="020B0502040204020203" pitchFamily="34" charset="0"/>
                        </a:rPr>
                        <a:t>Access new sources of growth to diversify revenue streams </a:t>
                      </a:r>
                    </a:p>
                  </a:txBody>
                  <a:tcPr>
                    <a:lnL w="9525" cap="flat" cmpd="sng" algn="ctr">
                      <a:solidFill>
                        <a:schemeClr val="bg1"/>
                      </a:solidFill>
                      <a:prstDash val="solid"/>
                      <a:round/>
                      <a:headEnd type="none" w="med" len="med"/>
                      <a:tailEnd type="none" w="med" len="med"/>
                    </a:lnL>
                    <a:lnR w="9525" cap="flat" cmpd="sng" algn="ctr">
                      <a:noFill/>
                      <a:prstDash val="solid"/>
                      <a:round/>
                      <a:headEnd type="none" w="med" len="med"/>
                      <a:tailEnd type="none" w="med" len="med"/>
                    </a:lnR>
                    <a:lnT w="12700">
                      <a:solidFill>
                        <a:schemeClr val="tx1"/>
                      </a:solidFill>
                    </a:lnT>
                    <a:lnB w="12700">
                      <a:solidFill>
                        <a:schemeClr val="tx1"/>
                      </a:solidFill>
                    </a:lnB>
                    <a:noFill/>
                  </a:tcPr>
                </a:tc>
                <a:tc>
                  <a:txBody>
                    <a:bodyPr/>
                    <a:lstStyle/>
                    <a:p>
                      <a:pPr marL="171450" marR="0" lvl="0" indent="-171450" algn="l" defTabSz="914400" rtl="0" eaLnBrk="1" fontAlgn="ctr" latinLnBrk="0" hangingPunct="1">
                        <a:lnSpc>
                          <a:spcPct val="100000"/>
                        </a:lnSpc>
                        <a:spcBef>
                          <a:spcPts val="0"/>
                        </a:spcBef>
                        <a:spcAft>
                          <a:spcPts val="0"/>
                        </a:spcAft>
                        <a:buClrTx/>
                        <a:buSzTx/>
                        <a:buFont typeface="Arial" panose="020B0604020202020204" pitchFamily="34" charset="0"/>
                        <a:buChar char="•"/>
                        <a:tabLst/>
                        <a:defRPr/>
                      </a:pPr>
                      <a:endParaRPr lang="en-US" sz="1200" b="0" i="0" dirty="0">
                        <a:solidFill>
                          <a:schemeClr val="tx1"/>
                        </a:solidFill>
                        <a:latin typeface="+mj-lt"/>
                        <a:ea typeface="Segoe UI Symbol" panose="020B0502040204020203" pitchFamily="34" charset="0"/>
                        <a:cs typeface="Segoe UI Semilight" panose="020B0502040204020203" pitchFamily="34" charset="0"/>
                      </a:endParaRPr>
                    </a:p>
                    <a:p>
                      <a:pPr marL="171450" marR="0" lvl="0" indent="-171450" algn="l" defTabSz="914400" rtl="0" eaLnBrk="1" fontAlgn="ctr" latinLnBrk="0" hangingPunct="1">
                        <a:lnSpc>
                          <a:spcPct val="100000"/>
                        </a:lnSpc>
                        <a:spcBef>
                          <a:spcPts val="0"/>
                        </a:spcBef>
                        <a:spcAft>
                          <a:spcPts val="0"/>
                        </a:spcAft>
                        <a:buClrTx/>
                        <a:buSzTx/>
                        <a:buFont typeface="Arial" panose="020B0604020202020204" pitchFamily="34" charset="0"/>
                        <a:buChar char="•"/>
                        <a:tabLst/>
                        <a:defRPr/>
                      </a:pPr>
                      <a:r>
                        <a:rPr lang="en-US" sz="1200" b="0" i="0" dirty="0">
                          <a:solidFill>
                            <a:schemeClr val="tx1"/>
                          </a:solidFill>
                          <a:latin typeface="+mj-lt"/>
                          <a:ea typeface="Segoe UI Symbol" panose="020B0502040204020203" pitchFamily="34" charset="0"/>
                          <a:cs typeface="Segoe UI Semilight" panose="020B0502040204020203" pitchFamily="34" charset="0"/>
                        </a:rPr>
                        <a:t>Opportunity to immediately gain market share and </a:t>
                      </a:r>
                    </a:p>
                  </a:txBody>
                  <a:tcPr>
                    <a:lnL w="9525" cap="flat" cmpd="sng" algn="ctr">
                      <a:noFill/>
                      <a:prstDash val="solid"/>
                      <a:round/>
                      <a:headEnd type="none" w="med" len="med"/>
                      <a:tailEnd type="none" w="med" len="med"/>
                    </a:lnL>
                    <a:lnR w="12700">
                      <a:noFill/>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250739"/>
                  </a:ext>
                </a:extLst>
              </a:tr>
              <a:tr h="1083701">
                <a:tc>
                  <a:txBody>
                    <a:bodyPr/>
                    <a:lstStyle/>
                    <a:p>
                      <a:pPr lvl="0" algn="ctr" fontAlgn="ctr">
                        <a:buNone/>
                      </a:pPr>
                      <a:endParaRPr lang="en-US" sz="1100" b="1" i="0" dirty="0">
                        <a:solidFill>
                          <a:schemeClr val="tx1"/>
                        </a:solidFill>
                        <a:latin typeface="Segoe UI Semibold" panose="020B0502040204020203" pitchFamily="34" charset="0"/>
                        <a:cs typeface="Segoe UI Semibold" panose="020B0502040204020203" pitchFamily="34" charset="0"/>
                      </a:endParaRPr>
                    </a:p>
                    <a:p>
                      <a:pPr lvl="0" algn="ctr" fontAlgn="ctr">
                        <a:buNone/>
                      </a:pPr>
                      <a:endParaRPr lang="en-US" sz="1100" b="1" i="0" dirty="0">
                        <a:solidFill>
                          <a:schemeClr val="tx1"/>
                        </a:solidFill>
                        <a:latin typeface="Segoe UI Semibold" panose="020B0502040204020203" pitchFamily="34" charset="0"/>
                        <a:cs typeface="Segoe UI Semibold" panose="020B0502040204020203" pitchFamily="34" charset="0"/>
                      </a:endParaRPr>
                    </a:p>
                    <a:p>
                      <a:pPr lvl="0" algn="ctr" fontAlgn="ctr">
                        <a:buNone/>
                      </a:pPr>
                      <a:r>
                        <a:rPr lang="en-US" sz="1100" b="1" i="0" dirty="0">
                          <a:solidFill>
                            <a:schemeClr val="tx1"/>
                          </a:solidFill>
                          <a:latin typeface="Segoe UI Semibold" panose="020B0502040204020203" pitchFamily="34" charset="0"/>
                          <a:cs typeface="Segoe UI Semibold" panose="020B0502040204020203" pitchFamily="34" charset="0"/>
                        </a:rPr>
                        <a:t>Considerations</a:t>
                      </a:r>
                    </a:p>
                  </a:txBody>
                  <a:tcPr>
                    <a:lnL w="12700">
                      <a:noFill/>
                    </a:lnL>
                    <a:lnR w="9525"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lvl="0" indent="-171450" algn="l" fontAlgn="ctr">
                        <a:buFont typeface="Arial"/>
                        <a:buChar char="•"/>
                      </a:pPr>
                      <a:endParaRPr lang="en-US" sz="1200" b="0" i="0" dirty="0">
                        <a:solidFill>
                          <a:schemeClr val="tx1"/>
                        </a:solidFill>
                        <a:latin typeface="+mj-lt"/>
                        <a:ea typeface="Segoe UI Symbol" panose="020B0502040204020203" pitchFamily="34" charset="0"/>
                        <a:cs typeface="Segoe UI Semilight" panose="020B0502040204020203" pitchFamily="34" charset="0"/>
                      </a:endParaRPr>
                    </a:p>
                    <a:p>
                      <a:pPr marL="171450" lvl="0" indent="-171450" algn="l" fontAlgn="ctr">
                        <a:buFont typeface="Arial"/>
                        <a:buChar char="•"/>
                      </a:pPr>
                      <a:r>
                        <a:rPr lang="en-US" sz="1200" b="0" i="0" dirty="0">
                          <a:solidFill>
                            <a:schemeClr val="tx1"/>
                          </a:solidFill>
                          <a:latin typeface="+mj-lt"/>
                          <a:ea typeface="Segoe UI Symbol" panose="020B0502040204020203" pitchFamily="34" charset="0"/>
                          <a:cs typeface="Segoe UI Semilight" panose="020B0502040204020203" pitchFamily="34" charset="0"/>
                        </a:rPr>
                        <a:t>Significant costs involved with integration of two companies</a:t>
                      </a:r>
                    </a:p>
                    <a:p>
                      <a:pPr marL="171450" lvl="0" indent="-171450" algn="l" fontAlgn="ctr">
                        <a:spcBef>
                          <a:spcPts val="1000"/>
                        </a:spcBef>
                        <a:buFont typeface="Arial"/>
                        <a:buChar char="•"/>
                      </a:pPr>
                      <a:r>
                        <a:rPr lang="en-US" sz="1200" b="0" i="0" dirty="0">
                          <a:solidFill>
                            <a:schemeClr val="tx1"/>
                          </a:solidFill>
                          <a:latin typeface="+mj-lt"/>
                          <a:ea typeface="Segoe UI Symbol" panose="020B0502040204020203" pitchFamily="34" charset="0"/>
                          <a:cs typeface="Segoe UI Semilight" panose="020B0502040204020203" pitchFamily="34" charset="0"/>
                        </a:rPr>
                        <a:t>Highly dependent on ability to execute</a:t>
                      </a:r>
                    </a:p>
                  </a:txBody>
                  <a:tcPr>
                    <a:lnL w="9525" cap="flat" cmpd="sng" algn="ctr">
                      <a:noFill/>
                      <a:prstDash val="solid"/>
                      <a:round/>
                      <a:headEnd type="none" w="med" len="med"/>
                      <a:tailEnd type="none" w="med" len="med"/>
                    </a:lnL>
                    <a:lnR w="9525" cap="flat" cmpd="sng" algn="ctr">
                      <a:solidFill>
                        <a:schemeClr val="bg1"/>
                      </a:solidFill>
                      <a:prstDash val="solid"/>
                      <a:round/>
                      <a:headEnd type="none" w="med" len="med"/>
                      <a:tailEnd type="none" w="med" len="med"/>
                    </a:lnR>
                    <a:lnT w="12700">
                      <a:solidFill>
                        <a:schemeClr val="tx1"/>
                      </a:solidFill>
                    </a:lnT>
                    <a:lnB w="12700">
                      <a:solidFill>
                        <a:schemeClr val="tx1"/>
                      </a:solidFill>
                    </a:lnB>
                    <a:noFill/>
                  </a:tcPr>
                </a:tc>
                <a:tc>
                  <a:txBody>
                    <a:bodyPr/>
                    <a:lstStyle/>
                    <a:p>
                      <a:pPr marL="285750" lvl="0" indent="-285750" algn="l" fontAlgn="ctr">
                        <a:buFont typeface="Arial" panose="020B0604020202020204" pitchFamily="34" charset="0"/>
                        <a:buChar char="•"/>
                      </a:pPr>
                      <a:endParaRPr lang="en-US" sz="1200" b="0" i="0" dirty="0">
                        <a:latin typeface="+mj-lt"/>
                        <a:ea typeface="Segoe UI Symbol" panose="020B0502040204020203" pitchFamily="34" charset="0"/>
                        <a:cs typeface="Segoe UI Semilight" panose="020B0502040204020203" pitchFamily="34" charset="0"/>
                      </a:endParaRPr>
                    </a:p>
                    <a:p>
                      <a:pPr marL="285750" lvl="0" indent="-285750" algn="l" fontAlgn="ctr">
                        <a:buFont typeface="Arial" panose="020B0604020202020204" pitchFamily="34" charset="0"/>
                        <a:buChar char="•"/>
                      </a:pPr>
                      <a:r>
                        <a:rPr lang="en-US" sz="1200" b="0" i="0" dirty="0">
                          <a:latin typeface="+mj-lt"/>
                          <a:ea typeface="Segoe UI Symbol" panose="020B0502040204020203" pitchFamily="34" charset="0"/>
                          <a:cs typeface="Segoe UI Semilight" panose="020B0502040204020203" pitchFamily="34" charset="0"/>
                        </a:rPr>
                        <a:t>Large investment required for expansion not typically associated with financial sponsor strategies</a:t>
                      </a:r>
                    </a:p>
                  </a:txBody>
                  <a:tcPr>
                    <a:lnL w="9525" cap="flat" cmpd="sng" algn="ctr">
                      <a:solidFill>
                        <a:schemeClr val="bg1"/>
                      </a:solidFill>
                      <a:prstDash val="solid"/>
                      <a:round/>
                      <a:headEnd type="none" w="med" len="med"/>
                      <a:tailEnd type="none" w="med" len="med"/>
                    </a:lnL>
                    <a:lnR w="9525" cap="flat" cmpd="sng" algn="ctr">
                      <a:noFill/>
                      <a:prstDash val="solid"/>
                      <a:round/>
                      <a:headEnd type="none" w="med" len="med"/>
                      <a:tailEnd type="none" w="med" len="med"/>
                    </a:lnR>
                    <a:lnT w="12700">
                      <a:solidFill>
                        <a:schemeClr val="tx1"/>
                      </a:solidFill>
                    </a:lnT>
                    <a:lnB w="12700">
                      <a:solidFill>
                        <a:schemeClr val="tx1"/>
                      </a:solidFill>
                    </a:lnB>
                    <a:noFill/>
                  </a:tcPr>
                </a:tc>
                <a:tc>
                  <a:txBody>
                    <a:bodyPr/>
                    <a:lstStyle/>
                    <a:p>
                      <a:pPr marL="171450" lvl="0" indent="-171450" algn="l" fontAlgn="ctr">
                        <a:buFont typeface="Arial"/>
                        <a:buChar char="•"/>
                      </a:pPr>
                      <a:endParaRPr lang="en-US" sz="1200" b="0" i="0" u="none" strike="noStrike" noProof="0" dirty="0">
                        <a:solidFill>
                          <a:schemeClr val="tx1"/>
                        </a:solidFill>
                        <a:latin typeface="+mj-lt"/>
                        <a:ea typeface="Segoe UI Symbol" panose="020B0502040204020203" pitchFamily="34" charset="0"/>
                        <a:cs typeface="Segoe UI Semilight" panose="020B0502040204020203" pitchFamily="34" charset="0"/>
                      </a:endParaRPr>
                    </a:p>
                    <a:p>
                      <a:pPr marL="171450" lvl="0" indent="-171450" algn="l" fontAlgn="ctr">
                        <a:buFont typeface="Arial"/>
                        <a:buChar char="•"/>
                      </a:pPr>
                      <a:r>
                        <a:rPr lang="en-US" sz="1200" b="0" i="0" u="none" strike="noStrike" noProof="0" dirty="0">
                          <a:solidFill>
                            <a:schemeClr val="tx1"/>
                          </a:solidFill>
                          <a:latin typeface="+mj-lt"/>
                          <a:ea typeface="Segoe UI Symbol" panose="020B0502040204020203" pitchFamily="34" charset="0"/>
                          <a:cs typeface="Segoe UI Semilight" panose="020B0502040204020203" pitchFamily="34" charset="0"/>
                        </a:rPr>
                        <a:t>Regulatory concerns surrounding competition may limit the potential for acquisitions</a:t>
                      </a:r>
                    </a:p>
                  </a:txBody>
                  <a:tcPr>
                    <a:lnL w="9525" cap="flat" cmpd="sng" algn="ctr">
                      <a:noFill/>
                      <a:prstDash val="solid"/>
                      <a:round/>
                      <a:headEnd type="none" w="med" len="med"/>
                      <a:tailEnd type="none" w="med" len="med"/>
                    </a:lnL>
                    <a:lnR w="12700">
                      <a:noFill/>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31277248"/>
                  </a:ext>
                </a:extLst>
              </a:tr>
            </a:tbl>
          </a:graphicData>
        </a:graphic>
      </p:graphicFrame>
      <p:pic>
        <p:nvPicPr>
          <p:cNvPr id="13" name="Picture 4" descr="A picture containing text, clipart&#10;&#10;Description automatically generated">
            <a:extLst>
              <a:ext uri="{FF2B5EF4-FFF2-40B4-BE49-F238E27FC236}">
                <a16:creationId xmlns:a16="http://schemas.microsoft.com/office/drawing/2014/main" id="{E08FD8BD-E483-3753-3764-80D50F1D4982}"/>
              </a:ext>
            </a:extLst>
          </p:cNvPr>
          <p:cNvPicPr>
            <a:picLocks noChangeAspect="1"/>
          </p:cNvPicPr>
          <p:nvPr/>
        </p:nvPicPr>
        <p:blipFill>
          <a:blip r:embed="rId3"/>
          <a:stretch>
            <a:fillRect/>
          </a:stretch>
        </p:blipFill>
        <p:spPr>
          <a:xfrm>
            <a:off x="210353" y="6317975"/>
            <a:ext cx="906857" cy="370354"/>
          </a:xfrm>
          <a:prstGeom prst="rect">
            <a:avLst/>
          </a:prstGeom>
        </p:spPr>
      </p:pic>
    </p:spTree>
    <p:extLst>
      <p:ext uri="{BB962C8B-B14F-4D97-AF65-F5344CB8AC3E}">
        <p14:creationId xmlns:p14="http://schemas.microsoft.com/office/powerpoint/2010/main" val="17342384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1F93AE4B-1AD3-DF49-A82D-15D970233F59}"/>
              </a:ext>
            </a:extLst>
          </p:cNvPr>
          <p:cNvSpPr txBox="1"/>
          <p:nvPr/>
        </p:nvSpPr>
        <p:spPr>
          <a:xfrm>
            <a:off x="1618156" y="6283641"/>
            <a:ext cx="2089727" cy="246221"/>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a:solidFill>
                  <a:schemeClr val="tx1">
                    <a:lumMod val="65000"/>
                    <a:lumOff val="35000"/>
                  </a:schemeClr>
                </a:solidFill>
                <a:latin typeface="Segoe UI Light"/>
                <a:cs typeface="Calibri"/>
              </a:rPr>
              <a:t>Source: Company Filings. </a:t>
            </a:r>
            <a:endParaRPr lang="en-US" sz="1000">
              <a:solidFill>
                <a:schemeClr val="tx1">
                  <a:lumMod val="65000"/>
                  <a:lumOff val="35000"/>
                </a:schemeClr>
              </a:solidFill>
              <a:latin typeface="Segoe UI Light"/>
            </a:endParaRPr>
          </a:p>
        </p:txBody>
      </p:sp>
      <p:sp>
        <p:nvSpPr>
          <p:cNvPr id="11" name="TextBox 10">
            <a:extLst>
              <a:ext uri="{FF2B5EF4-FFF2-40B4-BE49-F238E27FC236}">
                <a16:creationId xmlns:a16="http://schemas.microsoft.com/office/drawing/2014/main" id="{349C726F-08F9-3D0B-DA8D-F7DF6BF706F6}"/>
              </a:ext>
            </a:extLst>
          </p:cNvPr>
          <p:cNvSpPr txBox="1"/>
          <p:nvPr/>
        </p:nvSpPr>
        <p:spPr>
          <a:xfrm>
            <a:off x="8425996" y="6345909"/>
            <a:ext cx="3539745" cy="246221"/>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a:solidFill>
                  <a:schemeClr val="tx1">
                    <a:lumMod val="65000"/>
                    <a:lumOff val="35000"/>
                  </a:schemeClr>
                </a:solidFill>
                <a:latin typeface="Segoe UI Light"/>
                <a:cs typeface="Calibri"/>
              </a:rPr>
              <a:t>For use in the 2023 UBS IB Development Challenge only</a:t>
            </a:r>
          </a:p>
        </p:txBody>
      </p:sp>
      <p:sp>
        <p:nvSpPr>
          <p:cNvPr id="12" name="Slide Number Placeholder 11">
            <a:extLst>
              <a:ext uri="{FF2B5EF4-FFF2-40B4-BE49-F238E27FC236}">
                <a16:creationId xmlns:a16="http://schemas.microsoft.com/office/drawing/2014/main" id="{5D987FC4-D467-32CB-C941-EFCFA69E6111}"/>
              </a:ext>
            </a:extLst>
          </p:cNvPr>
          <p:cNvSpPr>
            <a:spLocks noGrp="1"/>
          </p:cNvSpPr>
          <p:nvPr>
            <p:ph type="sldNum" sz="quarter" idx="12"/>
          </p:nvPr>
        </p:nvSpPr>
        <p:spPr>
          <a:xfrm>
            <a:off x="9217240" y="6282370"/>
            <a:ext cx="2743200" cy="365125"/>
          </a:xfrm>
        </p:spPr>
        <p:txBody>
          <a:bodyPr/>
          <a:lstStyle/>
          <a:p>
            <a:fld id="{330EA680-D336-4FF7-8B7A-9848BB0A1C32}" type="slidenum">
              <a:rPr lang="en-US" sz="1000" b="1" dirty="0" smtClean="0">
                <a:latin typeface="Segoe UI Light"/>
                <a:cs typeface="Segoe UI Light"/>
              </a:rPr>
              <a:t>13</a:t>
            </a:fld>
            <a:endParaRPr lang="en-US" sz="1000" b="1">
              <a:latin typeface="Segoe UI Light"/>
              <a:cs typeface="Segoe UI Light"/>
            </a:endParaRPr>
          </a:p>
        </p:txBody>
      </p:sp>
      <p:cxnSp>
        <p:nvCxnSpPr>
          <p:cNvPr id="3" name="Straight Arrow Connector 2">
            <a:extLst>
              <a:ext uri="{FF2B5EF4-FFF2-40B4-BE49-F238E27FC236}">
                <a16:creationId xmlns:a16="http://schemas.microsoft.com/office/drawing/2014/main" id="{5BEB9C66-698B-0DC7-9F66-51D0EE2367B0}"/>
              </a:ext>
            </a:extLst>
          </p:cNvPr>
          <p:cNvCxnSpPr/>
          <p:nvPr/>
        </p:nvCxnSpPr>
        <p:spPr>
          <a:xfrm flipV="1">
            <a:off x="385619" y="763156"/>
            <a:ext cx="11178308" cy="43872"/>
          </a:xfrm>
          <a:prstGeom prst="straightConnector1">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Title 2">
            <a:extLst>
              <a:ext uri="{FF2B5EF4-FFF2-40B4-BE49-F238E27FC236}">
                <a16:creationId xmlns:a16="http://schemas.microsoft.com/office/drawing/2014/main" id="{8EEA0733-A80D-2B83-EE1B-891C936300BF}"/>
              </a:ext>
            </a:extLst>
          </p:cNvPr>
          <p:cNvSpPr txBox="1">
            <a:spLocks/>
          </p:cNvSpPr>
          <p:nvPr/>
        </p:nvSpPr>
        <p:spPr>
          <a:xfrm>
            <a:off x="300038" y="328349"/>
            <a:ext cx="9065635" cy="40636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AU" sz="3200">
                <a:latin typeface="Segoe UI Light"/>
                <a:cs typeface="Calibri"/>
              </a:rPr>
              <a:t>Key Risks</a:t>
            </a:r>
          </a:p>
        </p:txBody>
      </p:sp>
      <p:sp>
        <p:nvSpPr>
          <p:cNvPr id="16" name="TextBox 15">
            <a:extLst>
              <a:ext uri="{FF2B5EF4-FFF2-40B4-BE49-F238E27FC236}">
                <a16:creationId xmlns:a16="http://schemas.microsoft.com/office/drawing/2014/main" id="{D4DEAB26-5CD2-5711-D6DC-5E5FBA71478E}"/>
              </a:ext>
            </a:extLst>
          </p:cNvPr>
          <p:cNvSpPr txBox="1"/>
          <p:nvPr/>
        </p:nvSpPr>
        <p:spPr>
          <a:xfrm>
            <a:off x="307355" y="837382"/>
            <a:ext cx="10852727"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FF0000"/>
                </a:solidFill>
                <a:latin typeface="Segoe UI Semilight"/>
                <a:cs typeface="Segoe UI Light"/>
              </a:rPr>
              <a:t>Virtus Health faces multiple internal and external risks, most notably; compliance risk, government funding risks and personnel risks</a:t>
            </a:r>
          </a:p>
        </p:txBody>
      </p:sp>
      <p:sp>
        <p:nvSpPr>
          <p:cNvPr id="13" name="TextBox 12">
            <a:extLst>
              <a:ext uri="{FF2B5EF4-FFF2-40B4-BE49-F238E27FC236}">
                <a16:creationId xmlns:a16="http://schemas.microsoft.com/office/drawing/2014/main" id="{A81A0C82-447B-9197-AB9E-813E33554E51}"/>
              </a:ext>
            </a:extLst>
          </p:cNvPr>
          <p:cNvSpPr txBox="1"/>
          <p:nvPr/>
        </p:nvSpPr>
        <p:spPr>
          <a:xfrm>
            <a:off x="411636" y="1462988"/>
            <a:ext cx="2249239"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b="1">
                <a:latin typeface="Segoe UI"/>
                <a:cs typeface="Segoe UI"/>
              </a:rPr>
              <a:t>Bubble Matrix</a:t>
            </a:r>
          </a:p>
        </p:txBody>
      </p:sp>
      <p:graphicFrame>
        <p:nvGraphicFramePr>
          <p:cNvPr id="25" name="Table 26">
            <a:extLst>
              <a:ext uri="{FF2B5EF4-FFF2-40B4-BE49-F238E27FC236}">
                <a16:creationId xmlns:a16="http://schemas.microsoft.com/office/drawing/2014/main" id="{CE10C1A1-F064-FED4-5F36-49EA080A6ACD}"/>
              </a:ext>
            </a:extLst>
          </p:cNvPr>
          <p:cNvGraphicFramePr>
            <a:graphicFrameLocks noGrp="1"/>
          </p:cNvGraphicFramePr>
          <p:nvPr>
            <p:extLst>
              <p:ext uri="{D42A27DB-BD31-4B8C-83A1-F6EECF244321}">
                <p14:modId xmlns:p14="http://schemas.microsoft.com/office/powerpoint/2010/main" val="3142980580"/>
              </p:ext>
            </p:extLst>
          </p:nvPr>
        </p:nvGraphicFramePr>
        <p:xfrm>
          <a:off x="4510318" y="1437639"/>
          <a:ext cx="7450122" cy="4742994"/>
        </p:xfrm>
        <a:graphic>
          <a:graphicData uri="http://schemas.openxmlformats.org/drawingml/2006/table">
            <a:tbl>
              <a:tblPr firstRow="1" bandRow="1">
                <a:tableStyleId>{5C22544A-7EE6-4342-B048-85BDC9FD1C3A}</a:tableStyleId>
              </a:tblPr>
              <a:tblGrid>
                <a:gridCol w="534266">
                  <a:extLst>
                    <a:ext uri="{9D8B030D-6E8A-4147-A177-3AD203B41FA5}">
                      <a16:colId xmlns:a16="http://schemas.microsoft.com/office/drawing/2014/main" val="3337995343"/>
                    </a:ext>
                  </a:extLst>
                </a:gridCol>
                <a:gridCol w="3756838">
                  <a:extLst>
                    <a:ext uri="{9D8B030D-6E8A-4147-A177-3AD203B41FA5}">
                      <a16:colId xmlns:a16="http://schemas.microsoft.com/office/drawing/2014/main" val="2929818628"/>
                    </a:ext>
                  </a:extLst>
                </a:gridCol>
                <a:gridCol w="3159018">
                  <a:extLst>
                    <a:ext uri="{9D8B030D-6E8A-4147-A177-3AD203B41FA5}">
                      <a16:colId xmlns:a16="http://schemas.microsoft.com/office/drawing/2014/main" val="1600806769"/>
                    </a:ext>
                  </a:extLst>
                </a:gridCol>
              </a:tblGrid>
              <a:tr h="304242">
                <a:tc gridSpan="2">
                  <a:txBody>
                    <a:bodyPr/>
                    <a:lstStyle/>
                    <a:p>
                      <a:pPr indent="0"/>
                      <a:r>
                        <a:rPr lang="en-GB" sz="1400" b="1" i="0">
                          <a:solidFill>
                            <a:schemeClr val="tx1"/>
                          </a:solidFill>
                          <a:latin typeface="Segoe UI"/>
                          <a:cs typeface="Segoe UI"/>
                        </a:rPr>
                        <a:t>Investment Risks</a:t>
                      </a:r>
                    </a:p>
                  </a:txBody>
                  <a:tcPr>
                    <a:lnL w="0">
                      <a:noFill/>
                    </a:lnL>
                    <a:lnR w="0">
                      <a:noFill/>
                    </a:lnR>
                    <a:lnT w="0">
                      <a:noFill/>
                    </a:lnT>
                    <a:lnB w="12700" cap="flat" cmpd="sng" algn="ctr">
                      <a:solidFill>
                        <a:schemeClr val="tx1"/>
                      </a:solidFill>
                      <a:prstDash val="solid"/>
                      <a:round/>
                      <a:headEnd type="none" w="med" len="med"/>
                      <a:tailEnd type="none" w="med" len="med"/>
                    </a:lnB>
                    <a:solidFill>
                      <a:schemeClr val="bg1"/>
                    </a:solidFill>
                  </a:tcPr>
                </a:tc>
                <a:tc hMerge="1">
                  <a:txBody>
                    <a:bodyPr/>
                    <a:lstStyle/>
                    <a:p>
                      <a:pPr indent="0"/>
                      <a:r>
                        <a:rPr lang="en-GB" sz="1400" b="1" i="0">
                          <a:solidFill>
                            <a:schemeClr val="tx1"/>
                          </a:solidFill>
                          <a:latin typeface="Segoe UI" panose="020B0502040204020203" pitchFamily="34" charset="0"/>
                          <a:cs typeface="Segoe UI" panose="020B0502040204020203" pitchFamily="34" charset="0"/>
                        </a:rPr>
                        <a:t>Investment Risks</a:t>
                      </a:r>
                    </a:p>
                  </a:txBody>
                  <a:tcPr>
                    <a:lnL w="0">
                      <a:noFill/>
                    </a:lnL>
                    <a:lnR w="0">
                      <a:noFill/>
                    </a:lnR>
                    <a:lnT w="0">
                      <a:noFill/>
                    </a:lnT>
                    <a:lnB w="12700" cap="flat" cmpd="sng" algn="ctr">
                      <a:solidFill>
                        <a:schemeClr val="tx1"/>
                      </a:solidFill>
                      <a:prstDash val="solid"/>
                      <a:round/>
                      <a:headEnd type="none" w="med" len="med"/>
                      <a:tailEnd type="none" w="med" len="med"/>
                    </a:lnB>
                    <a:solidFill>
                      <a:schemeClr val="bg1"/>
                    </a:solidFill>
                  </a:tcPr>
                </a:tc>
                <a:tc>
                  <a:txBody>
                    <a:bodyPr/>
                    <a:lstStyle/>
                    <a:p>
                      <a:pPr marL="0" lvl="0" indent="0">
                        <a:spcAft>
                          <a:spcPts val="1000"/>
                        </a:spcAft>
                        <a:buFont typeface="Wingdings"/>
                        <a:buNone/>
                      </a:pPr>
                      <a:r>
                        <a:rPr lang="en-US" sz="1400" b="1" i="0">
                          <a:solidFill>
                            <a:schemeClr val="tx1"/>
                          </a:solidFill>
                          <a:latin typeface="Segoe UI"/>
                          <a:cs typeface="Segoe UI"/>
                        </a:rPr>
                        <a:t>Mitigations</a:t>
                      </a:r>
                    </a:p>
                  </a:txBody>
                  <a:tcPr>
                    <a:lnL w="0">
                      <a:noFill/>
                    </a:lnL>
                    <a:lnR w="0">
                      <a:noFill/>
                    </a:lnR>
                    <a:lnT w="0">
                      <a:noFill/>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117199605"/>
                  </a:ext>
                </a:extLst>
              </a:tr>
              <a:tr h="812180">
                <a:tc>
                  <a:txBody>
                    <a:bodyPr/>
                    <a:lstStyle/>
                    <a:p>
                      <a:pPr indent="0"/>
                      <a:endParaRPr lang="en-GB" sz="1200" b="0" i="0">
                        <a:solidFill>
                          <a:schemeClr val="tx1"/>
                        </a:solidFill>
                        <a:latin typeface="Segoe UI Light"/>
                      </a:endParaRPr>
                    </a:p>
                  </a:txBody>
                  <a:tcPr>
                    <a:lnL w="0">
                      <a:noFill/>
                    </a:lnL>
                    <a:lnR w="0">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indent="0"/>
                      <a:r>
                        <a:rPr lang="en-GB" sz="1100" b="1" i="1">
                          <a:solidFill>
                            <a:schemeClr val="tx1"/>
                          </a:solidFill>
                          <a:latin typeface="Segoe UI "/>
                        </a:rPr>
                        <a:t>Compliance Risks: </a:t>
                      </a:r>
                      <a:r>
                        <a:rPr lang="en-GB" sz="1100" b="0" i="0">
                          <a:solidFill>
                            <a:schemeClr val="tx1"/>
                          </a:solidFill>
                          <a:latin typeface="Segoe UI Light"/>
                        </a:rPr>
                        <a:t>ARS companies face stringent </a:t>
                      </a:r>
                      <a:r>
                        <a:rPr lang="en-GB" sz="1100" b="0" i="0">
                          <a:latin typeface="Segoe UI Light"/>
                        </a:rPr>
                        <a:t>regulations</a:t>
                      </a:r>
                      <a:r>
                        <a:rPr lang="en-GB" sz="1100" b="0" i="0">
                          <a:solidFill>
                            <a:schemeClr val="tx1"/>
                          </a:solidFill>
                          <a:latin typeface="Segoe UI Light"/>
                        </a:rPr>
                        <a:t>, compliance requirements, and the need for substantial R&amp;D investment due to technological advancements</a:t>
                      </a:r>
                    </a:p>
                  </a:txBody>
                  <a:tcPr anchor="ctr">
                    <a:lnL w="0">
                      <a:noFill/>
                    </a:lnL>
                    <a:lnR w="0">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1000"/>
                        </a:spcAft>
                        <a:buClrTx/>
                        <a:buSzTx/>
                        <a:buFont typeface="Wingdings"/>
                        <a:buNone/>
                        <a:tabLst/>
                        <a:defRPr/>
                      </a:pPr>
                      <a:r>
                        <a:rPr lang="en-GB" sz="1100">
                          <a:latin typeface="Segoe UI Light"/>
                          <a:cs typeface="Segoe UI Light"/>
                        </a:rPr>
                        <a:t>Implement a comprehensive compliance program, conduct regular internal audits, and seek guidance from legal and compliance experts to mitigate compliance risks faced by your ARS company</a:t>
                      </a:r>
                      <a:endParaRPr lang="en-US" sz="1100" b="0">
                        <a:solidFill>
                          <a:schemeClr val="tx1"/>
                        </a:solidFill>
                        <a:latin typeface="Segoe UI Light"/>
                        <a:cs typeface="Segoe UI Light"/>
                      </a:endParaRPr>
                    </a:p>
                  </a:txBody>
                  <a:tcPr anchor="ctr">
                    <a:lnL w="0">
                      <a:noFill/>
                    </a:lnL>
                    <a:lnR w="0">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98524099"/>
                  </a:ext>
                </a:extLst>
              </a:tr>
              <a:tr h="1001401">
                <a:tc>
                  <a:txBody>
                    <a:bodyPr/>
                    <a:lstStyle/>
                    <a:p>
                      <a:endParaRPr lang="en-AU" sz="1200">
                        <a:latin typeface="Segoe UI Light" panose="020B0502040204020203" pitchFamily="34" charset="0"/>
                        <a:cs typeface="Segoe UI Light" panose="020B0502040204020203" pitchFamily="34" charset="0"/>
                      </a:endParaRPr>
                    </a:p>
                  </a:txBody>
                  <a:tcPr>
                    <a:lnL w="0">
                      <a:noFill/>
                    </a:lnL>
                    <a:lnR w="0">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AU" sz="1100" b="1" i="1">
                          <a:latin typeface="Segoe UI "/>
                          <a:cs typeface="Segoe UI Light"/>
                        </a:rPr>
                        <a:t>Government Funding Risks</a:t>
                      </a:r>
                      <a:r>
                        <a:rPr lang="en-AU" sz="1100" i="1">
                          <a:latin typeface="Segoe UI "/>
                          <a:cs typeface="Segoe UI Light"/>
                        </a:rPr>
                        <a:t>:</a:t>
                      </a:r>
                      <a:r>
                        <a:rPr lang="en-AU" sz="1100" i="1">
                          <a:latin typeface="Segoe UI Light"/>
                          <a:cs typeface="Segoe UI Light"/>
                        </a:rPr>
                        <a:t> </a:t>
                      </a:r>
                      <a:r>
                        <a:rPr lang="en-AU" sz="1100">
                          <a:latin typeface="Segoe UI Light"/>
                          <a:cs typeface="Segoe UI Light"/>
                        </a:rPr>
                        <a:t>ARS is currently is being funded through a combination of government reimbursement schemes and out-of-pocket. If the government decides to change their focus on providing medical funding, patient demand would decrease</a:t>
                      </a:r>
                      <a:endParaRPr lang="en-AU" sz="1100">
                        <a:latin typeface="Segoe UI Light" panose="020B0502040204020203" pitchFamily="34" charset="0"/>
                        <a:cs typeface="Segoe UI Light" panose="020B0502040204020203" pitchFamily="34" charset="0"/>
                      </a:endParaRPr>
                    </a:p>
                  </a:txBody>
                  <a:tcPr anchor="ctr">
                    <a:lnL w="0">
                      <a:noFill/>
                    </a:lnL>
                    <a:lnR w="0">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1100">
                          <a:latin typeface="Segoe UI Light"/>
                          <a:cs typeface="Segoe UI Light"/>
                        </a:rPr>
                        <a:t>Diversify revenue streams, invest in R&amp;D to help create lower future costs and proactively engage in advocacy efforts to influence and maintain government support for medical funding</a:t>
                      </a:r>
                      <a:endParaRPr lang="en-US" sz="1100" b="0">
                        <a:solidFill>
                          <a:schemeClr val="tx1"/>
                        </a:solidFill>
                        <a:latin typeface="Segoe UI Light"/>
                        <a:cs typeface="Segoe UI Light"/>
                      </a:endParaRPr>
                    </a:p>
                  </a:txBody>
                  <a:tcPr anchor="ctr">
                    <a:lnL w="0">
                      <a:noFill/>
                    </a:lnL>
                    <a:lnR w="0">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41749254"/>
                  </a:ext>
                </a:extLst>
              </a:tr>
              <a:tr h="99554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AU" sz="1200">
                        <a:latin typeface="Segoe UI Light" panose="020B0502040204020203" pitchFamily="34" charset="0"/>
                        <a:cs typeface="Segoe UI Light" panose="020B0502040204020203" pitchFamily="34" charset="0"/>
                      </a:endParaRPr>
                    </a:p>
                  </a:txBody>
                  <a:tcPr>
                    <a:lnL w="0">
                      <a:noFill/>
                    </a:lnL>
                    <a:lnR w="0">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rtl="0" eaLnBrk="1" fontAlgn="auto" latinLnBrk="0" hangingPunct="1">
                        <a:lnSpc>
                          <a:spcPct val="100000"/>
                        </a:lnSpc>
                        <a:spcBef>
                          <a:spcPts val="0"/>
                        </a:spcBef>
                        <a:spcAft>
                          <a:spcPts val="0"/>
                        </a:spcAft>
                        <a:buClrTx/>
                        <a:buSzTx/>
                        <a:buFontTx/>
                        <a:buNone/>
                      </a:pPr>
                      <a:r>
                        <a:rPr lang="en-AU" sz="1100" b="1" i="1">
                          <a:latin typeface="Segoe UI "/>
                          <a:cs typeface="Segoe UI Light"/>
                        </a:rPr>
                        <a:t>Potential Competition: </a:t>
                      </a:r>
                      <a:r>
                        <a:rPr lang="en-GB" sz="1100">
                          <a:latin typeface="Segoe UI Light"/>
                          <a:cs typeface="Segoe UI Light"/>
                        </a:rPr>
                        <a:t>The ARS industry will likely see increased competition that may reduce Virtus' market share. The ACCC competition concerns regarding the Adora Fertility acquisition further indicate challenges for Virtus to achieve growth</a:t>
                      </a:r>
                      <a:endParaRPr lang="en-AU" sz="1100">
                        <a:latin typeface="Segoe UI Light"/>
                        <a:cs typeface="Segoe UI Light"/>
                      </a:endParaRPr>
                    </a:p>
                  </a:txBody>
                  <a:tcPr anchor="ctr">
                    <a:lnL w="0">
                      <a:noFill/>
                    </a:lnL>
                    <a:lnR w="0">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lvl="0" indent="0">
                        <a:spcAft>
                          <a:spcPts val="1000"/>
                        </a:spcAft>
                        <a:buFont typeface="Wingdings"/>
                        <a:buNone/>
                      </a:pPr>
                      <a:r>
                        <a:rPr lang="en-GB" sz="1100" b="0">
                          <a:solidFill>
                            <a:schemeClr val="tx1"/>
                          </a:solidFill>
                          <a:latin typeface="Segoe UI Light"/>
                        </a:rPr>
                        <a:t>Focus on enhancing its competitive advantages, innovating its services, building strong customer relationships, and pursuing strategic partnerships or acquisitions to strengthen its market position and drive growth</a:t>
                      </a:r>
                      <a:endParaRPr lang="en-US" sz="1100" b="0">
                        <a:solidFill>
                          <a:schemeClr val="tx1"/>
                        </a:solidFill>
                        <a:latin typeface="Segoe UI Light"/>
                      </a:endParaRPr>
                    </a:p>
                  </a:txBody>
                  <a:tcPr anchor="ctr">
                    <a:lnL w="0">
                      <a:noFill/>
                    </a:lnL>
                    <a:lnR w="0">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91012388"/>
                  </a:ext>
                </a:extLst>
              </a:tr>
              <a:tr h="81453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AU" sz="1200">
                        <a:latin typeface="Segoe UI Light" panose="020B0502040204020203" pitchFamily="34" charset="0"/>
                        <a:cs typeface="Segoe UI Light" panose="020B0502040204020203" pitchFamily="34" charset="0"/>
                      </a:endParaRPr>
                    </a:p>
                  </a:txBody>
                  <a:tcPr>
                    <a:lnL w="0">
                      <a:noFill/>
                    </a:lnL>
                    <a:lnR w="0">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rtl="0" eaLnBrk="1" fontAlgn="auto" latinLnBrk="0" hangingPunct="1">
                        <a:lnSpc>
                          <a:spcPct val="100000"/>
                        </a:lnSpc>
                        <a:spcBef>
                          <a:spcPts val="0"/>
                        </a:spcBef>
                        <a:spcAft>
                          <a:spcPts val="0"/>
                        </a:spcAft>
                        <a:buClrTx/>
                        <a:buSzTx/>
                        <a:buFontTx/>
                        <a:buNone/>
                      </a:pPr>
                      <a:r>
                        <a:rPr lang="en-AU" sz="1100" b="1" i="1">
                          <a:latin typeface="Segoe UI "/>
                          <a:cs typeface="Segoe UI Light"/>
                        </a:rPr>
                        <a:t>Future Crisis: </a:t>
                      </a:r>
                      <a:r>
                        <a:rPr lang="en-AU" sz="1100">
                          <a:latin typeface="Segoe UI Light"/>
                          <a:cs typeface="Segoe UI Light"/>
                        </a:rPr>
                        <a:t>During the COVID-19 pandemic, Virtus Health shutdown for a period in all countries except Singapore due to being considered non-urgent surgery. Similar future shocks could impact the business</a:t>
                      </a:r>
                      <a:endParaRPr lang="en-AU" sz="1100">
                        <a:latin typeface="Segoe UI Light" panose="020B0502040204020203" pitchFamily="34" charset="0"/>
                        <a:cs typeface="Segoe UI Light" panose="020B0502040204020203" pitchFamily="34" charset="0"/>
                      </a:endParaRPr>
                    </a:p>
                  </a:txBody>
                  <a:tcPr anchor="ctr">
                    <a:lnL w="0">
                      <a:noFill/>
                    </a:lnL>
                    <a:lnR w="0">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lvl="0" indent="0">
                        <a:spcAft>
                          <a:spcPts val="1000"/>
                        </a:spcAft>
                        <a:buFont typeface="Wingdings"/>
                        <a:buNone/>
                      </a:pPr>
                      <a:r>
                        <a:rPr lang="en-GB" sz="1100" b="0">
                          <a:solidFill>
                            <a:schemeClr val="tx1"/>
                          </a:solidFill>
                          <a:latin typeface="Segoe UI Light"/>
                        </a:rPr>
                        <a:t>Implement robust contingency plans, diversify service offerings, maintain cash reserves, and closely monitor regulations</a:t>
                      </a:r>
                      <a:endParaRPr lang="en-US" sz="1100" b="0">
                        <a:solidFill>
                          <a:schemeClr val="tx1"/>
                        </a:solidFill>
                        <a:latin typeface="Segoe UI Light"/>
                      </a:endParaRPr>
                    </a:p>
                  </a:txBody>
                  <a:tcPr anchor="ctr">
                    <a:lnL w="0">
                      <a:noFill/>
                    </a:lnL>
                    <a:lnR w="0">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37228706"/>
                  </a:ext>
                </a:extLst>
              </a:tr>
              <a:tr h="81453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AU" sz="1200">
                        <a:latin typeface="Segoe UI Light" panose="020B0502040204020203" pitchFamily="34" charset="0"/>
                        <a:cs typeface="Segoe UI Light" panose="020B0502040204020203" pitchFamily="34" charset="0"/>
                      </a:endParaRPr>
                    </a:p>
                  </a:txBody>
                  <a:tcPr>
                    <a:lnL w="0">
                      <a:noFill/>
                    </a:lnL>
                    <a:lnR w="0">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100" b="1" i="1">
                          <a:latin typeface="Segoe UI "/>
                          <a:cs typeface="Segoe UI Light"/>
                        </a:rPr>
                        <a:t>Personnel Risks: </a:t>
                      </a:r>
                      <a:r>
                        <a:rPr lang="en-GB" sz="1100">
                          <a:latin typeface="Segoe UI Light"/>
                          <a:cs typeface="Segoe UI Light"/>
                        </a:rPr>
                        <a:t>During an acquisition, particularly in the case of a hostile takeover, the resignation of key management personnel may pose risks to Virtus Health's future and organizational culture</a:t>
                      </a:r>
                      <a:endParaRPr lang="en-AU" sz="1100">
                        <a:latin typeface="Segoe UI Light"/>
                        <a:cs typeface="Segoe UI Light"/>
                      </a:endParaRPr>
                    </a:p>
                  </a:txBody>
                  <a:tcPr anchor="ctr">
                    <a:lnL w="0">
                      <a:noFill/>
                    </a:lnL>
                    <a:lnR w="0">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lvl="0" indent="0">
                        <a:spcAft>
                          <a:spcPts val="1000"/>
                        </a:spcAft>
                        <a:buFont typeface="Wingdings"/>
                        <a:buNone/>
                      </a:pPr>
                      <a:r>
                        <a:rPr lang="en-GB" sz="1100" b="0">
                          <a:solidFill>
                            <a:schemeClr val="tx1"/>
                          </a:solidFill>
                          <a:latin typeface="Segoe UI Light"/>
                        </a:rPr>
                        <a:t>Implementing competitive stock and remuneration plans can help mitigate personnel risks during an acquisition, ensuring alignment, retention, and motivation of key management personnel</a:t>
                      </a:r>
                      <a:endParaRPr lang="en-US" sz="1100" b="0">
                        <a:solidFill>
                          <a:schemeClr val="tx1"/>
                        </a:solidFill>
                        <a:latin typeface="Segoe UI Light"/>
                      </a:endParaRPr>
                    </a:p>
                  </a:txBody>
                  <a:tcPr anchor="ctr">
                    <a:lnL w="0">
                      <a:noFill/>
                    </a:lnL>
                    <a:lnR w="0">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07159562"/>
                  </a:ext>
                </a:extLst>
              </a:tr>
            </a:tbl>
          </a:graphicData>
        </a:graphic>
      </p:graphicFrame>
      <p:cxnSp>
        <p:nvCxnSpPr>
          <p:cNvPr id="28" name="Straight Arrow Connector 27">
            <a:extLst>
              <a:ext uri="{FF2B5EF4-FFF2-40B4-BE49-F238E27FC236}">
                <a16:creationId xmlns:a16="http://schemas.microsoft.com/office/drawing/2014/main" id="{9490A8D4-C54A-6D5B-9D4A-984BC7EE2FFD}"/>
              </a:ext>
            </a:extLst>
          </p:cNvPr>
          <p:cNvCxnSpPr/>
          <p:nvPr/>
        </p:nvCxnSpPr>
        <p:spPr>
          <a:xfrm>
            <a:off x="300038" y="5358809"/>
            <a:ext cx="3960000" cy="0"/>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cxnSp>
        <p:nvCxnSpPr>
          <p:cNvPr id="29" name="Straight Arrow Connector 28">
            <a:extLst>
              <a:ext uri="{FF2B5EF4-FFF2-40B4-BE49-F238E27FC236}">
                <a16:creationId xmlns:a16="http://schemas.microsoft.com/office/drawing/2014/main" id="{F44E99E0-8C0A-1057-AAF1-1FBE57A81C21}"/>
              </a:ext>
            </a:extLst>
          </p:cNvPr>
          <p:cNvCxnSpPr>
            <a:cxnSpLocks/>
          </p:cNvCxnSpPr>
          <p:nvPr/>
        </p:nvCxnSpPr>
        <p:spPr>
          <a:xfrm flipV="1">
            <a:off x="634920" y="1911516"/>
            <a:ext cx="0" cy="3960000"/>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sp>
        <p:nvSpPr>
          <p:cNvPr id="32" name="TextBox 31">
            <a:extLst>
              <a:ext uri="{FF2B5EF4-FFF2-40B4-BE49-F238E27FC236}">
                <a16:creationId xmlns:a16="http://schemas.microsoft.com/office/drawing/2014/main" id="{1AC1C9F4-977C-C809-4A3A-91AE0AFAA599}"/>
              </a:ext>
            </a:extLst>
          </p:cNvPr>
          <p:cNvSpPr txBox="1"/>
          <p:nvPr/>
        </p:nvSpPr>
        <p:spPr>
          <a:xfrm>
            <a:off x="1770224" y="5541433"/>
            <a:ext cx="1071662" cy="246221"/>
          </a:xfrm>
          <a:prstGeom prst="rect">
            <a:avLst/>
          </a:prstGeom>
          <a:noFill/>
        </p:spPr>
        <p:txBody>
          <a:bodyPr wrap="square" rtlCol="0">
            <a:spAutoFit/>
          </a:bodyPr>
          <a:lstStyle/>
          <a:p>
            <a:pPr algn="ctr"/>
            <a:r>
              <a:rPr lang="en-AU" sz="1000" b="1">
                <a:solidFill>
                  <a:schemeClr val="bg2">
                    <a:lumMod val="50000"/>
                  </a:schemeClr>
                </a:solidFill>
                <a:latin typeface="Segoe UI" panose="020B0502040204020203" pitchFamily="34" charset="0"/>
                <a:cs typeface="Segoe UI" panose="020B0502040204020203" pitchFamily="34" charset="0"/>
              </a:rPr>
              <a:t>Probability</a:t>
            </a:r>
          </a:p>
        </p:txBody>
      </p:sp>
      <p:sp>
        <p:nvSpPr>
          <p:cNvPr id="33" name="TextBox 32">
            <a:extLst>
              <a:ext uri="{FF2B5EF4-FFF2-40B4-BE49-F238E27FC236}">
                <a16:creationId xmlns:a16="http://schemas.microsoft.com/office/drawing/2014/main" id="{14C82A83-1856-7130-CA4D-BB5CC2FD14D6}"/>
              </a:ext>
            </a:extLst>
          </p:cNvPr>
          <p:cNvSpPr txBox="1"/>
          <p:nvPr/>
        </p:nvSpPr>
        <p:spPr>
          <a:xfrm>
            <a:off x="1770224" y="5325989"/>
            <a:ext cx="1071662" cy="215444"/>
          </a:xfrm>
          <a:prstGeom prst="rect">
            <a:avLst/>
          </a:prstGeom>
          <a:noFill/>
        </p:spPr>
        <p:txBody>
          <a:bodyPr wrap="square" rtlCol="0">
            <a:spAutoFit/>
          </a:bodyPr>
          <a:lstStyle/>
          <a:p>
            <a:pPr algn="ctr"/>
            <a:r>
              <a:rPr lang="en-AU" sz="800" b="1">
                <a:solidFill>
                  <a:schemeClr val="bg2">
                    <a:lumMod val="50000"/>
                  </a:schemeClr>
                </a:solidFill>
                <a:latin typeface="Segoe UI" panose="020B0502040204020203" pitchFamily="34" charset="0"/>
                <a:cs typeface="Segoe UI" panose="020B0502040204020203" pitchFamily="34" charset="0"/>
              </a:rPr>
              <a:t>Medium</a:t>
            </a:r>
          </a:p>
        </p:txBody>
      </p:sp>
      <p:sp>
        <p:nvSpPr>
          <p:cNvPr id="34" name="TextBox 33">
            <a:extLst>
              <a:ext uri="{FF2B5EF4-FFF2-40B4-BE49-F238E27FC236}">
                <a16:creationId xmlns:a16="http://schemas.microsoft.com/office/drawing/2014/main" id="{290A3769-C491-485A-4796-221B2B61E3F2}"/>
              </a:ext>
            </a:extLst>
          </p:cNvPr>
          <p:cNvSpPr txBox="1"/>
          <p:nvPr/>
        </p:nvSpPr>
        <p:spPr>
          <a:xfrm>
            <a:off x="2841886" y="5325989"/>
            <a:ext cx="1071662" cy="215444"/>
          </a:xfrm>
          <a:prstGeom prst="rect">
            <a:avLst/>
          </a:prstGeom>
          <a:noFill/>
        </p:spPr>
        <p:txBody>
          <a:bodyPr wrap="square" rtlCol="0">
            <a:spAutoFit/>
          </a:bodyPr>
          <a:lstStyle/>
          <a:p>
            <a:pPr algn="ctr"/>
            <a:r>
              <a:rPr lang="en-AU" sz="800" b="1">
                <a:solidFill>
                  <a:schemeClr val="bg2">
                    <a:lumMod val="50000"/>
                  </a:schemeClr>
                </a:solidFill>
                <a:latin typeface="Segoe UI" panose="020B0502040204020203" pitchFamily="34" charset="0"/>
                <a:cs typeface="Segoe UI" panose="020B0502040204020203" pitchFamily="34" charset="0"/>
              </a:rPr>
              <a:t>High</a:t>
            </a:r>
          </a:p>
        </p:txBody>
      </p:sp>
      <p:sp>
        <p:nvSpPr>
          <p:cNvPr id="35" name="TextBox 34">
            <a:extLst>
              <a:ext uri="{FF2B5EF4-FFF2-40B4-BE49-F238E27FC236}">
                <a16:creationId xmlns:a16="http://schemas.microsoft.com/office/drawing/2014/main" id="{8360A027-C8D1-2F34-5214-85F9ABAC5942}"/>
              </a:ext>
            </a:extLst>
          </p:cNvPr>
          <p:cNvSpPr txBox="1"/>
          <p:nvPr/>
        </p:nvSpPr>
        <p:spPr>
          <a:xfrm>
            <a:off x="702416" y="5325989"/>
            <a:ext cx="1071662" cy="215444"/>
          </a:xfrm>
          <a:prstGeom prst="rect">
            <a:avLst/>
          </a:prstGeom>
          <a:noFill/>
        </p:spPr>
        <p:txBody>
          <a:bodyPr wrap="square" rtlCol="0">
            <a:spAutoFit/>
          </a:bodyPr>
          <a:lstStyle/>
          <a:p>
            <a:pPr algn="ctr"/>
            <a:r>
              <a:rPr lang="en-AU" sz="800" b="1">
                <a:solidFill>
                  <a:schemeClr val="bg2">
                    <a:lumMod val="50000"/>
                  </a:schemeClr>
                </a:solidFill>
                <a:latin typeface="Segoe UI" panose="020B0502040204020203" pitchFamily="34" charset="0"/>
                <a:cs typeface="Segoe UI" panose="020B0502040204020203" pitchFamily="34" charset="0"/>
              </a:rPr>
              <a:t>Low</a:t>
            </a:r>
          </a:p>
        </p:txBody>
      </p:sp>
      <p:sp>
        <p:nvSpPr>
          <p:cNvPr id="36" name="TextBox 35">
            <a:extLst>
              <a:ext uri="{FF2B5EF4-FFF2-40B4-BE49-F238E27FC236}">
                <a16:creationId xmlns:a16="http://schemas.microsoft.com/office/drawing/2014/main" id="{E5DCE2D9-5BB1-8288-94AD-D2E535458F02}"/>
              </a:ext>
            </a:extLst>
          </p:cNvPr>
          <p:cNvSpPr txBox="1"/>
          <p:nvPr/>
        </p:nvSpPr>
        <p:spPr>
          <a:xfrm rot="16200000">
            <a:off x="-24021" y="3588853"/>
            <a:ext cx="1071662" cy="246221"/>
          </a:xfrm>
          <a:prstGeom prst="rect">
            <a:avLst/>
          </a:prstGeom>
          <a:noFill/>
        </p:spPr>
        <p:txBody>
          <a:bodyPr wrap="square" rtlCol="0">
            <a:spAutoFit/>
          </a:bodyPr>
          <a:lstStyle/>
          <a:p>
            <a:pPr algn="ctr"/>
            <a:r>
              <a:rPr lang="en-AU" sz="1000" b="1">
                <a:solidFill>
                  <a:schemeClr val="bg2">
                    <a:lumMod val="50000"/>
                  </a:schemeClr>
                </a:solidFill>
                <a:latin typeface="Segoe UI" panose="020B0502040204020203" pitchFamily="34" charset="0"/>
                <a:cs typeface="Segoe UI" panose="020B0502040204020203" pitchFamily="34" charset="0"/>
              </a:rPr>
              <a:t>Significance</a:t>
            </a:r>
          </a:p>
        </p:txBody>
      </p:sp>
      <p:sp>
        <p:nvSpPr>
          <p:cNvPr id="37" name="TextBox 36">
            <a:extLst>
              <a:ext uri="{FF2B5EF4-FFF2-40B4-BE49-F238E27FC236}">
                <a16:creationId xmlns:a16="http://schemas.microsoft.com/office/drawing/2014/main" id="{E2D8A58A-4F74-D083-21FB-C0079CE05579}"/>
              </a:ext>
            </a:extLst>
          </p:cNvPr>
          <p:cNvSpPr txBox="1"/>
          <p:nvPr/>
        </p:nvSpPr>
        <p:spPr>
          <a:xfrm rot="16200000">
            <a:off x="221417" y="3604241"/>
            <a:ext cx="1071662" cy="215444"/>
          </a:xfrm>
          <a:prstGeom prst="rect">
            <a:avLst/>
          </a:prstGeom>
          <a:noFill/>
        </p:spPr>
        <p:txBody>
          <a:bodyPr wrap="square" rtlCol="0">
            <a:spAutoFit/>
          </a:bodyPr>
          <a:lstStyle/>
          <a:p>
            <a:pPr algn="ctr"/>
            <a:r>
              <a:rPr lang="en-AU" sz="800" b="1">
                <a:solidFill>
                  <a:schemeClr val="bg2">
                    <a:lumMod val="50000"/>
                  </a:schemeClr>
                </a:solidFill>
                <a:latin typeface="Segoe UI" panose="020B0502040204020203" pitchFamily="34" charset="0"/>
                <a:cs typeface="Segoe UI" panose="020B0502040204020203" pitchFamily="34" charset="0"/>
              </a:rPr>
              <a:t>Medium</a:t>
            </a:r>
          </a:p>
        </p:txBody>
      </p:sp>
      <p:sp>
        <p:nvSpPr>
          <p:cNvPr id="38" name="TextBox 37">
            <a:extLst>
              <a:ext uri="{FF2B5EF4-FFF2-40B4-BE49-F238E27FC236}">
                <a16:creationId xmlns:a16="http://schemas.microsoft.com/office/drawing/2014/main" id="{0E4A4374-47C3-D747-0A63-7DAFAC49EAE7}"/>
              </a:ext>
            </a:extLst>
          </p:cNvPr>
          <p:cNvSpPr txBox="1"/>
          <p:nvPr/>
        </p:nvSpPr>
        <p:spPr>
          <a:xfrm rot="16200000">
            <a:off x="206811" y="2532579"/>
            <a:ext cx="1071662" cy="215444"/>
          </a:xfrm>
          <a:prstGeom prst="rect">
            <a:avLst/>
          </a:prstGeom>
          <a:noFill/>
        </p:spPr>
        <p:txBody>
          <a:bodyPr wrap="square" rtlCol="0">
            <a:spAutoFit/>
          </a:bodyPr>
          <a:lstStyle/>
          <a:p>
            <a:pPr algn="ctr"/>
            <a:r>
              <a:rPr lang="en-AU" sz="800" b="1">
                <a:solidFill>
                  <a:schemeClr val="bg2">
                    <a:lumMod val="50000"/>
                  </a:schemeClr>
                </a:solidFill>
                <a:latin typeface="Segoe UI" panose="020B0502040204020203" pitchFamily="34" charset="0"/>
                <a:cs typeface="Segoe UI" panose="020B0502040204020203" pitchFamily="34" charset="0"/>
              </a:rPr>
              <a:t>High</a:t>
            </a:r>
          </a:p>
        </p:txBody>
      </p:sp>
      <p:sp>
        <p:nvSpPr>
          <p:cNvPr id="39" name="TextBox 38">
            <a:extLst>
              <a:ext uri="{FF2B5EF4-FFF2-40B4-BE49-F238E27FC236}">
                <a16:creationId xmlns:a16="http://schemas.microsoft.com/office/drawing/2014/main" id="{E8058515-1BA2-EF92-7967-5ABCFE3204CE}"/>
              </a:ext>
            </a:extLst>
          </p:cNvPr>
          <p:cNvSpPr txBox="1"/>
          <p:nvPr/>
        </p:nvSpPr>
        <p:spPr>
          <a:xfrm rot="16200000">
            <a:off x="206811" y="4509752"/>
            <a:ext cx="1071662" cy="215444"/>
          </a:xfrm>
          <a:prstGeom prst="rect">
            <a:avLst/>
          </a:prstGeom>
          <a:noFill/>
        </p:spPr>
        <p:txBody>
          <a:bodyPr wrap="square" rtlCol="0">
            <a:spAutoFit/>
          </a:bodyPr>
          <a:lstStyle/>
          <a:p>
            <a:pPr algn="ctr"/>
            <a:r>
              <a:rPr lang="en-AU" sz="800" b="1">
                <a:solidFill>
                  <a:schemeClr val="bg2">
                    <a:lumMod val="50000"/>
                  </a:schemeClr>
                </a:solidFill>
                <a:latin typeface="Segoe UI" panose="020B0502040204020203" pitchFamily="34" charset="0"/>
                <a:cs typeface="Segoe UI" panose="020B0502040204020203" pitchFamily="34" charset="0"/>
              </a:rPr>
              <a:t>Low</a:t>
            </a:r>
          </a:p>
        </p:txBody>
      </p:sp>
      <p:sp>
        <p:nvSpPr>
          <p:cNvPr id="40" name="Oval 39">
            <a:extLst>
              <a:ext uri="{FF2B5EF4-FFF2-40B4-BE49-F238E27FC236}">
                <a16:creationId xmlns:a16="http://schemas.microsoft.com/office/drawing/2014/main" id="{F9D1DAC8-CD39-E804-44B6-22D76F3F6A0C}"/>
              </a:ext>
            </a:extLst>
          </p:cNvPr>
          <p:cNvSpPr/>
          <p:nvPr/>
        </p:nvSpPr>
        <p:spPr>
          <a:xfrm>
            <a:off x="4659296" y="1974450"/>
            <a:ext cx="344196" cy="337457"/>
          </a:xfrm>
          <a:prstGeom prst="ellipse">
            <a:avLst/>
          </a:prstGeom>
          <a:solidFill>
            <a:schemeClr val="tx1">
              <a:lumMod val="95000"/>
              <a:lumOff val="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a:latin typeface="Segoe UI Light"/>
                <a:cs typeface="Calibri"/>
              </a:rPr>
              <a:t>1</a:t>
            </a:r>
          </a:p>
        </p:txBody>
      </p:sp>
      <p:sp>
        <p:nvSpPr>
          <p:cNvPr id="41" name="Oval 40">
            <a:extLst>
              <a:ext uri="{FF2B5EF4-FFF2-40B4-BE49-F238E27FC236}">
                <a16:creationId xmlns:a16="http://schemas.microsoft.com/office/drawing/2014/main" id="{DC0E5622-781A-F164-806D-CECE76306C04}"/>
              </a:ext>
            </a:extLst>
          </p:cNvPr>
          <p:cNvSpPr/>
          <p:nvPr/>
        </p:nvSpPr>
        <p:spPr>
          <a:xfrm>
            <a:off x="4659296" y="2844910"/>
            <a:ext cx="344197" cy="337458"/>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a:latin typeface="Segoe UI Light"/>
                <a:cs typeface="Calibri"/>
              </a:rPr>
              <a:t>2</a:t>
            </a:r>
          </a:p>
        </p:txBody>
      </p:sp>
      <p:sp>
        <p:nvSpPr>
          <p:cNvPr id="42" name="Oval 41">
            <a:extLst>
              <a:ext uri="{FF2B5EF4-FFF2-40B4-BE49-F238E27FC236}">
                <a16:creationId xmlns:a16="http://schemas.microsoft.com/office/drawing/2014/main" id="{59A7E668-6A9D-7AEB-6EEC-DFF78153FEAE}"/>
              </a:ext>
            </a:extLst>
          </p:cNvPr>
          <p:cNvSpPr/>
          <p:nvPr/>
        </p:nvSpPr>
        <p:spPr>
          <a:xfrm>
            <a:off x="2677644" y="5871510"/>
            <a:ext cx="229803" cy="215444"/>
          </a:xfrm>
          <a:prstGeom prst="ellipse">
            <a:avLst/>
          </a:prstGeom>
          <a:solidFill>
            <a:schemeClr val="tx1">
              <a:lumMod val="95000"/>
              <a:lumOff val="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1400">
              <a:latin typeface="Segoe UI Light"/>
              <a:cs typeface="Calibri"/>
            </a:endParaRPr>
          </a:p>
        </p:txBody>
      </p:sp>
      <p:sp>
        <p:nvSpPr>
          <p:cNvPr id="43" name="Oval 42">
            <a:extLst>
              <a:ext uri="{FF2B5EF4-FFF2-40B4-BE49-F238E27FC236}">
                <a16:creationId xmlns:a16="http://schemas.microsoft.com/office/drawing/2014/main" id="{1025D982-29D1-F18F-95BE-5E6F550DA78C}"/>
              </a:ext>
            </a:extLst>
          </p:cNvPr>
          <p:cNvSpPr/>
          <p:nvPr/>
        </p:nvSpPr>
        <p:spPr>
          <a:xfrm>
            <a:off x="1126659" y="5871510"/>
            <a:ext cx="229803" cy="215444"/>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1400">
              <a:latin typeface="Segoe UI Light"/>
              <a:cs typeface="Calibri"/>
            </a:endParaRPr>
          </a:p>
        </p:txBody>
      </p:sp>
      <p:cxnSp>
        <p:nvCxnSpPr>
          <p:cNvPr id="44" name="Straight Arrow Connector 43">
            <a:extLst>
              <a:ext uri="{FF2B5EF4-FFF2-40B4-BE49-F238E27FC236}">
                <a16:creationId xmlns:a16="http://schemas.microsoft.com/office/drawing/2014/main" id="{049A8BB2-CFE4-A0E0-25C0-1102D21588E9}"/>
              </a:ext>
            </a:extLst>
          </p:cNvPr>
          <p:cNvCxnSpPr>
            <a:cxnSpLocks/>
          </p:cNvCxnSpPr>
          <p:nvPr/>
        </p:nvCxnSpPr>
        <p:spPr>
          <a:xfrm>
            <a:off x="468343" y="1757165"/>
            <a:ext cx="3874419" cy="0"/>
          </a:xfrm>
          <a:prstGeom prst="straightConnector1">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6" name="TextBox 45">
            <a:extLst>
              <a:ext uri="{FF2B5EF4-FFF2-40B4-BE49-F238E27FC236}">
                <a16:creationId xmlns:a16="http://schemas.microsoft.com/office/drawing/2014/main" id="{5A9FC66B-A269-D420-80A5-5B3D05C20134}"/>
              </a:ext>
            </a:extLst>
          </p:cNvPr>
          <p:cNvSpPr txBox="1"/>
          <p:nvPr/>
        </p:nvSpPr>
        <p:spPr>
          <a:xfrm>
            <a:off x="1297144" y="5874498"/>
            <a:ext cx="952788" cy="215444"/>
          </a:xfrm>
          <a:prstGeom prst="rect">
            <a:avLst/>
          </a:prstGeom>
          <a:noFill/>
        </p:spPr>
        <p:txBody>
          <a:bodyPr wrap="square" rtlCol="0" anchor="ctr">
            <a:spAutoFit/>
          </a:bodyPr>
          <a:lstStyle/>
          <a:p>
            <a:r>
              <a:rPr lang="en-AU" sz="800" b="1">
                <a:solidFill>
                  <a:schemeClr val="bg2">
                    <a:lumMod val="50000"/>
                  </a:schemeClr>
                </a:solidFill>
                <a:latin typeface="Segoe UI" panose="020B0502040204020203" pitchFamily="34" charset="0"/>
                <a:cs typeface="Segoe UI" panose="020B0502040204020203" pitchFamily="34" charset="0"/>
              </a:rPr>
              <a:t>- External Risk</a:t>
            </a:r>
          </a:p>
        </p:txBody>
      </p:sp>
      <p:sp>
        <p:nvSpPr>
          <p:cNvPr id="47" name="TextBox 46">
            <a:extLst>
              <a:ext uri="{FF2B5EF4-FFF2-40B4-BE49-F238E27FC236}">
                <a16:creationId xmlns:a16="http://schemas.microsoft.com/office/drawing/2014/main" id="{F1180EA9-6F43-2CA5-8005-BF35ECDBBBD5}"/>
              </a:ext>
            </a:extLst>
          </p:cNvPr>
          <p:cNvSpPr txBox="1"/>
          <p:nvPr/>
        </p:nvSpPr>
        <p:spPr>
          <a:xfrm>
            <a:off x="2845200" y="5871510"/>
            <a:ext cx="952788" cy="215444"/>
          </a:xfrm>
          <a:prstGeom prst="rect">
            <a:avLst/>
          </a:prstGeom>
          <a:noFill/>
        </p:spPr>
        <p:txBody>
          <a:bodyPr wrap="square" rtlCol="0" anchor="ctr">
            <a:spAutoFit/>
          </a:bodyPr>
          <a:lstStyle/>
          <a:p>
            <a:r>
              <a:rPr lang="en-AU" sz="800" b="1">
                <a:solidFill>
                  <a:schemeClr val="bg2">
                    <a:lumMod val="50000"/>
                  </a:schemeClr>
                </a:solidFill>
                <a:latin typeface="Segoe UI" panose="020B0502040204020203" pitchFamily="34" charset="0"/>
                <a:cs typeface="Segoe UI" panose="020B0502040204020203" pitchFamily="34" charset="0"/>
              </a:rPr>
              <a:t>- Internal Risk</a:t>
            </a:r>
          </a:p>
        </p:txBody>
      </p:sp>
      <p:sp>
        <p:nvSpPr>
          <p:cNvPr id="48" name="Oval 47">
            <a:extLst>
              <a:ext uri="{FF2B5EF4-FFF2-40B4-BE49-F238E27FC236}">
                <a16:creationId xmlns:a16="http://schemas.microsoft.com/office/drawing/2014/main" id="{103A220E-CD71-4749-91C8-31B32BE96156}"/>
              </a:ext>
            </a:extLst>
          </p:cNvPr>
          <p:cNvSpPr/>
          <p:nvPr/>
        </p:nvSpPr>
        <p:spPr>
          <a:xfrm>
            <a:off x="943786" y="2116271"/>
            <a:ext cx="885117" cy="859956"/>
          </a:xfrm>
          <a:prstGeom prst="ellipse">
            <a:avLst/>
          </a:prstGeom>
          <a:solidFill>
            <a:schemeClr val="tx1">
              <a:lumMod val="95000"/>
              <a:lumOff val="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a:latin typeface="Segoe UI Light"/>
                <a:cs typeface="Calibri"/>
              </a:rPr>
              <a:t>1</a:t>
            </a:r>
          </a:p>
        </p:txBody>
      </p:sp>
      <p:sp>
        <p:nvSpPr>
          <p:cNvPr id="52" name="Oval 51">
            <a:extLst>
              <a:ext uri="{FF2B5EF4-FFF2-40B4-BE49-F238E27FC236}">
                <a16:creationId xmlns:a16="http://schemas.microsoft.com/office/drawing/2014/main" id="{79C21CE3-7886-67D9-D9EF-A0239E388DEF}"/>
              </a:ext>
            </a:extLst>
          </p:cNvPr>
          <p:cNvSpPr/>
          <p:nvPr/>
        </p:nvSpPr>
        <p:spPr>
          <a:xfrm>
            <a:off x="4659296" y="4865231"/>
            <a:ext cx="344197" cy="337458"/>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a:latin typeface="Segoe UI Light"/>
                <a:cs typeface="Calibri"/>
              </a:rPr>
              <a:t>4</a:t>
            </a:r>
          </a:p>
        </p:txBody>
      </p:sp>
      <p:sp>
        <p:nvSpPr>
          <p:cNvPr id="53" name="Oval 52">
            <a:extLst>
              <a:ext uri="{FF2B5EF4-FFF2-40B4-BE49-F238E27FC236}">
                <a16:creationId xmlns:a16="http://schemas.microsoft.com/office/drawing/2014/main" id="{5EACC0C3-47D0-1262-A4A9-15BD45FB7AE5}"/>
              </a:ext>
            </a:extLst>
          </p:cNvPr>
          <p:cNvSpPr/>
          <p:nvPr/>
        </p:nvSpPr>
        <p:spPr>
          <a:xfrm>
            <a:off x="4664970" y="3876690"/>
            <a:ext cx="344196" cy="337457"/>
          </a:xfrm>
          <a:prstGeom prst="ellipse">
            <a:avLst/>
          </a:prstGeom>
          <a:solidFill>
            <a:schemeClr val="tx1">
              <a:lumMod val="95000"/>
              <a:lumOff val="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a:latin typeface="Segoe UI Light"/>
                <a:cs typeface="Calibri"/>
              </a:rPr>
              <a:t>3</a:t>
            </a:r>
          </a:p>
        </p:txBody>
      </p:sp>
      <p:sp>
        <p:nvSpPr>
          <p:cNvPr id="54" name="Oval 53">
            <a:extLst>
              <a:ext uri="{FF2B5EF4-FFF2-40B4-BE49-F238E27FC236}">
                <a16:creationId xmlns:a16="http://schemas.microsoft.com/office/drawing/2014/main" id="{F31193CF-375B-2FE6-3C63-25F9A3152606}"/>
              </a:ext>
            </a:extLst>
          </p:cNvPr>
          <p:cNvSpPr/>
          <p:nvPr/>
        </p:nvSpPr>
        <p:spPr>
          <a:xfrm>
            <a:off x="4654754" y="5702781"/>
            <a:ext cx="344196" cy="337457"/>
          </a:xfrm>
          <a:prstGeom prst="ellipse">
            <a:avLst/>
          </a:prstGeom>
          <a:solidFill>
            <a:schemeClr val="tx1">
              <a:lumMod val="95000"/>
              <a:lumOff val="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a:latin typeface="Segoe UI Light"/>
                <a:cs typeface="Calibri"/>
              </a:rPr>
              <a:t>5</a:t>
            </a:r>
          </a:p>
        </p:txBody>
      </p:sp>
      <p:sp>
        <p:nvSpPr>
          <p:cNvPr id="56" name="Oval 55">
            <a:extLst>
              <a:ext uri="{FF2B5EF4-FFF2-40B4-BE49-F238E27FC236}">
                <a16:creationId xmlns:a16="http://schemas.microsoft.com/office/drawing/2014/main" id="{5FC799FF-24ED-179A-86FB-DE58D2E307CE}"/>
              </a:ext>
            </a:extLst>
          </p:cNvPr>
          <p:cNvSpPr/>
          <p:nvPr/>
        </p:nvSpPr>
        <p:spPr>
          <a:xfrm>
            <a:off x="1559032" y="2891648"/>
            <a:ext cx="589140" cy="592529"/>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a:latin typeface="Segoe UI Light"/>
                <a:cs typeface="Calibri"/>
              </a:rPr>
              <a:t>2</a:t>
            </a:r>
          </a:p>
        </p:txBody>
      </p:sp>
      <p:sp>
        <p:nvSpPr>
          <p:cNvPr id="57" name="Oval 56">
            <a:extLst>
              <a:ext uri="{FF2B5EF4-FFF2-40B4-BE49-F238E27FC236}">
                <a16:creationId xmlns:a16="http://schemas.microsoft.com/office/drawing/2014/main" id="{57371B38-76CC-53E3-2281-E0276409914E}"/>
              </a:ext>
            </a:extLst>
          </p:cNvPr>
          <p:cNvSpPr/>
          <p:nvPr/>
        </p:nvSpPr>
        <p:spPr>
          <a:xfrm>
            <a:off x="1064755" y="3723187"/>
            <a:ext cx="443820" cy="450594"/>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a:latin typeface="Segoe UI Light"/>
                <a:cs typeface="Calibri"/>
              </a:rPr>
              <a:t>4</a:t>
            </a:r>
          </a:p>
        </p:txBody>
      </p:sp>
      <p:sp>
        <p:nvSpPr>
          <p:cNvPr id="58" name="Oval 57">
            <a:extLst>
              <a:ext uri="{FF2B5EF4-FFF2-40B4-BE49-F238E27FC236}">
                <a16:creationId xmlns:a16="http://schemas.microsoft.com/office/drawing/2014/main" id="{A93029F5-89B0-1E01-0D94-6B9D67E8BBBB}"/>
              </a:ext>
            </a:extLst>
          </p:cNvPr>
          <p:cNvSpPr/>
          <p:nvPr/>
        </p:nvSpPr>
        <p:spPr>
          <a:xfrm>
            <a:off x="1363111" y="4097110"/>
            <a:ext cx="600232" cy="59253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a:latin typeface="Segoe UI Light"/>
                <a:cs typeface="Calibri"/>
              </a:rPr>
              <a:t>5</a:t>
            </a:r>
          </a:p>
        </p:txBody>
      </p:sp>
      <p:sp>
        <p:nvSpPr>
          <p:cNvPr id="59" name="Oval 58">
            <a:extLst>
              <a:ext uri="{FF2B5EF4-FFF2-40B4-BE49-F238E27FC236}">
                <a16:creationId xmlns:a16="http://schemas.microsoft.com/office/drawing/2014/main" id="{EBA1DA70-449A-8CD8-F616-8BABA1A2E665}"/>
              </a:ext>
            </a:extLst>
          </p:cNvPr>
          <p:cNvSpPr/>
          <p:nvPr/>
        </p:nvSpPr>
        <p:spPr>
          <a:xfrm>
            <a:off x="2158318" y="3527479"/>
            <a:ext cx="326046" cy="332525"/>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a:latin typeface="Segoe UI Light"/>
                <a:cs typeface="Calibri"/>
              </a:rPr>
              <a:t>3</a:t>
            </a:r>
          </a:p>
        </p:txBody>
      </p:sp>
      <p:sp>
        <p:nvSpPr>
          <p:cNvPr id="61" name="Rectangle 60">
            <a:extLst>
              <a:ext uri="{FF2B5EF4-FFF2-40B4-BE49-F238E27FC236}">
                <a16:creationId xmlns:a16="http://schemas.microsoft.com/office/drawing/2014/main" id="{6F5ADBD5-016E-997D-748C-178CDC300FB0}"/>
              </a:ext>
            </a:extLst>
          </p:cNvPr>
          <p:cNvSpPr/>
          <p:nvPr/>
        </p:nvSpPr>
        <p:spPr>
          <a:xfrm>
            <a:off x="8773273" y="1437639"/>
            <a:ext cx="3236990" cy="4876282"/>
          </a:xfrm>
          <a:prstGeom prst="rect">
            <a:avLst/>
          </a:prstGeom>
          <a:noFill/>
          <a:ln>
            <a:solidFill>
              <a:srgbClr val="FF0000"/>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 name="Rectangle 3">
            <a:extLst>
              <a:ext uri="{FF2B5EF4-FFF2-40B4-BE49-F238E27FC236}">
                <a16:creationId xmlns:a16="http://schemas.microsoft.com/office/drawing/2014/main" id="{BD23299B-4029-7BDE-60E0-7C58745AB053}"/>
              </a:ext>
            </a:extLst>
          </p:cNvPr>
          <p:cNvSpPr/>
          <p:nvPr/>
        </p:nvSpPr>
        <p:spPr>
          <a:xfrm>
            <a:off x="-1881499" y="-28080"/>
            <a:ext cx="1744870" cy="706782"/>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cs typeface="Calibri"/>
              </a:rPr>
              <a:t>Harley</a:t>
            </a:r>
          </a:p>
        </p:txBody>
      </p:sp>
      <p:sp>
        <p:nvSpPr>
          <p:cNvPr id="5" name="Rectangle 4">
            <a:extLst>
              <a:ext uri="{FF2B5EF4-FFF2-40B4-BE49-F238E27FC236}">
                <a16:creationId xmlns:a16="http://schemas.microsoft.com/office/drawing/2014/main" id="{42976C8C-01EF-4422-3946-2A2339E184EC}"/>
              </a:ext>
            </a:extLst>
          </p:cNvPr>
          <p:cNvSpPr/>
          <p:nvPr/>
        </p:nvSpPr>
        <p:spPr>
          <a:xfrm>
            <a:off x="-2601685" y="979714"/>
            <a:ext cx="2416628" cy="186145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cs typeface="Calibri"/>
              </a:rPr>
              <a:t>Too much content – cut down</a:t>
            </a:r>
          </a:p>
          <a:p>
            <a:pPr algn="ctr"/>
            <a:r>
              <a:rPr lang="en-US">
                <a:cs typeface="Calibri"/>
              </a:rPr>
              <a:t>Change bubble matrix to square risk matrix or other format</a:t>
            </a:r>
          </a:p>
        </p:txBody>
      </p:sp>
      <p:pic>
        <p:nvPicPr>
          <p:cNvPr id="6" name="Picture 4" descr="A picture containing text, clipart&#10;&#10;Description automatically generated">
            <a:extLst>
              <a:ext uri="{FF2B5EF4-FFF2-40B4-BE49-F238E27FC236}">
                <a16:creationId xmlns:a16="http://schemas.microsoft.com/office/drawing/2014/main" id="{4912E8B2-0B12-71B8-7B75-D52C6219569C}"/>
              </a:ext>
            </a:extLst>
          </p:cNvPr>
          <p:cNvPicPr>
            <a:picLocks noChangeAspect="1"/>
          </p:cNvPicPr>
          <p:nvPr/>
        </p:nvPicPr>
        <p:blipFill>
          <a:blip r:embed="rId2"/>
          <a:stretch>
            <a:fillRect/>
          </a:stretch>
        </p:blipFill>
        <p:spPr>
          <a:xfrm>
            <a:off x="210353" y="6317975"/>
            <a:ext cx="906857" cy="370354"/>
          </a:xfrm>
          <a:prstGeom prst="rect">
            <a:avLst/>
          </a:prstGeom>
        </p:spPr>
      </p:pic>
    </p:spTree>
    <p:extLst>
      <p:ext uri="{BB962C8B-B14F-4D97-AF65-F5344CB8AC3E}">
        <p14:creationId xmlns:p14="http://schemas.microsoft.com/office/powerpoint/2010/main" val="14642277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6" name="Table 26">
            <a:extLst>
              <a:ext uri="{FF2B5EF4-FFF2-40B4-BE49-F238E27FC236}">
                <a16:creationId xmlns:a16="http://schemas.microsoft.com/office/drawing/2014/main" id="{006024AA-6A43-D14B-A938-388A9F8ECE85}"/>
              </a:ext>
            </a:extLst>
          </p:cNvPr>
          <p:cNvGraphicFramePr>
            <a:graphicFrameLocks noGrp="1"/>
          </p:cNvGraphicFramePr>
          <p:nvPr>
            <p:extLst>
              <p:ext uri="{D42A27DB-BD31-4B8C-83A1-F6EECF244321}">
                <p14:modId xmlns:p14="http://schemas.microsoft.com/office/powerpoint/2010/main" val="1567219975"/>
              </p:ext>
            </p:extLst>
          </p:nvPr>
        </p:nvGraphicFramePr>
        <p:xfrm>
          <a:off x="304802" y="1506934"/>
          <a:ext cx="11591276" cy="5278120"/>
        </p:xfrm>
        <a:graphic>
          <a:graphicData uri="http://schemas.openxmlformats.org/drawingml/2006/table">
            <a:tbl>
              <a:tblPr firstRow="1" bandRow="1">
                <a:tableStyleId>{5C22544A-7EE6-4342-B048-85BDC9FD1C3A}</a:tableStyleId>
              </a:tblPr>
              <a:tblGrid>
                <a:gridCol w="5795638">
                  <a:extLst>
                    <a:ext uri="{9D8B030D-6E8A-4147-A177-3AD203B41FA5}">
                      <a16:colId xmlns:a16="http://schemas.microsoft.com/office/drawing/2014/main" val="2929818628"/>
                    </a:ext>
                  </a:extLst>
                </a:gridCol>
                <a:gridCol w="5795638">
                  <a:extLst>
                    <a:ext uri="{9D8B030D-6E8A-4147-A177-3AD203B41FA5}">
                      <a16:colId xmlns:a16="http://schemas.microsoft.com/office/drawing/2014/main" val="1600806769"/>
                    </a:ext>
                  </a:extLst>
                </a:gridCol>
              </a:tblGrid>
              <a:tr h="1796838">
                <a:tc>
                  <a:txBody>
                    <a:bodyPr/>
                    <a:lstStyle/>
                    <a:p>
                      <a:pPr indent="0"/>
                      <a:r>
                        <a:rPr lang="en-US" sz="1400" b="1" i="0" dirty="0">
                          <a:solidFill>
                            <a:schemeClr val="tx1"/>
                          </a:solidFill>
                          <a:latin typeface="+mn-lt"/>
                        </a:rPr>
                        <a:t>Short-Term Impact – FY20</a:t>
                      </a:r>
                    </a:p>
                    <a:p>
                      <a:pPr marL="0" lvl="0" indent="0">
                        <a:buFont typeface="Wingdings" panose="05000000000000000000" pitchFamily="2" charset="2"/>
                        <a:buNone/>
                      </a:pPr>
                      <a:endParaRPr lang="en-GB" sz="1400" b="0" i="0" u="none" strike="noStrike" noProof="0" dirty="0">
                        <a:solidFill>
                          <a:schemeClr val="tx1"/>
                        </a:solidFill>
                        <a:latin typeface="Segoe UI Light"/>
                      </a:endParaRPr>
                    </a:p>
                    <a:p>
                      <a:pPr marL="285750" marR="0" lvl="0" indent="-285750" algn="l" defTabSz="914400" rtl="0" eaLnBrk="1" fontAlgn="auto" latinLnBrk="0" hangingPunct="1">
                        <a:lnSpc>
                          <a:spcPct val="100000"/>
                        </a:lnSpc>
                        <a:spcBef>
                          <a:spcPts val="0"/>
                        </a:spcBef>
                        <a:spcAft>
                          <a:spcPts val="1000"/>
                        </a:spcAft>
                        <a:buClrTx/>
                        <a:buSzTx/>
                        <a:buFont typeface="Wingdings" panose="05000000000000000000" pitchFamily="2" charset="2"/>
                        <a:buChar char="§"/>
                        <a:tabLst/>
                        <a:defRPr/>
                      </a:pPr>
                      <a:r>
                        <a:rPr lang="en-GB" sz="1200" b="0" i="0" u="none" strike="noStrike" noProof="0" dirty="0">
                          <a:solidFill>
                            <a:schemeClr val="tx1"/>
                          </a:solidFill>
                          <a:latin typeface="Segoe UI Light"/>
                        </a:rPr>
                        <a:t>Being classified as ‘non-urgent’ surgery, </a:t>
                      </a:r>
                      <a:r>
                        <a:rPr lang="en-GB" sz="1200" b="1" i="0" u="none" strike="noStrike" noProof="0" dirty="0">
                          <a:solidFill>
                            <a:schemeClr val="tx1"/>
                          </a:solidFill>
                          <a:latin typeface="Segoe UI Light"/>
                        </a:rPr>
                        <a:t>operations temporarily ceased </a:t>
                      </a:r>
                      <a:r>
                        <a:rPr lang="en-GB" sz="1200" b="0" i="0" u="none" strike="noStrike" noProof="0" dirty="0">
                          <a:solidFill>
                            <a:schemeClr val="tx1"/>
                          </a:solidFill>
                          <a:latin typeface="Segoe UI Light"/>
                        </a:rPr>
                        <a:t>in all operating countries except Singapore and patient demand was negatively impacted with job security, income stability and health risk concerns.</a:t>
                      </a:r>
                    </a:p>
                    <a:p>
                      <a:pPr marL="285750" marR="0" lvl="0" indent="-285750" algn="l" defTabSz="914400" rtl="0" eaLnBrk="1" fontAlgn="auto" latinLnBrk="0" hangingPunct="1">
                        <a:lnSpc>
                          <a:spcPct val="100000"/>
                        </a:lnSpc>
                        <a:spcBef>
                          <a:spcPts val="0"/>
                        </a:spcBef>
                        <a:spcAft>
                          <a:spcPts val="1000"/>
                        </a:spcAft>
                        <a:buClrTx/>
                        <a:buSzTx/>
                        <a:buFont typeface="Wingdings" panose="05000000000000000000" pitchFamily="2" charset="2"/>
                        <a:buChar char="§"/>
                        <a:tabLst/>
                        <a:defRPr/>
                      </a:pPr>
                      <a:r>
                        <a:rPr lang="en-GB" sz="1200" b="0" i="0" u="none" strike="noStrike" noProof="0" dirty="0">
                          <a:solidFill>
                            <a:schemeClr val="tx1"/>
                          </a:solidFill>
                          <a:latin typeface="Segoe UI Light"/>
                        </a:rPr>
                        <a:t>Virtus health </a:t>
                      </a:r>
                      <a:r>
                        <a:rPr lang="en-GB" sz="1200" b="1" i="0" u="none" strike="noStrike" noProof="0" dirty="0">
                          <a:solidFill>
                            <a:schemeClr val="tx1"/>
                          </a:solidFill>
                          <a:latin typeface="Segoe UI Light"/>
                        </a:rPr>
                        <a:t>revenue dropped by 7.5</a:t>
                      </a:r>
                      <a:r>
                        <a:rPr lang="en-GB" sz="1200" b="0" i="0" u="none" strike="noStrike" noProof="0" dirty="0">
                          <a:solidFill>
                            <a:schemeClr val="tx1"/>
                          </a:solidFill>
                          <a:latin typeface="Segoe UI Light"/>
                        </a:rPr>
                        <a:t>% with estimated loss of gross profit as a result of restrictions amounted to approximately $14.6m.</a:t>
                      </a:r>
                      <a:r>
                        <a:rPr lang="en-GB" sz="1200" b="1" i="0" u="none" strike="noStrike" noProof="0" dirty="0">
                          <a:solidFill>
                            <a:schemeClr val="tx1"/>
                          </a:solidFill>
                          <a:latin typeface="Segoe UI Light"/>
                        </a:rPr>
                        <a:t> </a:t>
                      </a:r>
                      <a:endParaRPr lang="en-GB" sz="1200" b="0" i="0" u="none" strike="noStrike" noProof="0" dirty="0">
                        <a:solidFill>
                          <a:schemeClr val="tx1"/>
                        </a:solidFill>
                        <a:latin typeface="Segoe UI Light"/>
                      </a:endParaRPr>
                    </a:p>
                    <a:p>
                      <a:pPr marL="285750" marR="0" lvl="0" indent="-285750" algn="l" defTabSz="914400" rtl="0" eaLnBrk="1" fontAlgn="auto" latinLnBrk="0" hangingPunct="1">
                        <a:lnSpc>
                          <a:spcPct val="100000"/>
                        </a:lnSpc>
                        <a:spcBef>
                          <a:spcPts val="0"/>
                        </a:spcBef>
                        <a:spcAft>
                          <a:spcPts val="1000"/>
                        </a:spcAft>
                        <a:buClrTx/>
                        <a:buSzTx/>
                        <a:buFont typeface="Wingdings" panose="05000000000000000000" pitchFamily="2" charset="2"/>
                        <a:buChar char="§"/>
                        <a:tabLst/>
                        <a:defRPr/>
                      </a:pPr>
                      <a:r>
                        <a:rPr lang="en-GB" sz="1200" b="1" i="0" dirty="0">
                          <a:solidFill>
                            <a:schemeClr val="tx1"/>
                          </a:solidFill>
                          <a:latin typeface="Segoe UI Light"/>
                        </a:rPr>
                        <a:t>Government support programs provided $7.7m</a:t>
                      </a:r>
                      <a:r>
                        <a:rPr lang="en-GB" sz="1200" b="0" i="0" dirty="0">
                          <a:solidFill>
                            <a:schemeClr val="tx1"/>
                          </a:solidFill>
                          <a:latin typeface="Segoe UI Light"/>
                        </a:rPr>
                        <a:t> to support Virtus Health's operations.</a:t>
                      </a:r>
                    </a:p>
                    <a:p>
                      <a:pPr marL="285750" marR="0" lvl="0" indent="-285750" algn="l" defTabSz="914400" rtl="0" eaLnBrk="1" fontAlgn="auto" latinLnBrk="0" hangingPunct="1">
                        <a:lnSpc>
                          <a:spcPct val="100000"/>
                        </a:lnSpc>
                        <a:spcBef>
                          <a:spcPts val="0"/>
                        </a:spcBef>
                        <a:spcAft>
                          <a:spcPts val="1000"/>
                        </a:spcAft>
                        <a:buClrTx/>
                        <a:buSzTx/>
                        <a:buFont typeface="Wingdings" panose="05000000000000000000" pitchFamily="2" charset="2"/>
                        <a:buChar char="§"/>
                        <a:tabLst/>
                        <a:defRPr/>
                      </a:pPr>
                      <a:r>
                        <a:rPr lang="en-GB" sz="1200" b="0" i="0" dirty="0">
                          <a:solidFill>
                            <a:schemeClr val="tx1"/>
                          </a:solidFill>
                          <a:latin typeface="Segoe UI Light"/>
                        </a:rPr>
                        <a:t>Board </a:t>
                      </a:r>
                      <a:r>
                        <a:rPr lang="en-GB" sz="1200" b="1" i="0" dirty="0">
                          <a:solidFill>
                            <a:schemeClr val="tx1"/>
                          </a:solidFill>
                          <a:latin typeface="Segoe UI Light"/>
                        </a:rPr>
                        <a:t>deferred March dividend payment </a:t>
                      </a:r>
                      <a:r>
                        <a:rPr lang="en-GB" sz="1200" b="0" i="0" dirty="0">
                          <a:solidFill>
                            <a:schemeClr val="tx1"/>
                          </a:solidFill>
                          <a:latin typeface="Segoe UI Light"/>
                        </a:rPr>
                        <a:t>to the next financial year as well as </a:t>
                      </a:r>
                      <a:r>
                        <a:rPr lang="en-GB" sz="1200" b="1" i="0" dirty="0">
                          <a:solidFill>
                            <a:schemeClr val="tx1"/>
                          </a:solidFill>
                          <a:latin typeface="Segoe UI Light"/>
                        </a:rPr>
                        <a:t>did not pay a final dividend</a:t>
                      </a:r>
                      <a:r>
                        <a:rPr lang="en-GB" sz="1200" b="0" i="0" dirty="0">
                          <a:solidFill>
                            <a:schemeClr val="tx1"/>
                          </a:solidFill>
                          <a:latin typeface="Segoe UI Light"/>
                        </a:rPr>
                        <a:t> due to liquidity concerns.</a:t>
                      </a:r>
                    </a:p>
                  </a:txBody>
                  <a:tcPr>
                    <a:lnL w="0">
                      <a:noFill/>
                    </a:lnL>
                    <a:lnR w="0">
                      <a:noFill/>
                    </a:lnR>
                    <a:lnT w="0">
                      <a:noFill/>
                    </a:lnT>
                    <a:lnB w="0">
                      <a:noFill/>
                    </a:lnB>
                    <a:solidFill>
                      <a:schemeClr val="bg1"/>
                    </a:solidFill>
                  </a:tcPr>
                </a:tc>
                <a:tc rowSpan="2">
                  <a:txBody>
                    <a:bodyPr/>
                    <a:lstStyle/>
                    <a:p>
                      <a:pPr lvl="0">
                        <a:buNone/>
                      </a:pPr>
                      <a:r>
                        <a:rPr lang="en-US" sz="1400" b="1" i="0" dirty="0">
                          <a:solidFill>
                            <a:schemeClr val="tx1"/>
                          </a:solidFill>
                          <a:latin typeface="Segoe UI"/>
                        </a:rPr>
                        <a:t>Virtus Health Performance</a:t>
                      </a:r>
                    </a:p>
                    <a:p>
                      <a:pPr lvl="0">
                        <a:buNone/>
                      </a:pPr>
                      <a:endParaRPr lang="en-US" sz="1400" b="1" i="0" dirty="0">
                        <a:solidFill>
                          <a:schemeClr val="tx1"/>
                        </a:solidFill>
                        <a:latin typeface="Segoe UI"/>
                      </a:endParaRPr>
                    </a:p>
                  </a:txBody>
                  <a:tcPr>
                    <a:lnL w="0">
                      <a:noFill/>
                    </a:lnL>
                    <a:lnR w="0">
                      <a:noFill/>
                    </a:lnR>
                    <a:lnT w="0">
                      <a:noFill/>
                    </a:lnT>
                    <a:lnB w="0">
                      <a:noFill/>
                    </a:lnB>
                    <a:solidFill>
                      <a:schemeClr val="bg1"/>
                    </a:solidFill>
                  </a:tcPr>
                </a:tc>
                <a:extLst>
                  <a:ext uri="{0D108BD9-81ED-4DB2-BD59-A6C34878D82A}">
                    <a16:rowId xmlns:a16="http://schemas.microsoft.com/office/drawing/2014/main" val="2398524099"/>
                  </a:ext>
                </a:extLst>
              </a:tr>
              <a:tr h="1803667">
                <a:tc>
                  <a:txBody>
                    <a:bodyPr/>
                    <a:lstStyle/>
                    <a:p>
                      <a:pPr lvl="0" algn="l">
                        <a:lnSpc>
                          <a:spcPct val="100000"/>
                        </a:lnSpc>
                        <a:spcBef>
                          <a:spcPts val="500"/>
                        </a:spcBef>
                        <a:spcAft>
                          <a:spcPts val="0"/>
                        </a:spcAft>
                        <a:buNone/>
                      </a:pPr>
                      <a:r>
                        <a:rPr lang="en-US" sz="1400" b="1" i="0" u="none" strike="noStrike" noProof="0" dirty="0">
                          <a:solidFill>
                            <a:schemeClr val="tx1"/>
                          </a:solidFill>
                          <a:latin typeface="+mn-lt"/>
                        </a:rPr>
                        <a:t>Medium-Term Impact </a:t>
                      </a:r>
                      <a:r>
                        <a:rPr lang="en-US" sz="1400" b="1" i="0" dirty="0">
                          <a:solidFill>
                            <a:schemeClr val="tx1"/>
                          </a:solidFill>
                          <a:latin typeface="+mn-lt"/>
                        </a:rPr>
                        <a:t>– FY21</a:t>
                      </a:r>
                      <a:endParaRPr lang="en-US" sz="1400" b="1" i="0" u="none" strike="noStrike" noProof="0" dirty="0">
                        <a:solidFill>
                          <a:schemeClr val="tx1"/>
                        </a:solidFill>
                        <a:latin typeface="+mn-lt"/>
                      </a:endParaRPr>
                    </a:p>
                    <a:p>
                      <a:pPr lvl="0" algn="l">
                        <a:lnSpc>
                          <a:spcPct val="100000"/>
                        </a:lnSpc>
                        <a:spcBef>
                          <a:spcPts val="0"/>
                        </a:spcBef>
                        <a:spcAft>
                          <a:spcPts val="0"/>
                        </a:spcAft>
                        <a:buNone/>
                      </a:pPr>
                      <a:endParaRPr lang="en-US" sz="1400" b="1" i="0" u="none" strike="noStrike" noProof="0" dirty="0">
                        <a:solidFill>
                          <a:schemeClr val="tx1"/>
                        </a:solidFill>
                        <a:latin typeface="Segoe UI"/>
                      </a:endParaRPr>
                    </a:p>
                    <a:p>
                      <a:pPr marL="285750" marR="0" lvl="0" indent="-285750" algn="l" defTabSz="914400" rtl="0" eaLnBrk="1" fontAlgn="auto" latinLnBrk="0" hangingPunct="1">
                        <a:lnSpc>
                          <a:spcPct val="100000"/>
                        </a:lnSpc>
                        <a:spcBef>
                          <a:spcPts val="0"/>
                        </a:spcBef>
                        <a:spcAft>
                          <a:spcPts val="1000"/>
                        </a:spcAft>
                        <a:buClrTx/>
                        <a:buSzTx/>
                        <a:buFont typeface="Wingdings" panose="05000000000000000000" pitchFamily="2" charset="2"/>
                        <a:buChar char="§"/>
                        <a:tabLst/>
                        <a:defRPr/>
                      </a:pPr>
                      <a:r>
                        <a:rPr lang="en-GB" sz="1200" b="0" i="0" dirty="0">
                          <a:solidFill>
                            <a:schemeClr val="tx1"/>
                          </a:solidFill>
                          <a:latin typeface="Segoe UI Light"/>
                        </a:rPr>
                        <a:t>Achieved COVID-19 Controls KPI, with </a:t>
                      </a:r>
                      <a:r>
                        <a:rPr lang="en-GB" sz="1200" b="1" i="0" dirty="0">
                          <a:solidFill>
                            <a:schemeClr val="tx1"/>
                          </a:solidFill>
                          <a:latin typeface="Segoe UI Light"/>
                        </a:rPr>
                        <a:t>no Virtus facilities requiring to close</a:t>
                      </a:r>
                      <a:r>
                        <a:rPr lang="en-GB" sz="1200" b="0" i="0" dirty="0">
                          <a:solidFill>
                            <a:schemeClr val="tx1"/>
                          </a:solidFill>
                          <a:latin typeface="Segoe UI Light"/>
                        </a:rPr>
                        <a:t>. Virtus Health clinics returned to normal trading activity, surpassing previous year's patient activity, and the company is now </a:t>
                      </a:r>
                      <a:r>
                        <a:rPr lang="en-GB" sz="1200" b="1" i="0" dirty="0">
                          <a:solidFill>
                            <a:schemeClr val="tx1"/>
                          </a:solidFill>
                          <a:latin typeface="Segoe UI Light"/>
                        </a:rPr>
                        <a:t>recognised as one of the top five global providers of Assisted Reproductive Services</a:t>
                      </a:r>
                      <a:r>
                        <a:rPr lang="en-GB" sz="1200" b="0" i="0" dirty="0">
                          <a:solidFill>
                            <a:schemeClr val="tx1"/>
                          </a:solidFill>
                          <a:latin typeface="Segoe UI Light"/>
                        </a:rPr>
                        <a:t>.</a:t>
                      </a:r>
                    </a:p>
                    <a:p>
                      <a:pPr marL="285750" lvl="0" indent="-285750" algn="l">
                        <a:lnSpc>
                          <a:spcPct val="100000"/>
                        </a:lnSpc>
                        <a:spcBef>
                          <a:spcPts val="0"/>
                        </a:spcBef>
                        <a:spcAft>
                          <a:spcPts val="1000"/>
                        </a:spcAft>
                        <a:buFont typeface="Wingdings" panose="05000000000000000000" pitchFamily="2" charset="2"/>
                        <a:buChar char="§"/>
                      </a:pPr>
                      <a:r>
                        <a:rPr lang="en-GB" sz="1200" b="0" i="0" dirty="0">
                          <a:solidFill>
                            <a:schemeClr val="tx1"/>
                          </a:solidFill>
                          <a:latin typeface="Segoe UI Light"/>
                        </a:rPr>
                        <a:t>Overall, Virtus experienced significant growth, with </a:t>
                      </a:r>
                      <a:r>
                        <a:rPr lang="en-GB" sz="1200" b="1" i="0" dirty="0">
                          <a:solidFill>
                            <a:schemeClr val="tx1"/>
                          </a:solidFill>
                          <a:latin typeface="Segoe UI Light"/>
                        </a:rPr>
                        <a:t>revenue bouncing back by 25.3%, </a:t>
                      </a:r>
                      <a:r>
                        <a:rPr lang="en-GB" sz="1200" b="0" i="0" dirty="0">
                          <a:solidFill>
                            <a:schemeClr val="tx1"/>
                          </a:solidFill>
                          <a:latin typeface="Segoe UI Light"/>
                        </a:rPr>
                        <a:t>despite new fears of future strains</a:t>
                      </a:r>
                      <a:r>
                        <a:rPr lang="en-GB" sz="1200" b="1" i="0" dirty="0">
                          <a:solidFill>
                            <a:schemeClr val="tx1"/>
                          </a:solidFill>
                          <a:latin typeface="Segoe UI Light"/>
                        </a:rPr>
                        <a:t>.</a:t>
                      </a:r>
                    </a:p>
                    <a:p>
                      <a:pPr marL="285750" lvl="0" indent="-285750" algn="l">
                        <a:lnSpc>
                          <a:spcPct val="100000"/>
                        </a:lnSpc>
                        <a:spcBef>
                          <a:spcPts val="0"/>
                        </a:spcBef>
                        <a:spcAft>
                          <a:spcPts val="1000"/>
                        </a:spcAft>
                        <a:buFont typeface="Wingdings" panose="05000000000000000000" pitchFamily="2" charset="2"/>
                        <a:buChar char="§"/>
                      </a:pPr>
                      <a:endParaRPr lang="en-GB" sz="1200" b="1" i="0" dirty="0">
                        <a:solidFill>
                          <a:schemeClr val="tx1"/>
                        </a:solidFill>
                        <a:latin typeface="Segoe UI Light"/>
                      </a:endParaRPr>
                    </a:p>
                    <a:p>
                      <a:pPr marL="285750" lvl="0" indent="-285750" algn="l">
                        <a:lnSpc>
                          <a:spcPct val="100000"/>
                        </a:lnSpc>
                        <a:spcBef>
                          <a:spcPts val="0"/>
                        </a:spcBef>
                        <a:spcAft>
                          <a:spcPts val="1000"/>
                        </a:spcAft>
                        <a:buFont typeface="Wingdings" panose="05000000000000000000" pitchFamily="2" charset="2"/>
                        <a:buChar char="§"/>
                      </a:pPr>
                      <a:endParaRPr lang="en-US" sz="1400" b="0" i="0" u="none" strike="noStrike" noProof="0" dirty="0">
                        <a:solidFill>
                          <a:srgbClr val="000000"/>
                        </a:solidFill>
                        <a:latin typeface="Segoe UI"/>
                      </a:endParaRPr>
                    </a:p>
                    <a:p>
                      <a:pPr marL="285750" lvl="0" indent="-285750" algn="l">
                        <a:lnSpc>
                          <a:spcPct val="100000"/>
                        </a:lnSpc>
                        <a:spcBef>
                          <a:spcPts val="0"/>
                        </a:spcBef>
                        <a:spcAft>
                          <a:spcPts val="0"/>
                        </a:spcAft>
                        <a:buFont typeface="Wingdings" panose="05000000000000000000" pitchFamily="2" charset="2"/>
                        <a:buChar char="§"/>
                      </a:pPr>
                      <a:endParaRPr lang="en-US" sz="1400" b="0" i="0" u="none" strike="noStrike" noProof="0" dirty="0">
                        <a:solidFill>
                          <a:schemeClr val="tx1"/>
                        </a:solidFill>
                        <a:latin typeface="Segoe UI"/>
                      </a:endParaRPr>
                    </a:p>
                  </a:txBody>
                  <a:tcPr>
                    <a:lnL w="0">
                      <a:noFill/>
                    </a:lnL>
                    <a:lnR w="0">
                      <a:noFill/>
                    </a:lnR>
                    <a:lnT w="0">
                      <a:noFill/>
                    </a:lnT>
                    <a:lnB w="0">
                      <a:noFill/>
                    </a:lnB>
                    <a:solidFill>
                      <a:schemeClr val="bg1"/>
                    </a:solidFill>
                  </a:tcPr>
                </a:tc>
                <a:tc vMerge="1">
                  <a:txBody>
                    <a:bodyPr/>
                    <a:lstStyle/>
                    <a:p>
                      <a:pPr lvl="0" algn="l">
                        <a:lnSpc>
                          <a:spcPct val="100000"/>
                        </a:lnSpc>
                        <a:spcBef>
                          <a:spcPts val="0"/>
                        </a:spcBef>
                        <a:spcAft>
                          <a:spcPts val="0"/>
                        </a:spcAft>
                        <a:buNone/>
                      </a:pPr>
                      <a:endParaRPr lang="en-US" sz="1400" b="1" i="0" u="none" strike="noStrike" noProof="0">
                        <a:solidFill>
                          <a:schemeClr val="tx1"/>
                        </a:solidFill>
                        <a:latin typeface="Segoe UI"/>
                      </a:endParaRPr>
                    </a:p>
                  </a:txBody>
                  <a:tcPr>
                    <a:lnL w="0">
                      <a:noFill/>
                    </a:lnL>
                    <a:lnR w="0">
                      <a:noFill/>
                    </a:lnR>
                    <a:lnT w="0">
                      <a:noFill/>
                    </a:lnT>
                    <a:lnB w="0">
                      <a:noFill/>
                    </a:lnB>
                    <a:solidFill>
                      <a:schemeClr val="bg1"/>
                    </a:solidFill>
                  </a:tcPr>
                </a:tc>
                <a:extLst>
                  <a:ext uri="{0D108BD9-81ED-4DB2-BD59-A6C34878D82A}">
                    <a16:rowId xmlns:a16="http://schemas.microsoft.com/office/drawing/2014/main" val="941749254"/>
                  </a:ext>
                </a:extLst>
              </a:tr>
            </a:tbl>
          </a:graphicData>
        </a:graphic>
      </p:graphicFrame>
      <p:sp>
        <p:nvSpPr>
          <p:cNvPr id="7" name="TextBox 6">
            <a:extLst>
              <a:ext uri="{FF2B5EF4-FFF2-40B4-BE49-F238E27FC236}">
                <a16:creationId xmlns:a16="http://schemas.microsoft.com/office/drawing/2014/main" id="{42F0B3DC-26D7-C8D7-2095-150058C60ECD}"/>
              </a:ext>
            </a:extLst>
          </p:cNvPr>
          <p:cNvSpPr txBox="1"/>
          <p:nvPr/>
        </p:nvSpPr>
        <p:spPr>
          <a:xfrm>
            <a:off x="295810" y="1074063"/>
            <a:ext cx="1085272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a:latin typeface="Segoe UI Semilight"/>
              <a:cs typeface="Segoe UI Light"/>
            </a:endParaRPr>
          </a:p>
        </p:txBody>
      </p:sp>
      <p:sp>
        <p:nvSpPr>
          <p:cNvPr id="10" name="TextBox 9">
            <a:extLst>
              <a:ext uri="{FF2B5EF4-FFF2-40B4-BE49-F238E27FC236}">
                <a16:creationId xmlns:a16="http://schemas.microsoft.com/office/drawing/2014/main" id="{1F93AE4B-1AD3-DF49-A82D-15D970233F59}"/>
              </a:ext>
            </a:extLst>
          </p:cNvPr>
          <p:cNvSpPr txBox="1"/>
          <p:nvPr/>
        </p:nvSpPr>
        <p:spPr>
          <a:xfrm>
            <a:off x="1618156" y="6283641"/>
            <a:ext cx="4353559" cy="246221"/>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a:solidFill>
                  <a:schemeClr val="tx1">
                    <a:lumMod val="65000"/>
                    <a:lumOff val="35000"/>
                  </a:schemeClr>
                </a:solidFill>
                <a:latin typeface="Segoe UI Light"/>
                <a:cs typeface="Calibri"/>
              </a:rPr>
              <a:t>Source: Company Filings, including ASX Announcement on 14 March 2022. </a:t>
            </a:r>
            <a:endParaRPr lang="en-US" sz="1000">
              <a:solidFill>
                <a:schemeClr val="tx1">
                  <a:lumMod val="65000"/>
                  <a:lumOff val="35000"/>
                </a:schemeClr>
              </a:solidFill>
              <a:latin typeface="Segoe UI Light"/>
            </a:endParaRPr>
          </a:p>
        </p:txBody>
      </p:sp>
      <p:sp>
        <p:nvSpPr>
          <p:cNvPr id="11" name="TextBox 10">
            <a:extLst>
              <a:ext uri="{FF2B5EF4-FFF2-40B4-BE49-F238E27FC236}">
                <a16:creationId xmlns:a16="http://schemas.microsoft.com/office/drawing/2014/main" id="{349C726F-08F9-3D0B-DA8D-F7DF6BF706F6}"/>
              </a:ext>
            </a:extLst>
          </p:cNvPr>
          <p:cNvSpPr txBox="1"/>
          <p:nvPr/>
        </p:nvSpPr>
        <p:spPr>
          <a:xfrm>
            <a:off x="8425996" y="6345909"/>
            <a:ext cx="3539745" cy="246221"/>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dirty="0">
                <a:solidFill>
                  <a:schemeClr val="tx1">
                    <a:lumMod val="65000"/>
                    <a:lumOff val="35000"/>
                  </a:schemeClr>
                </a:solidFill>
                <a:latin typeface="Segoe UI Light"/>
                <a:cs typeface="Calibri"/>
              </a:rPr>
              <a:t>For use in the 2023 UBS IB Development Challenge only</a:t>
            </a:r>
          </a:p>
        </p:txBody>
      </p:sp>
      <p:sp>
        <p:nvSpPr>
          <p:cNvPr id="12" name="Slide Number Placeholder 11">
            <a:extLst>
              <a:ext uri="{FF2B5EF4-FFF2-40B4-BE49-F238E27FC236}">
                <a16:creationId xmlns:a16="http://schemas.microsoft.com/office/drawing/2014/main" id="{5D987FC4-D467-32CB-C941-EFCFA69E6111}"/>
              </a:ext>
            </a:extLst>
          </p:cNvPr>
          <p:cNvSpPr>
            <a:spLocks noGrp="1"/>
          </p:cNvSpPr>
          <p:nvPr>
            <p:ph type="sldNum" sz="quarter" idx="12"/>
          </p:nvPr>
        </p:nvSpPr>
        <p:spPr>
          <a:xfrm>
            <a:off x="9217240" y="6282370"/>
            <a:ext cx="2743200" cy="365125"/>
          </a:xfrm>
        </p:spPr>
        <p:txBody>
          <a:bodyPr/>
          <a:lstStyle/>
          <a:p>
            <a:fld id="{330EA680-D336-4FF7-8B7A-9848BB0A1C32}" type="slidenum">
              <a:rPr lang="en-US" sz="1000" b="1" dirty="0" smtClean="0">
                <a:latin typeface="Segoe UI Light"/>
                <a:cs typeface="Segoe UI Light"/>
              </a:rPr>
              <a:t>14</a:t>
            </a:fld>
            <a:endParaRPr lang="en-US" sz="1000" b="1">
              <a:latin typeface="Segoe UI Light"/>
              <a:cs typeface="Segoe UI Light"/>
            </a:endParaRPr>
          </a:p>
        </p:txBody>
      </p:sp>
      <p:cxnSp>
        <p:nvCxnSpPr>
          <p:cNvPr id="27" name="Straight Arrow Connector 26">
            <a:extLst>
              <a:ext uri="{FF2B5EF4-FFF2-40B4-BE49-F238E27FC236}">
                <a16:creationId xmlns:a16="http://schemas.microsoft.com/office/drawing/2014/main" id="{BE6A40CC-2D96-ECB0-FC2A-64210F4ADA72}"/>
              </a:ext>
            </a:extLst>
          </p:cNvPr>
          <p:cNvCxnSpPr/>
          <p:nvPr/>
        </p:nvCxnSpPr>
        <p:spPr>
          <a:xfrm flipV="1">
            <a:off x="385619" y="1837145"/>
            <a:ext cx="5412417" cy="10358"/>
          </a:xfrm>
          <a:prstGeom prst="straightConnector1">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itle 2">
            <a:extLst>
              <a:ext uri="{FF2B5EF4-FFF2-40B4-BE49-F238E27FC236}">
                <a16:creationId xmlns:a16="http://schemas.microsoft.com/office/drawing/2014/main" id="{598A108B-143B-9AAD-898E-433E1C4E1B7E}"/>
              </a:ext>
            </a:extLst>
          </p:cNvPr>
          <p:cNvSpPr txBox="1">
            <a:spLocks/>
          </p:cNvSpPr>
          <p:nvPr/>
        </p:nvSpPr>
        <p:spPr>
          <a:xfrm>
            <a:off x="300038" y="328349"/>
            <a:ext cx="9065635" cy="40636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AU" sz="3200">
                <a:latin typeface="Segoe UI Light"/>
                <a:cs typeface="Calibri"/>
              </a:rPr>
              <a:t>COVID-19 Impact on Operations</a:t>
            </a:r>
          </a:p>
        </p:txBody>
      </p:sp>
      <p:cxnSp>
        <p:nvCxnSpPr>
          <p:cNvPr id="14" name="Straight Arrow Connector 13">
            <a:extLst>
              <a:ext uri="{FF2B5EF4-FFF2-40B4-BE49-F238E27FC236}">
                <a16:creationId xmlns:a16="http://schemas.microsoft.com/office/drawing/2014/main" id="{A8FF699E-C2F0-10E6-75B8-677935A425EC}"/>
              </a:ext>
            </a:extLst>
          </p:cNvPr>
          <p:cNvCxnSpPr/>
          <p:nvPr/>
        </p:nvCxnSpPr>
        <p:spPr>
          <a:xfrm flipV="1">
            <a:off x="385619" y="763156"/>
            <a:ext cx="11178308" cy="43872"/>
          </a:xfrm>
          <a:prstGeom prst="straightConnector1">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ABEDE7A0-BBDF-FFF7-5C76-3D7840FF9E22}"/>
              </a:ext>
            </a:extLst>
          </p:cNvPr>
          <p:cNvSpPr txBox="1"/>
          <p:nvPr/>
        </p:nvSpPr>
        <p:spPr>
          <a:xfrm>
            <a:off x="385619" y="870567"/>
            <a:ext cx="10852727"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a:solidFill>
                  <a:srgbClr val="FF0000"/>
                </a:solidFill>
                <a:latin typeface="Segoe UI Semilight"/>
                <a:cs typeface="Segoe UI Light"/>
              </a:rPr>
              <a:t>Despite facing temporary setbacks due to the impact of COVID-19, Virtus Health has demonstrated remarkable resilience and has now successfully rebounded, reaching unprecedented financial milestones</a:t>
            </a:r>
          </a:p>
        </p:txBody>
      </p:sp>
      <p:cxnSp>
        <p:nvCxnSpPr>
          <p:cNvPr id="5" name="Straight Arrow Connector 4">
            <a:extLst>
              <a:ext uri="{FF2B5EF4-FFF2-40B4-BE49-F238E27FC236}">
                <a16:creationId xmlns:a16="http://schemas.microsoft.com/office/drawing/2014/main" id="{1D692B0B-30DF-D67E-066E-F76E99880590}"/>
              </a:ext>
            </a:extLst>
          </p:cNvPr>
          <p:cNvCxnSpPr>
            <a:cxnSpLocks/>
          </p:cNvCxnSpPr>
          <p:nvPr/>
        </p:nvCxnSpPr>
        <p:spPr>
          <a:xfrm flipV="1">
            <a:off x="385619" y="4366814"/>
            <a:ext cx="5411139" cy="10358"/>
          </a:xfrm>
          <a:prstGeom prst="straightConnector1">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6" name="Chart 5">
            <a:extLst>
              <a:ext uri="{FF2B5EF4-FFF2-40B4-BE49-F238E27FC236}">
                <a16:creationId xmlns:a16="http://schemas.microsoft.com/office/drawing/2014/main" id="{40E484BF-81CC-0FE6-52D7-C6264D65DB47}"/>
              </a:ext>
            </a:extLst>
          </p:cNvPr>
          <p:cNvGraphicFramePr>
            <a:graphicFrameLocks/>
          </p:cNvGraphicFramePr>
          <p:nvPr>
            <p:extLst>
              <p:ext uri="{D42A27DB-BD31-4B8C-83A1-F6EECF244321}">
                <p14:modId xmlns:p14="http://schemas.microsoft.com/office/powerpoint/2010/main" val="3127822811"/>
              </p:ext>
            </p:extLst>
          </p:nvPr>
        </p:nvGraphicFramePr>
        <p:xfrm>
          <a:off x="6094915" y="1782749"/>
          <a:ext cx="5461053" cy="2427764"/>
        </p:xfrm>
        <a:graphic>
          <a:graphicData uri="http://schemas.openxmlformats.org/drawingml/2006/chart">
            <c:chart xmlns:c="http://schemas.openxmlformats.org/drawingml/2006/chart" xmlns:r="http://schemas.openxmlformats.org/officeDocument/2006/relationships" r:id="rId2"/>
          </a:graphicData>
        </a:graphic>
      </p:graphicFrame>
      <p:cxnSp>
        <p:nvCxnSpPr>
          <p:cNvPr id="29" name="Straight Arrow Connector 28">
            <a:extLst>
              <a:ext uri="{FF2B5EF4-FFF2-40B4-BE49-F238E27FC236}">
                <a16:creationId xmlns:a16="http://schemas.microsoft.com/office/drawing/2014/main" id="{8F8A7ED6-7B09-459A-7AE1-B44949E8D2E8}"/>
              </a:ext>
            </a:extLst>
          </p:cNvPr>
          <p:cNvCxnSpPr>
            <a:cxnSpLocks/>
          </p:cNvCxnSpPr>
          <p:nvPr/>
        </p:nvCxnSpPr>
        <p:spPr>
          <a:xfrm flipV="1">
            <a:off x="6062734" y="1835562"/>
            <a:ext cx="5501193" cy="10358"/>
          </a:xfrm>
          <a:prstGeom prst="straightConnector1">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22" name="Chart 21">
            <a:extLst>
              <a:ext uri="{FF2B5EF4-FFF2-40B4-BE49-F238E27FC236}">
                <a16:creationId xmlns:a16="http://schemas.microsoft.com/office/drawing/2014/main" id="{C284EA7A-2B00-4589-9863-ABDE097B525B}"/>
              </a:ext>
            </a:extLst>
          </p:cNvPr>
          <p:cNvGraphicFramePr>
            <a:graphicFrameLocks/>
          </p:cNvGraphicFramePr>
          <p:nvPr>
            <p:extLst>
              <p:ext uri="{D42A27DB-BD31-4B8C-83A1-F6EECF244321}">
                <p14:modId xmlns:p14="http://schemas.microsoft.com/office/powerpoint/2010/main" val="293666233"/>
              </p:ext>
            </p:extLst>
          </p:nvPr>
        </p:nvGraphicFramePr>
        <p:xfrm>
          <a:off x="6062734" y="4086807"/>
          <a:ext cx="5461053" cy="2259102"/>
        </p:xfrm>
        <a:graphic>
          <a:graphicData uri="http://schemas.openxmlformats.org/drawingml/2006/chart">
            <c:chart xmlns:c="http://schemas.openxmlformats.org/drawingml/2006/chart" xmlns:r="http://schemas.openxmlformats.org/officeDocument/2006/relationships" r:id="rId3"/>
          </a:graphicData>
        </a:graphic>
      </p:graphicFrame>
      <p:pic>
        <p:nvPicPr>
          <p:cNvPr id="8" name="Picture 4" descr="A picture containing text, clipart&#10;&#10;Description automatically generated">
            <a:extLst>
              <a:ext uri="{FF2B5EF4-FFF2-40B4-BE49-F238E27FC236}">
                <a16:creationId xmlns:a16="http://schemas.microsoft.com/office/drawing/2014/main" id="{24A2B39E-11B4-EECC-2995-CF11DB9D77EC}"/>
              </a:ext>
            </a:extLst>
          </p:cNvPr>
          <p:cNvPicPr>
            <a:picLocks noChangeAspect="1"/>
          </p:cNvPicPr>
          <p:nvPr/>
        </p:nvPicPr>
        <p:blipFill>
          <a:blip r:embed="rId4"/>
          <a:stretch>
            <a:fillRect/>
          </a:stretch>
        </p:blipFill>
        <p:spPr>
          <a:xfrm>
            <a:off x="210353" y="6317975"/>
            <a:ext cx="906857" cy="370354"/>
          </a:xfrm>
          <a:prstGeom prst="rect">
            <a:avLst/>
          </a:prstGeom>
        </p:spPr>
      </p:pic>
    </p:spTree>
    <p:extLst>
      <p:ext uri="{BB962C8B-B14F-4D97-AF65-F5344CB8AC3E}">
        <p14:creationId xmlns:p14="http://schemas.microsoft.com/office/powerpoint/2010/main" val="13069318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1F93AE4B-1AD3-DF49-A82D-15D970233F59}"/>
              </a:ext>
            </a:extLst>
          </p:cNvPr>
          <p:cNvSpPr txBox="1"/>
          <p:nvPr/>
        </p:nvSpPr>
        <p:spPr>
          <a:xfrm>
            <a:off x="1618156" y="6283641"/>
            <a:ext cx="2089727" cy="246221"/>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a:solidFill>
                  <a:schemeClr val="tx1">
                    <a:lumMod val="65000"/>
                    <a:lumOff val="35000"/>
                  </a:schemeClr>
                </a:solidFill>
                <a:latin typeface="Segoe UI Light"/>
                <a:cs typeface="Calibri"/>
              </a:rPr>
              <a:t>Source: </a:t>
            </a:r>
            <a:endParaRPr lang="en-US" sz="1000">
              <a:solidFill>
                <a:schemeClr val="tx1">
                  <a:lumMod val="65000"/>
                  <a:lumOff val="35000"/>
                </a:schemeClr>
              </a:solidFill>
              <a:latin typeface="Segoe UI Light"/>
            </a:endParaRPr>
          </a:p>
        </p:txBody>
      </p:sp>
      <p:sp>
        <p:nvSpPr>
          <p:cNvPr id="11" name="TextBox 10">
            <a:extLst>
              <a:ext uri="{FF2B5EF4-FFF2-40B4-BE49-F238E27FC236}">
                <a16:creationId xmlns:a16="http://schemas.microsoft.com/office/drawing/2014/main" id="{349C726F-08F9-3D0B-DA8D-F7DF6BF706F6}"/>
              </a:ext>
            </a:extLst>
          </p:cNvPr>
          <p:cNvSpPr txBox="1"/>
          <p:nvPr/>
        </p:nvSpPr>
        <p:spPr>
          <a:xfrm>
            <a:off x="8425996" y="6345909"/>
            <a:ext cx="3539745" cy="246221"/>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a:solidFill>
                  <a:schemeClr val="tx1">
                    <a:lumMod val="65000"/>
                    <a:lumOff val="35000"/>
                  </a:schemeClr>
                </a:solidFill>
                <a:latin typeface="Segoe UI Light"/>
                <a:cs typeface="Calibri"/>
              </a:rPr>
              <a:t>For use in the 2023 UBS IB Development Challenge only</a:t>
            </a:r>
          </a:p>
        </p:txBody>
      </p:sp>
      <p:sp>
        <p:nvSpPr>
          <p:cNvPr id="12" name="Slide Number Placeholder 11">
            <a:extLst>
              <a:ext uri="{FF2B5EF4-FFF2-40B4-BE49-F238E27FC236}">
                <a16:creationId xmlns:a16="http://schemas.microsoft.com/office/drawing/2014/main" id="{5D987FC4-D467-32CB-C941-EFCFA69E6111}"/>
              </a:ext>
            </a:extLst>
          </p:cNvPr>
          <p:cNvSpPr>
            <a:spLocks noGrp="1"/>
          </p:cNvSpPr>
          <p:nvPr>
            <p:ph type="sldNum" sz="quarter" idx="12"/>
          </p:nvPr>
        </p:nvSpPr>
        <p:spPr>
          <a:xfrm>
            <a:off x="9217240" y="6282370"/>
            <a:ext cx="2743200" cy="365125"/>
          </a:xfrm>
        </p:spPr>
        <p:txBody>
          <a:bodyPr/>
          <a:lstStyle/>
          <a:p>
            <a:fld id="{330EA680-D336-4FF7-8B7A-9848BB0A1C32}" type="slidenum">
              <a:rPr lang="en-US" sz="1000" b="1" dirty="0" smtClean="0">
                <a:latin typeface="Segoe UI Light"/>
                <a:cs typeface="Segoe UI Light"/>
              </a:rPr>
              <a:t>15</a:t>
            </a:fld>
            <a:endParaRPr lang="en-US" sz="1000" b="1">
              <a:latin typeface="Segoe UI Light"/>
              <a:cs typeface="Segoe UI Light"/>
            </a:endParaRPr>
          </a:p>
        </p:txBody>
      </p:sp>
      <p:sp>
        <p:nvSpPr>
          <p:cNvPr id="8" name="Title 2">
            <a:extLst>
              <a:ext uri="{FF2B5EF4-FFF2-40B4-BE49-F238E27FC236}">
                <a16:creationId xmlns:a16="http://schemas.microsoft.com/office/drawing/2014/main" id="{8780F0AB-8ACA-7EED-A411-FA546A03EDC0}"/>
              </a:ext>
            </a:extLst>
          </p:cNvPr>
          <p:cNvSpPr txBox="1">
            <a:spLocks/>
          </p:cNvSpPr>
          <p:nvPr/>
        </p:nvSpPr>
        <p:spPr>
          <a:xfrm>
            <a:off x="300038" y="328349"/>
            <a:ext cx="9065635" cy="40636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AU" sz="3200" dirty="0">
                <a:latin typeface="Segoe UI Light"/>
                <a:cs typeface="Calibri"/>
              </a:rPr>
              <a:t>Recommendation and Next Steps</a:t>
            </a:r>
          </a:p>
        </p:txBody>
      </p:sp>
      <p:cxnSp>
        <p:nvCxnSpPr>
          <p:cNvPr id="14" name="Straight Arrow Connector 13">
            <a:extLst>
              <a:ext uri="{FF2B5EF4-FFF2-40B4-BE49-F238E27FC236}">
                <a16:creationId xmlns:a16="http://schemas.microsoft.com/office/drawing/2014/main" id="{24517EE2-F213-25C2-9756-230FA3522D36}"/>
              </a:ext>
            </a:extLst>
          </p:cNvPr>
          <p:cNvCxnSpPr/>
          <p:nvPr/>
        </p:nvCxnSpPr>
        <p:spPr>
          <a:xfrm flipV="1">
            <a:off x="385619" y="763156"/>
            <a:ext cx="11178308" cy="43872"/>
          </a:xfrm>
          <a:prstGeom prst="straightConnector1">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469B93E7-5236-7C05-F091-3265D4029AFA}"/>
              </a:ext>
            </a:extLst>
          </p:cNvPr>
          <p:cNvSpPr txBox="1"/>
          <p:nvPr/>
        </p:nvSpPr>
        <p:spPr>
          <a:xfrm>
            <a:off x="307355" y="837382"/>
            <a:ext cx="10852727"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rgbClr val="FF0000"/>
                </a:solidFill>
                <a:latin typeface="Segoe UI Symbol" panose="020B0502040204020203" pitchFamily="34" charset="0"/>
                <a:ea typeface="Segoe UI Symbol" panose="020B0502040204020203" pitchFamily="34" charset="0"/>
                <a:cs typeface="+mn-lt"/>
              </a:rPr>
              <a:t>UBS recommends BGH submit a dual structure, A$8.20 Scheme and A$8.15 Off-Market Takeover for Virtus, followed by contacting other key shareholders to convince them of the offers superior value</a:t>
            </a:r>
          </a:p>
          <a:p>
            <a:endParaRPr lang="en-US" dirty="0">
              <a:solidFill>
                <a:srgbClr val="FF0000"/>
              </a:solidFill>
              <a:latin typeface="Segoe UI Symbol" panose="020B0502040204020203" pitchFamily="34" charset="0"/>
              <a:ea typeface="Segoe UI Symbol" panose="020B0502040204020203" pitchFamily="34" charset="0"/>
              <a:cs typeface="Segoe UI Light"/>
            </a:endParaRPr>
          </a:p>
        </p:txBody>
      </p:sp>
      <p:sp>
        <p:nvSpPr>
          <p:cNvPr id="23" name="TextBox 22">
            <a:extLst>
              <a:ext uri="{FF2B5EF4-FFF2-40B4-BE49-F238E27FC236}">
                <a16:creationId xmlns:a16="http://schemas.microsoft.com/office/drawing/2014/main" id="{B28E5ED6-4485-DE26-9CFA-A2B2D764E0F0}"/>
              </a:ext>
            </a:extLst>
          </p:cNvPr>
          <p:cNvSpPr txBox="1"/>
          <p:nvPr/>
        </p:nvSpPr>
        <p:spPr>
          <a:xfrm>
            <a:off x="942860" y="1998844"/>
            <a:ext cx="2163608" cy="523220"/>
          </a:xfrm>
          <a:prstGeom prst="rect">
            <a:avLst/>
          </a:prstGeom>
          <a:noFill/>
        </p:spPr>
        <p:txBody>
          <a:bodyPr wrap="square" lIns="91440" tIns="45720" rIns="91440" bIns="45720" rtlCol="0" anchor="t">
            <a:spAutoFit/>
          </a:bodyPr>
          <a:lstStyle/>
          <a:p>
            <a:r>
              <a:rPr lang="en-AU" sz="1400" b="1">
                <a:latin typeface="Segoe UI Light"/>
                <a:cs typeface="Segoe UI Light"/>
              </a:rPr>
              <a:t>Prepare Documentation For Updated Bid</a:t>
            </a:r>
            <a:endParaRPr lang="en-AU" sz="1400" b="1">
              <a:latin typeface="Segoe UI Light" panose="020B0502040204020203" pitchFamily="34" charset="0"/>
              <a:cs typeface="Segoe UI Light" panose="020B0502040204020203" pitchFamily="34" charset="0"/>
            </a:endParaRPr>
          </a:p>
        </p:txBody>
      </p:sp>
      <p:sp>
        <p:nvSpPr>
          <p:cNvPr id="24" name="TextBox 23">
            <a:extLst>
              <a:ext uri="{FF2B5EF4-FFF2-40B4-BE49-F238E27FC236}">
                <a16:creationId xmlns:a16="http://schemas.microsoft.com/office/drawing/2014/main" id="{4B460717-8ED5-2F06-6E84-7DA548696B87}"/>
              </a:ext>
            </a:extLst>
          </p:cNvPr>
          <p:cNvSpPr txBox="1"/>
          <p:nvPr/>
        </p:nvSpPr>
        <p:spPr>
          <a:xfrm>
            <a:off x="3627278" y="1998844"/>
            <a:ext cx="2163609" cy="523220"/>
          </a:xfrm>
          <a:prstGeom prst="rect">
            <a:avLst/>
          </a:prstGeom>
          <a:noFill/>
        </p:spPr>
        <p:txBody>
          <a:bodyPr wrap="square" lIns="91440" tIns="45720" rIns="91440" bIns="45720" rtlCol="0" anchor="t">
            <a:spAutoFit/>
          </a:bodyPr>
          <a:lstStyle/>
          <a:p>
            <a:r>
              <a:rPr lang="en-AU" sz="1400" b="1">
                <a:latin typeface="Segoe UI Light"/>
                <a:cs typeface="Segoe UI Light"/>
              </a:rPr>
              <a:t>Submit Updated Bid to Virtus by End of Week</a:t>
            </a:r>
            <a:endParaRPr lang="en-US"/>
          </a:p>
        </p:txBody>
      </p:sp>
      <p:sp>
        <p:nvSpPr>
          <p:cNvPr id="25" name="TextBox 24">
            <a:extLst>
              <a:ext uri="{FF2B5EF4-FFF2-40B4-BE49-F238E27FC236}">
                <a16:creationId xmlns:a16="http://schemas.microsoft.com/office/drawing/2014/main" id="{2CA272B1-6E50-8BBD-C21B-C57D10002E96}"/>
              </a:ext>
            </a:extLst>
          </p:cNvPr>
          <p:cNvSpPr txBox="1"/>
          <p:nvPr/>
        </p:nvSpPr>
        <p:spPr>
          <a:xfrm>
            <a:off x="6389520" y="1998844"/>
            <a:ext cx="2628026" cy="523220"/>
          </a:xfrm>
          <a:prstGeom prst="rect">
            <a:avLst/>
          </a:prstGeom>
          <a:noFill/>
        </p:spPr>
        <p:txBody>
          <a:bodyPr wrap="square" lIns="91440" tIns="45720" rIns="91440" bIns="45720" rtlCol="0" anchor="t">
            <a:spAutoFit/>
          </a:bodyPr>
          <a:lstStyle/>
          <a:p>
            <a:r>
              <a:rPr lang="en-AU" sz="1400" b="1">
                <a:latin typeface="Segoe UI Light"/>
                <a:cs typeface="Segoe UI Light"/>
              </a:rPr>
              <a:t>Contact Other Key Shareholders About Upcoming Votes</a:t>
            </a:r>
          </a:p>
        </p:txBody>
      </p:sp>
      <p:sp>
        <p:nvSpPr>
          <p:cNvPr id="3" name="Rectangle 2">
            <a:extLst>
              <a:ext uri="{FF2B5EF4-FFF2-40B4-BE49-F238E27FC236}">
                <a16:creationId xmlns:a16="http://schemas.microsoft.com/office/drawing/2014/main" id="{F054E9B5-9609-EEFC-8523-80821114A327}"/>
              </a:ext>
            </a:extLst>
          </p:cNvPr>
          <p:cNvSpPr/>
          <p:nvPr/>
        </p:nvSpPr>
        <p:spPr>
          <a:xfrm>
            <a:off x="-1881499" y="-28080"/>
            <a:ext cx="1744870" cy="706782"/>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cs typeface="Calibri"/>
              </a:rPr>
              <a:t>Lead: Joseph</a:t>
            </a:r>
          </a:p>
          <a:p>
            <a:pPr algn="ctr"/>
            <a:r>
              <a:rPr lang="en-US">
                <a:cs typeface="Calibri"/>
              </a:rPr>
              <a:t>Support: All</a:t>
            </a:r>
          </a:p>
        </p:txBody>
      </p:sp>
      <p:sp>
        <p:nvSpPr>
          <p:cNvPr id="4" name="Oval 3">
            <a:extLst>
              <a:ext uri="{FF2B5EF4-FFF2-40B4-BE49-F238E27FC236}">
                <a16:creationId xmlns:a16="http://schemas.microsoft.com/office/drawing/2014/main" id="{1FF0872D-E566-4B1C-C328-8F45BFAD8CDA}"/>
              </a:ext>
            </a:extLst>
          </p:cNvPr>
          <p:cNvSpPr/>
          <p:nvPr/>
        </p:nvSpPr>
        <p:spPr>
          <a:xfrm>
            <a:off x="373483" y="1974153"/>
            <a:ext cx="506730" cy="519251"/>
          </a:xfrm>
          <a:prstGeom prst="ellipse">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900">
                <a:latin typeface="+mj-lt"/>
                <a:cs typeface="Calibri"/>
              </a:rPr>
              <a:t>1</a:t>
            </a:r>
          </a:p>
        </p:txBody>
      </p:sp>
      <p:sp>
        <p:nvSpPr>
          <p:cNvPr id="15" name="TextBox 14">
            <a:extLst>
              <a:ext uri="{FF2B5EF4-FFF2-40B4-BE49-F238E27FC236}">
                <a16:creationId xmlns:a16="http://schemas.microsoft.com/office/drawing/2014/main" id="{663B45DA-D7D0-1FF1-FECA-4A228CDE371A}"/>
              </a:ext>
            </a:extLst>
          </p:cNvPr>
          <p:cNvSpPr txBox="1"/>
          <p:nvPr/>
        </p:nvSpPr>
        <p:spPr>
          <a:xfrm>
            <a:off x="1390577" y="3480701"/>
            <a:ext cx="3842844" cy="646331"/>
          </a:xfrm>
          <a:prstGeom prst="rect">
            <a:avLst/>
          </a:prstGeom>
          <a:solidFill>
            <a:schemeClr val="bg2">
              <a:lumMod val="90000"/>
            </a:scheme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b="1" dirty="0">
                <a:cs typeface="Calibri"/>
              </a:rPr>
              <a:t>Contact Other Key Shareholders About Upcoming Votes</a:t>
            </a:r>
          </a:p>
        </p:txBody>
      </p:sp>
      <p:sp>
        <p:nvSpPr>
          <p:cNvPr id="17" name="TextBox 16">
            <a:extLst>
              <a:ext uri="{FF2B5EF4-FFF2-40B4-BE49-F238E27FC236}">
                <a16:creationId xmlns:a16="http://schemas.microsoft.com/office/drawing/2014/main" id="{4EE00B61-E06B-D93E-7CCF-D53492230131}"/>
              </a:ext>
            </a:extLst>
          </p:cNvPr>
          <p:cNvSpPr txBox="1"/>
          <p:nvPr/>
        </p:nvSpPr>
        <p:spPr>
          <a:xfrm>
            <a:off x="7096124" y="3468954"/>
            <a:ext cx="3842844" cy="646331"/>
          </a:xfrm>
          <a:prstGeom prst="rect">
            <a:avLst/>
          </a:prstGeom>
          <a:solidFill>
            <a:schemeClr val="bg2">
              <a:lumMod val="90000"/>
            </a:scheme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fontAlgn="ctr"/>
            <a:r>
              <a:rPr lang="en-US" b="1" dirty="0">
                <a:cs typeface="Calibri"/>
              </a:rPr>
              <a:t>Prepare Action Plan for a </a:t>
            </a:r>
            <a:r>
              <a:rPr lang="en-US" b="1" dirty="0" err="1">
                <a:cs typeface="Calibri"/>
              </a:rPr>
              <a:t>CapVest</a:t>
            </a:r>
            <a:r>
              <a:rPr lang="en-US" b="1" dirty="0">
                <a:cs typeface="Calibri"/>
              </a:rPr>
              <a:t> Counteroffer</a:t>
            </a:r>
          </a:p>
        </p:txBody>
      </p:sp>
      <p:sp>
        <p:nvSpPr>
          <p:cNvPr id="22" name="TextBox 21">
            <a:extLst>
              <a:ext uri="{FF2B5EF4-FFF2-40B4-BE49-F238E27FC236}">
                <a16:creationId xmlns:a16="http://schemas.microsoft.com/office/drawing/2014/main" id="{A6A0B60A-7C5A-64E4-2B8A-C8156BBCB1EA}"/>
              </a:ext>
            </a:extLst>
          </p:cNvPr>
          <p:cNvSpPr txBox="1"/>
          <p:nvPr/>
        </p:nvSpPr>
        <p:spPr>
          <a:xfrm>
            <a:off x="1152311" y="4204736"/>
            <a:ext cx="3842844" cy="181588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panose="020B0604020202020204" pitchFamily="34" charset="0"/>
              <a:buChar char="•"/>
            </a:pPr>
            <a:r>
              <a:rPr lang="en-US" sz="1400" dirty="0">
                <a:latin typeface="Segoe UI Light" panose="020B0402040204020203" pitchFamily="34" charset="0"/>
                <a:cs typeface="Segoe UI Light" panose="020B0402040204020203" pitchFamily="34" charset="0"/>
              </a:rPr>
              <a:t>Convince other shareholders that BGH’s offer provides more value by outlining the potential tax implications associated with a return of capital</a:t>
            </a:r>
          </a:p>
          <a:p>
            <a:pPr marL="285750" indent="-285750">
              <a:buFont typeface="Arial" panose="020B0604020202020204" pitchFamily="34" charset="0"/>
              <a:buChar char="•"/>
            </a:pPr>
            <a:r>
              <a:rPr lang="en-US" sz="1400" dirty="0">
                <a:latin typeface="Segoe UI Light" panose="020B0402040204020203" pitchFamily="34" charset="0"/>
                <a:cs typeface="Segoe UI Light" panose="020B0402040204020203" pitchFamily="34" charset="0"/>
              </a:rPr>
              <a:t>Gauge shareholder support regarding their preferred acquisition method (Scheme Vs Off-Market) to determine the likelihood of success of the </a:t>
            </a:r>
            <a:r>
              <a:rPr lang="en-US" sz="1400" dirty="0" err="1">
                <a:latin typeface="Segoe UI Light" panose="020B0402040204020203" pitchFamily="34" charset="0"/>
                <a:cs typeface="Segoe UI Light" panose="020B0402040204020203" pitchFamily="34" charset="0"/>
              </a:rPr>
              <a:t>CapVest</a:t>
            </a:r>
            <a:r>
              <a:rPr lang="en-US" sz="1400" dirty="0">
                <a:latin typeface="Segoe UI Light" panose="020B0402040204020203" pitchFamily="34" charset="0"/>
                <a:cs typeface="Segoe UI Light" panose="020B0402040204020203" pitchFamily="34" charset="0"/>
              </a:rPr>
              <a:t> scheme</a:t>
            </a:r>
          </a:p>
        </p:txBody>
      </p:sp>
      <p:sp>
        <p:nvSpPr>
          <p:cNvPr id="27" name="TextBox 26">
            <a:extLst>
              <a:ext uri="{FF2B5EF4-FFF2-40B4-BE49-F238E27FC236}">
                <a16:creationId xmlns:a16="http://schemas.microsoft.com/office/drawing/2014/main" id="{C1C5191E-83A7-4E5A-ED07-1133F539FD60}"/>
              </a:ext>
            </a:extLst>
          </p:cNvPr>
          <p:cNvSpPr txBox="1"/>
          <p:nvPr/>
        </p:nvSpPr>
        <p:spPr>
          <a:xfrm>
            <a:off x="6919438" y="4170650"/>
            <a:ext cx="3842844" cy="181588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panose="020B0604020202020204" pitchFamily="34" charset="0"/>
              <a:buChar char="•"/>
            </a:pPr>
            <a:r>
              <a:rPr lang="en-US" sz="1400" dirty="0" err="1">
                <a:latin typeface="Segoe UI Light" panose="020B0402040204020203" pitchFamily="34" charset="0"/>
                <a:cs typeface="Segoe UI Light" panose="020B0402040204020203" pitchFamily="34" charset="0"/>
              </a:rPr>
              <a:t>Analyse</a:t>
            </a:r>
            <a:r>
              <a:rPr lang="en-US" sz="1400" dirty="0">
                <a:latin typeface="Segoe UI Light" panose="020B0402040204020203" pitchFamily="34" charset="0"/>
                <a:cs typeface="Segoe UI Light" panose="020B0402040204020203" pitchFamily="34" charset="0"/>
              </a:rPr>
              <a:t> </a:t>
            </a:r>
            <a:r>
              <a:rPr lang="en-US" sz="1400" dirty="0" err="1">
                <a:latin typeface="Segoe UI Light" panose="020B0402040204020203" pitchFamily="34" charset="0"/>
                <a:cs typeface="Segoe UI Light" panose="020B0402040204020203" pitchFamily="34" charset="0"/>
              </a:rPr>
              <a:t>CapVest’s</a:t>
            </a:r>
            <a:r>
              <a:rPr lang="en-US" sz="1400" dirty="0">
                <a:latin typeface="Segoe UI Light" panose="020B0402040204020203" pitchFamily="34" charset="0"/>
                <a:cs typeface="Segoe UI Light" panose="020B0402040204020203" pitchFamily="34" charset="0"/>
              </a:rPr>
              <a:t> best response to our offer, and if they have the capacity to submit an improved offer. </a:t>
            </a:r>
          </a:p>
          <a:p>
            <a:pPr marL="285750" indent="-285750">
              <a:buFont typeface="Arial" panose="020B0604020202020204" pitchFamily="34" charset="0"/>
              <a:buChar char="•"/>
            </a:pPr>
            <a:r>
              <a:rPr lang="en-US" sz="1400" dirty="0">
                <a:latin typeface="Segoe UI Light" panose="020B0402040204020203" pitchFamily="34" charset="0"/>
                <a:cs typeface="Segoe UI Light" panose="020B0402040204020203" pitchFamily="34" charset="0"/>
              </a:rPr>
              <a:t>Identify and prepare for likely clauses that </a:t>
            </a:r>
            <a:r>
              <a:rPr lang="en-US" sz="1400" dirty="0" err="1">
                <a:latin typeface="Segoe UI Light" panose="020B0402040204020203" pitchFamily="34" charset="0"/>
                <a:cs typeface="Segoe UI Light" panose="020B0402040204020203" pitchFamily="34" charset="0"/>
              </a:rPr>
              <a:t>CapVest</a:t>
            </a:r>
            <a:r>
              <a:rPr lang="en-US" sz="1400" dirty="0">
                <a:latin typeface="Segoe UI Light" panose="020B0402040204020203" pitchFamily="34" charset="0"/>
                <a:cs typeface="Segoe UI Light" panose="020B0402040204020203" pitchFamily="34" charset="0"/>
              </a:rPr>
              <a:t> might introduce to improve their deal</a:t>
            </a:r>
          </a:p>
          <a:p>
            <a:pPr marL="285750" indent="-285750">
              <a:buFont typeface="Arial" panose="020B0604020202020204" pitchFamily="34" charset="0"/>
              <a:buChar char="•"/>
            </a:pPr>
            <a:r>
              <a:rPr lang="en-US" sz="1400" dirty="0">
                <a:latin typeface="Segoe UI Light" panose="020B0402040204020203" pitchFamily="34" charset="0"/>
                <a:cs typeface="Segoe UI Light" panose="020B0402040204020203" pitchFamily="34" charset="0"/>
              </a:rPr>
              <a:t>Begin analysis on future bid strategy in the case </a:t>
            </a:r>
            <a:r>
              <a:rPr lang="en-US" sz="1400" dirty="0" err="1">
                <a:latin typeface="Segoe UI Light" panose="020B0402040204020203" pitchFamily="34" charset="0"/>
                <a:cs typeface="Segoe UI Light" panose="020B0402040204020203" pitchFamily="34" charset="0"/>
              </a:rPr>
              <a:t>CapVest</a:t>
            </a:r>
            <a:r>
              <a:rPr lang="en-US" sz="1400" dirty="0">
                <a:latin typeface="Segoe UI Light" panose="020B0402040204020203" pitchFamily="34" charset="0"/>
                <a:cs typeface="Segoe UI Light" panose="020B0402040204020203" pitchFamily="34" charset="0"/>
              </a:rPr>
              <a:t> submits a counteroffer</a:t>
            </a:r>
          </a:p>
        </p:txBody>
      </p:sp>
      <p:sp>
        <p:nvSpPr>
          <p:cNvPr id="5" name="Oval 4">
            <a:extLst>
              <a:ext uri="{FF2B5EF4-FFF2-40B4-BE49-F238E27FC236}">
                <a16:creationId xmlns:a16="http://schemas.microsoft.com/office/drawing/2014/main" id="{B15FE4B4-4E78-1EEF-12B9-CBDA0AC25C4E}"/>
              </a:ext>
            </a:extLst>
          </p:cNvPr>
          <p:cNvSpPr/>
          <p:nvPr/>
        </p:nvSpPr>
        <p:spPr>
          <a:xfrm>
            <a:off x="3058634" y="1968762"/>
            <a:ext cx="506730" cy="519251"/>
          </a:xfrm>
          <a:prstGeom prst="ellipse">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900">
                <a:latin typeface="+mj-lt"/>
                <a:cs typeface="Calibri"/>
              </a:rPr>
              <a:t>2</a:t>
            </a:r>
          </a:p>
        </p:txBody>
      </p:sp>
      <p:sp>
        <p:nvSpPr>
          <p:cNvPr id="18" name="Oval 17">
            <a:extLst>
              <a:ext uri="{FF2B5EF4-FFF2-40B4-BE49-F238E27FC236}">
                <a16:creationId xmlns:a16="http://schemas.microsoft.com/office/drawing/2014/main" id="{AD8BEA60-FF8D-C1AC-F828-B0C237CCE992}"/>
              </a:ext>
            </a:extLst>
          </p:cNvPr>
          <p:cNvSpPr/>
          <p:nvPr/>
        </p:nvSpPr>
        <p:spPr>
          <a:xfrm>
            <a:off x="5872443" y="1962609"/>
            <a:ext cx="506730" cy="519251"/>
          </a:xfrm>
          <a:prstGeom prst="ellipse">
            <a:avLst/>
          </a:prstGeom>
          <a:solidFill>
            <a:srgbClr val="97867D"/>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900">
                <a:latin typeface="+mj-lt"/>
                <a:cs typeface="Calibri"/>
              </a:rPr>
              <a:t>3</a:t>
            </a:r>
          </a:p>
        </p:txBody>
      </p:sp>
      <p:sp>
        <p:nvSpPr>
          <p:cNvPr id="28" name="Oval 27">
            <a:extLst>
              <a:ext uri="{FF2B5EF4-FFF2-40B4-BE49-F238E27FC236}">
                <a16:creationId xmlns:a16="http://schemas.microsoft.com/office/drawing/2014/main" id="{A1689725-F4B2-DA83-08D5-9B9E68F46D41}"/>
              </a:ext>
            </a:extLst>
          </p:cNvPr>
          <p:cNvSpPr/>
          <p:nvPr/>
        </p:nvSpPr>
        <p:spPr>
          <a:xfrm>
            <a:off x="9085534" y="2002813"/>
            <a:ext cx="506730" cy="519251"/>
          </a:xfrm>
          <a:prstGeom prst="ellipse">
            <a:avLst/>
          </a:prstGeom>
          <a:solidFill>
            <a:srgbClr val="CFBBA3"/>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900">
                <a:latin typeface="+mj-lt"/>
                <a:cs typeface="Calibri"/>
              </a:rPr>
              <a:t>4</a:t>
            </a:r>
          </a:p>
        </p:txBody>
      </p:sp>
      <p:sp>
        <p:nvSpPr>
          <p:cNvPr id="29" name="TextBox 28">
            <a:extLst>
              <a:ext uri="{FF2B5EF4-FFF2-40B4-BE49-F238E27FC236}">
                <a16:creationId xmlns:a16="http://schemas.microsoft.com/office/drawing/2014/main" id="{E5A70224-37A4-6B33-17C1-9E8BF7D74001}"/>
              </a:ext>
            </a:extLst>
          </p:cNvPr>
          <p:cNvSpPr txBox="1"/>
          <p:nvPr/>
        </p:nvSpPr>
        <p:spPr>
          <a:xfrm>
            <a:off x="9687387" y="1998844"/>
            <a:ext cx="2378759" cy="738664"/>
          </a:xfrm>
          <a:prstGeom prst="rect">
            <a:avLst/>
          </a:prstGeom>
          <a:noFill/>
        </p:spPr>
        <p:txBody>
          <a:bodyPr wrap="square" lIns="91440" tIns="45720" rIns="91440" bIns="45720" rtlCol="0" anchor="t">
            <a:spAutoFit/>
          </a:bodyPr>
          <a:lstStyle/>
          <a:p>
            <a:r>
              <a:rPr lang="en-AU" sz="1400" b="1">
                <a:latin typeface="Segoe UI Light"/>
                <a:cs typeface="Segoe UI Light"/>
              </a:rPr>
              <a:t>Prepare For a </a:t>
            </a:r>
            <a:r>
              <a:rPr lang="en-AU" sz="1400" b="1" err="1">
                <a:latin typeface="Segoe UI Light"/>
                <a:cs typeface="Segoe UI Light"/>
              </a:rPr>
              <a:t>CapVest</a:t>
            </a:r>
            <a:r>
              <a:rPr lang="en-AU" sz="1400" b="1">
                <a:latin typeface="Segoe UI Light"/>
                <a:cs typeface="Segoe UI Light"/>
              </a:rPr>
              <a:t> Counteroffer</a:t>
            </a:r>
          </a:p>
          <a:p>
            <a:endParaRPr lang="en-AU" sz="1400" b="1">
              <a:latin typeface="Segoe UI Light" panose="020B0502040204020203" pitchFamily="34" charset="0"/>
              <a:cs typeface="Segoe UI Light" panose="020B0502040204020203" pitchFamily="34" charset="0"/>
            </a:endParaRPr>
          </a:p>
        </p:txBody>
      </p:sp>
      <p:cxnSp>
        <p:nvCxnSpPr>
          <p:cNvPr id="32" name="Straight Arrow Connector 31">
            <a:extLst>
              <a:ext uri="{FF2B5EF4-FFF2-40B4-BE49-F238E27FC236}">
                <a16:creationId xmlns:a16="http://schemas.microsoft.com/office/drawing/2014/main" id="{325F7572-F737-924E-4B56-B5F4FBBB799F}"/>
              </a:ext>
            </a:extLst>
          </p:cNvPr>
          <p:cNvCxnSpPr>
            <a:cxnSpLocks/>
          </p:cNvCxnSpPr>
          <p:nvPr/>
        </p:nvCxnSpPr>
        <p:spPr>
          <a:xfrm flipH="1">
            <a:off x="447495" y="1760712"/>
            <a:ext cx="10712587" cy="0"/>
          </a:xfrm>
          <a:prstGeom prst="straightConnector1">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C9E7F1C5-68EC-8FE4-0066-1DEB7BDDB2E0}"/>
              </a:ext>
            </a:extLst>
          </p:cNvPr>
          <p:cNvCxnSpPr>
            <a:cxnSpLocks/>
          </p:cNvCxnSpPr>
          <p:nvPr/>
        </p:nvCxnSpPr>
        <p:spPr>
          <a:xfrm flipH="1">
            <a:off x="514010" y="2727691"/>
            <a:ext cx="10712587" cy="0"/>
          </a:xfrm>
          <a:prstGeom prst="straightConnector1">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pic>
        <p:nvPicPr>
          <p:cNvPr id="37" name="Graphic 36" descr="Arrow circle with solid fill">
            <a:extLst>
              <a:ext uri="{FF2B5EF4-FFF2-40B4-BE49-F238E27FC236}">
                <a16:creationId xmlns:a16="http://schemas.microsoft.com/office/drawing/2014/main" id="{ACDCA462-87EB-24C3-424F-02C5B696B93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878051" y="3196471"/>
            <a:ext cx="1080530" cy="1080530"/>
          </a:xfrm>
          <a:prstGeom prst="rect">
            <a:avLst/>
          </a:prstGeom>
        </p:spPr>
      </p:pic>
      <p:pic>
        <p:nvPicPr>
          <p:cNvPr id="38" name="Graphic 17" descr="Handshake with solid fill">
            <a:extLst>
              <a:ext uri="{FF2B5EF4-FFF2-40B4-BE49-F238E27FC236}">
                <a16:creationId xmlns:a16="http://schemas.microsoft.com/office/drawing/2014/main" id="{DF2E30DB-8E53-3DDB-C9DC-E5C4CE85AED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86604" y="3297751"/>
            <a:ext cx="906985" cy="906985"/>
          </a:xfrm>
          <a:prstGeom prst="rect">
            <a:avLst/>
          </a:prstGeom>
        </p:spPr>
      </p:pic>
      <p:pic>
        <p:nvPicPr>
          <p:cNvPr id="40" name="Picture 4" descr="A picture containing text, clipart&#10;&#10;Description automatically generated">
            <a:extLst>
              <a:ext uri="{FF2B5EF4-FFF2-40B4-BE49-F238E27FC236}">
                <a16:creationId xmlns:a16="http://schemas.microsoft.com/office/drawing/2014/main" id="{95C1CBDF-66AB-F4BF-CD66-0024651C2852}"/>
              </a:ext>
            </a:extLst>
          </p:cNvPr>
          <p:cNvPicPr>
            <a:picLocks noChangeAspect="1"/>
          </p:cNvPicPr>
          <p:nvPr/>
        </p:nvPicPr>
        <p:blipFill>
          <a:blip r:embed="rId6"/>
          <a:stretch>
            <a:fillRect/>
          </a:stretch>
        </p:blipFill>
        <p:spPr>
          <a:xfrm>
            <a:off x="210353" y="6317975"/>
            <a:ext cx="906857" cy="370354"/>
          </a:xfrm>
          <a:prstGeom prst="rect">
            <a:avLst/>
          </a:prstGeom>
        </p:spPr>
      </p:pic>
    </p:spTree>
    <p:extLst>
      <p:ext uri="{BB962C8B-B14F-4D97-AF65-F5344CB8AC3E}">
        <p14:creationId xmlns:p14="http://schemas.microsoft.com/office/powerpoint/2010/main" val="29039526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349C726F-08F9-3D0B-DA8D-F7DF6BF706F6}"/>
              </a:ext>
            </a:extLst>
          </p:cNvPr>
          <p:cNvSpPr txBox="1"/>
          <p:nvPr/>
        </p:nvSpPr>
        <p:spPr>
          <a:xfrm>
            <a:off x="8425996" y="6345909"/>
            <a:ext cx="3539745" cy="246221"/>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a:solidFill>
                  <a:schemeClr val="tx1">
                    <a:lumMod val="65000"/>
                    <a:lumOff val="35000"/>
                  </a:schemeClr>
                </a:solidFill>
                <a:latin typeface="Segoe UI Light"/>
                <a:cs typeface="Calibri"/>
              </a:rPr>
              <a:t>For use in the 2023 UBS IB Development Challenge only</a:t>
            </a:r>
          </a:p>
        </p:txBody>
      </p:sp>
      <p:sp>
        <p:nvSpPr>
          <p:cNvPr id="12" name="Slide Number Placeholder 11">
            <a:extLst>
              <a:ext uri="{FF2B5EF4-FFF2-40B4-BE49-F238E27FC236}">
                <a16:creationId xmlns:a16="http://schemas.microsoft.com/office/drawing/2014/main" id="{5D987FC4-D467-32CB-C941-EFCFA69E6111}"/>
              </a:ext>
            </a:extLst>
          </p:cNvPr>
          <p:cNvSpPr>
            <a:spLocks noGrp="1"/>
          </p:cNvSpPr>
          <p:nvPr>
            <p:ph type="sldNum" sz="quarter" idx="12"/>
          </p:nvPr>
        </p:nvSpPr>
        <p:spPr>
          <a:xfrm>
            <a:off x="9217240" y="6282370"/>
            <a:ext cx="2743200" cy="365125"/>
          </a:xfrm>
        </p:spPr>
        <p:txBody>
          <a:bodyPr/>
          <a:lstStyle/>
          <a:p>
            <a:fld id="{330EA680-D336-4FF7-8B7A-9848BB0A1C32}" type="slidenum">
              <a:rPr lang="en-US" sz="1000" b="1" dirty="0" smtClean="0">
                <a:latin typeface="Segoe UI Light"/>
                <a:cs typeface="Segoe UI Light"/>
              </a:rPr>
              <a:t>16</a:t>
            </a:fld>
            <a:endParaRPr lang="en-US" sz="1000" b="1">
              <a:latin typeface="Segoe UI Light"/>
              <a:cs typeface="Segoe UI Light"/>
            </a:endParaRPr>
          </a:p>
        </p:txBody>
      </p:sp>
      <p:sp>
        <p:nvSpPr>
          <p:cNvPr id="4" name="TextBox 3">
            <a:extLst>
              <a:ext uri="{FF2B5EF4-FFF2-40B4-BE49-F238E27FC236}">
                <a16:creationId xmlns:a16="http://schemas.microsoft.com/office/drawing/2014/main" id="{CA9D6D37-7F2D-41B5-5EB5-37BB1EFF9E0E}"/>
              </a:ext>
            </a:extLst>
          </p:cNvPr>
          <p:cNvSpPr txBox="1"/>
          <p:nvPr/>
        </p:nvSpPr>
        <p:spPr>
          <a:xfrm>
            <a:off x="426286" y="1987385"/>
            <a:ext cx="6673047"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600">
                <a:latin typeface="Segoe UI Semilight"/>
                <a:ea typeface="Roboto"/>
                <a:cs typeface="Calibri"/>
              </a:rPr>
              <a:t>Appendix</a:t>
            </a:r>
          </a:p>
          <a:p>
            <a:endParaRPr lang="en-US">
              <a:cs typeface="Calibri"/>
            </a:endParaRPr>
          </a:p>
        </p:txBody>
      </p:sp>
      <p:sp>
        <p:nvSpPr>
          <p:cNvPr id="8" name="TextBox 7">
            <a:extLst>
              <a:ext uri="{FF2B5EF4-FFF2-40B4-BE49-F238E27FC236}">
                <a16:creationId xmlns:a16="http://schemas.microsoft.com/office/drawing/2014/main" id="{F2E6300A-0636-1F23-4CE9-A2E2C8C61C00}"/>
              </a:ext>
            </a:extLst>
          </p:cNvPr>
          <p:cNvSpPr txBox="1"/>
          <p:nvPr/>
        </p:nvSpPr>
        <p:spPr>
          <a:xfrm>
            <a:off x="426286" y="3284736"/>
            <a:ext cx="6673047" cy="132343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514350" indent="-514350">
              <a:buAutoNum type="romanUcPeriod"/>
            </a:pPr>
            <a:r>
              <a:rPr lang="en-US" sz="2000">
                <a:solidFill>
                  <a:srgbClr val="C00000"/>
                </a:solidFill>
                <a:latin typeface="Segoe UI Light"/>
                <a:ea typeface="Roboto"/>
                <a:cs typeface="Calibri"/>
              </a:rPr>
              <a:t>Main Slides</a:t>
            </a:r>
          </a:p>
          <a:p>
            <a:pPr marL="514350" indent="-514350">
              <a:buAutoNum type="romanUcPeriod"/>
            </a:pPr>
            <a:r>
              <a:rPr lang="en-US" sz="2000">
                <a:solidFill>
                  <a:srgbClr val="C00000"/>
                </a:solidFill>
                <a:latin typeface="Segoe UI Light"/>
                <a:ea typeface="Roboto"/>
                <a:cs typeface="Calibri"/>
              </a:rPr>
              <a:t>Company and Industry Overview</a:t>
            </a:r>
            <a:endParaRPr lang="en-US"/>
          </a:p>
          <a:p>
            <a:pPr marL="514350" indent="-514350">
              <a:buAutoNum type="romanUcPeriod"/>
            </a:pPr>
            <a:r>
              <a:rPr lang="en-US" sz="2000">
                <a:solidFill>
                  <a:srgbClr val="C00000"/>
                </a:solidFill>
                <a:latin typeface="Segoe UI Light"/>
                <a:ea typeface="Roboto"/>
                <a:cs typeface="Calibri"/>
              </a:rPr>
              <a:t>Potential Issues </a:t>
            </a:r>
          </a:p>
          <a:p>
            <a:pPr marL="514350" indent="-514350">
              <a:buAutoNum type="romanUcPeriod"/>
            </a:pPr>
            <a:r>
              <a:rPr lang="en-US" sz="2000">
                <a:solidFill>
                  <a:srgbClr val="C00000"/>
                </a:solidFill>
                <a:latin typeface="Segoe UI Light"/>
                <a:ea typeface="Roboto"/>
                <a:cs typeface="Calibri"/>
              </a:rPr>
              <a:t>Supplementary Valuation Analysis</a:t>
            </a:r>
          </a:p>
        </p:txBody>
      </p:sp>
      <p:pic>
        <p:nvPicPr>
          <p:cNvPr id="13" name="Picture 5" descr="Icon&#10;&#10;Description automatically generated">
            <a:extLst>
              <a:ext uri="{FF2B5EF4-FFF2-40B4-BE49-F238E27FC236}">
                <a16:creationId xmlns:a16="http://schemas.microsoft.com/office/drawing/2014/main" id="{F4238492-B66F-9E89-9D2B-84B45D5B950D}"/>
              </a:ext>
            </a:extLst>
          </p:cNvPr>
          <p:cNvPicPr>
            <a:picLocks noChangeAspect="1"/>
          </p:cNvPicPr>
          <p:nvPr/>
        </p:nvPicPr>
        <p:blipFill>
          <a:blip r:embed="rId2"/>
          <a:stretch>
            <a:fillRect/>
          </a:stretch>
        </p:blipFill>
        <p:spPr>
          <a:xfrm>
            <a:off x="7825713" y="2615799"/>
            <a:ext cx="3940001" cy="3666571"/>
          </a:xfrm>
          <a:prstGeom prst="rect">
            <a:avLst/>
          </a:prstGeom>
        </p:spPr>
      </p:pic>
      <p:pic>
        <p:nvPicPr>
          <p:cNvPr id="3" name="Picture 4" descr="A picture containing text, clipart&#10;&#10;Description automatically generated">
            <a:extLst>
              <a:ext uri="{FF2B5EF4-FFF2-40B4-BE49-F238E27FC236}">
                <a16:creationId xmlns:a16="http://schemas.microsoft.com/office/drawing/2014/main" id="{13A35A02-9388-177C-6514-567BA35C57DA}"/>
              </a:ext>
            </a:extLst>
          </p:cNvPr>
          <p:cNvPicPr>
            <a:picLocks noChangeAspect="1"/>
          </p:cNvPicPr>
          <p:nvPr/>
        </p:nvPicPr>
        <p:blipFill>
          <a:blip r:embed="rId3"/>
          <a:stretch>
            <a:fillRect/>
          </a:stretch>
        </p:blipFill>
        <p:spPr>
          <a:xfrm>
            <a:off x="210353" y="6317975"/>
            <a:ext cx="906857" cy="370354"/>
          </a:xfrm>
          <a:prstGeom prst="rect">
            <a:avLst/>
          </a:prstGeom>
        </p:spPr>
      </p:pic>
    </p:spTree>
    <p:extLst>
      <p:ext uri="{BB962C8B-B14F-4D97-AF65-F5344CB8AC3E}">
        <p14:creationId xmlns:p14="http://schemas.microsoft.com/office/powerpoint/2010/main" val="4808552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349C726F-08F9-3D0B-DA8D-F7DF6BF706F6}"/>
              </a:ext>
            </a:extLst>
          </p:cNvPr>
          <p:cNvSpPr txBox="1"/>
          <p:nvPr/>
        </p:nvSpPr>
        <p:spPr>
          <a:xfrm>
            <a:off x="8425996" y="6345909"/>
            <a:ext cx="3539745" cy="246221"/>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a:solidFill>
                  <a:schemeClr val="tx1">
                    <a:lumMod val="65000"/>
                    <a:lumOff val="35000"/>
                  </a:schemeClr>
                </a:solidFill>
                <a:latin typeface="Segoe UI Light"/>
                <a:cs typeface="Calibri"/>
              </a:rPr>
              <a:t>For use in the 2023 UBS IB Development Challenge only</a:t>
            </a:r>
          </a:p>
        </p:txBody>
      </p:sp>
      <p:sp>
        <p:nvSpPr>
          <p:cNvPr id="12" name="Slide Number Placeholder 11">
            <a:extLst>
              <a:ext uri="{FF2B5EF4-FFF2-40B4-BE49-F238E27FC236}">
                <a16:creationId xmlns:a16="http://schemas.microsoft.com/office/drawing/2014/main" id="{5D987FC4-D467-32CB-C941-EFCFA69E6111}"/>
              </a:ext>
            </a:extLst>
          </p:cNvPr>
          <p:cNvSpPr>
            <a:spLocks noGrp="1"/>
          </p:cNvSpPr>
          <p:nvPr>
            <p:ph type="sldNum" sz="quarter" idx="12"/>
          </p:nvPr>
        </p:nvSpPr>
        <p:spPr>
          <a:xfrm>
            <a:off x="9217240" y="6282370"/>
            <a:ext cx="2743200" cy="365125"/>
          </a:xfrm>
        </p:spPr>
        <p:txBody>
          <a:bodyPr/>
          <a:lstStyle/>
          <a:p>
            <a:fld id="{330EA680-D336-4FF7-8B7A-9848BB0A1C32}" type="slidenum">
              <a:rPr lang="en-US" sz="1000" b="1" dirty="0" smtClean="0">
                <a:latin typeface="Segoe UI Light"/>
                <a:cs typeface="Segoe UI Light"/>
              </a:rPr>
              <a:t>17</a:t>
            </a:fld>
            <a:endParaRPr lang="en-US" sz="1000" b="1">
              <a:latin typeface="Segoe UI Light"/>
              <a:cs typeface="Segoe UI Light"/>
            </a:endParaRPr>
          </a:p>
        </p:txBody>
      </p:sp>
      <p:sp>
        <p:nvSpPr>
          <p:cNvPr id="6" name="TextBox 5">
            <a:extLst>
              <a:ext uri="{FF2B5EF4-FFF2-40B4-BE49-F238E27FC236}">
                <a16:creationId xmlns:a16="http://schemas.microsoft.com/office/drawing/2014/main" id="{4826AC15-5D26-BA6A-B1B3-32A0FA0310E0}"/>
              </a:ext>
            </a:extLst>
          </p:cNvPr>
          <p:cNvSpPr txBox="1"/>
          <p:nvPr/>
        </p:nvSpPr>
        <p:spPr>
          <a:xfrm>
            <a:off x="383763" y="1759944"/>
            <a:ext cx="237406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solidFill>
                  <a:srgbClr val="FF0000"/>
                </a:solidFill>
                <a:latin typeface="Segoe UI Light" panose="020B0502040204020203" pitchFamily="34" charset="0"/>
                <a:cs typeface="Segoe UI Light" panose="020B0502040204020203" pitchFamily="34" charset="0"/>
              </a:rPr>
              <a:t>I. Main Slides</a:t>
            </a:r>
          </a:p>
        </p:txBody>
      </p:sp>
      <p:sp>
        <p:nvSpPr>
          <p:cNvPr id="7" name="TextBox 6">
            <a:extLst>
              <a:ext uri="{FF2B5EF4-FFF2-40B4-BE49-F238E27FC236}">
                <a16:creationId xmlns:a16="http://schemas.microsoft.com/office/drawing/2014/main" id="{D11F3C11-FF31-3897-DD7E-24455E0AA925}"/>
              </a:ext>
            </a:extLst>
          </p:cNvPr>
          <p:cNvSpPr txBox="1"/>
          <p:nvPr/>
        </p:nvSpPr>
        <p:spPr>
          <a:xfrm>
            <a:off x="3036498" y="1463766"/>
            <a:ext cx="276087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solidFill>
                  <a:srgbClr val="FF0000"/>
                </a:solidFill>
                <a:latin typeface="Segoe UI Light" panose="020B0502040204020203" pitchFamily="34" charset="0"/>
                <a:cs typeface="Segoe UI Light" panose="020B0502040204020203" pitchFamily="34" charset="0"/>
              </a:rPr>
              <a:t>II. Appendix  -Company and Industry Overview</a:t>
            </a:r>
          </a:p>
        </p:txBody>
      </p:sp>
      <p:sp>
        <p:nvSpPr>
          <p:cNvPr id="10" name="TextBox 9">
            <a:extLst>
              <a:ext uri="{FF2B5EF4-FFF2-40B4-BE49-F238E27FC236}">
                <a16:creationId xmlns:a16="http://schemas.microsoft.com/office/drawing/2014/main" id="{2F0ACD7A-1223-FD4D-03AD-76FE908F6524}"/>
              </a:ext>
            </a:extLst>
          </p:cNvPr>
          <p:cNvSpPr txBox="1"/>
          <p:nvPr/>
        </p:nvSpPr>
        <p:spPr>
          <a:xfrm>
            <a:off x="5890618" y="1496990"/>
            <a:ext cx="2995543"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solidFill>
                  <a:srgbClr val="FF0000"/>
                </a:solidFill>
                <a:latin typeface="Segoe UI Light" panose="020B0502040204020203" pitchFamily="34" charset="0"/>
                <a:cs typeface="Segoe UI Light" panose="020B0502040204020203" pitchFamily="34" charset="0"/>
              </a:rPr>
              <a:t>III. Appendix – Potential Issues</a:t>
            </a:r>
          </a:p>
        </p:txBody>
      </p:sp>
      <p:sp>
        <p:nvSpPr>
          <p:cNvPr id="14" name="TextBox 13">
            <a:extLst>
              <a:ext uri="{FF2B5EF4-FFF2-40B4-BE49-F238E27FC236}">
                <a16:creationId xmlns:a16="http://schemas.microsoft.com/office/drawing/2014/main" id="{7F26FAB8-67FA-B184-4355-503335B32D0E}"/>
              </a:ext>
            </a:extLst>
          </p:cNvPr>
          <p:cNvSpPr txBox="1"/>
          <p:nvPr/>
        </p:nvSpPr>
        <p:spPr>
          <a:xfrm>
            <a:off x="8812695" y="1208387"/>
            <a:ext cx="2995543"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solidFill>
                  <a:srgbClr val="FF0000"/>
                </a:solidFill>
                <a:latin typeface="Segoe UI Light" panose="020B0502040204020203" pitchFamily="34" charset="0"/>
                <a:cs typeface="Segoe UI Light" panose="020B0502040204020203" pitchFamily="34" charset="0"/>
              </a:rPr>
              <a:t>IV. Appendix – Supplementary Valuation Analysis</a:t>
            </a:r>
          </a:p>
        </p:txBody>
      </p:sp>
      <p:sp>
        <p:nvSpPr>
          <p:cNvPr id="15" name="TextBox 14">
            <a:extLst>
              <a:ext uri="{FF2B5EF4-FFF2-40B4-BE49-F238E27FC236}">
                <a16:creationId xmlns:a16="http://schemas.microsoft.com/office/drawing/2014/main" id="{C7BAAF54-B49D-82A5-BD9A-B3AE29ABFB19}"/>
              </a:ext>
            </a:extLst>
          </p:cNvPr>
          <p:cNvSpPr txBox="1"/>
          <p:nvPr/>
        </p:nvSpPr>
        <p:spPr>
          <a:xfrm>
            <a:off x="296058" y="2163488"/>
            <a:ext cx="2849216"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dirty="0">
                <a:latin typeface="Segoe UI Light"/>
                <a:cs typeface="Segoe UI Light"/>
              </a:rPr>
              <a:t>Slide 1</a:t>
            </a:r>
          </a:p>
          <a:p>
            <a:endParaRPr lang="en-US" sz="1400" dirty="0">
              <a:latin typeface="Segoe UI Light"/>
              <a:cs typeface="Segoe UI Light"/>
            </a:endParaRPr>
          </a:p>
        </p:txBody>
      </p:sp>
      <p:sp>
        <p:nvSpPr>
          <p:cNvPr id="16" name="Title 2">
            <a:extLst>
              <a:ext uri="{FF2B5EF4-FFF2-40B4-BE49-F238E27FC236}">
                <a16:creationId xmlns:a16="http://schemas.microsoft.com/office/drawing/2014/main" id="{6F9086BC-DEE3-676F-D3A2-A401BC0198F7}"/>
              </a:ext>
            </a:extLst>
          </p:cNvPr>
          <p:cNvSpPr txBox="1">
            <a:spLocks/>
          </p:cNvSpPr>
          <p:nvPr/>
        </p:nvSpPr>
        <p:spPr>
          <a:xfrm>
            <a:off x="300038" y="328349"/>
            <a:ext cx="9065635" cy="406360"/>
          </a:xfrm>
          <a:prstGeom prst="rect">
            <a:avLst/>
          </a:prstGeom>
        </p:spPr>
        <p:txBody>
          <a:bodyPr vert="horz" lIns="91440" tIns="45720" rIns="91440" bIns="45720"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AU" sz="3200">
                <a:latin typeface="Segoe UI Light"/>
                <a:cs typeface="Calibri"/>
              </a:rPr>
              <a:t>Appendix Slides</a:t>
            </a:r>
            <a:endParaRPr lang="en-US"/>
          </a:p>
        </p:txBody>
      </p:sp>
      <p:sp>
        <p:nvSpPr>
          <p:cNvPr id="17" name="TextBox 16">
            <a:extLst>
              <a:ext uri="{FF2B5EF4-FFF2-40B4-BE49-F238E27FC236}">
                <a16:creationId xmlns:a16="http://schemas.microsoft.com/office/drawing/2014/main" id="{1737C5D3-032A-5626-0874-648B7F0F5039}"/>
              </a:ext>
            </a:extLst>
          </p:cNvPr>
          <p:cNvSpPr txBox="1"/>
          <p:nvPr/>
        </p:nvSpPr>
        <p:spPr>
          <a:xfrm>
            <a:off x="3014869" y="2163486"/>
            <a:ext cx="2760869"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a:latin typeface="Segoe UI Light" panose="020B0502040204020203" pitchFamily="34" charset="0"/>
                <a:cs typeface="Segoe UI Light" panose="020B0502040204020203" pitchFamily="34" charset="0"/>
              </a:rPr>
              <a:t>Slide 1</a:t>
            </a:r>
          </a:p>
        </p:txBody>
      </p:sp>
      <p:sp>
        <p:nvSpPr>
          <p:cNvPr id="18" name="TextBox 17">
            <a:extLst>
              <a:ext uri="{FF2B5EF4-FFF2-40B4-BE49-F238E27FC236}">
                <a16:creationId xmlns:a16="http://schemas.microsoft.com/office/drawing/2014/main" id="{25571BAE-1C40-7B55-B1E7-EAA5ECC15EF3}"/>
              </a:ext>
            </a:extLst>
          </p:cNvPr>
          <p:cNvSpPr txBox="1"/>
          <p:nvPr/>
        </p:nvSpPr>
        <p:spPr>
          <a:xfrm>
            <a:off x="5775739" y="2163486"/>
            <a:ext cx="2849216"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a:latin typeface="Segoe UI Light" panose="020B0502040204020203" pitchFamily="34" charset="0"/>
                <a:cs typeface="Segoe UI Light" panose="020B0502040204020203" pitchFamily="34" charset="0"/>
              </a:rPr>
              <a:t>Slide</a:t>
            </a:r>
            <a:r>
              <a:rPr lang="en-US" sz="1600">
                <a:latin typeface="Segoe UI Light" panose="020B0502040204020203" pitchFamily="34" charset="0"/>
                <a:cs typeface="Segoe UI Light" panose="020B0502040204020203" pitchFamily="34" charset="0"/>
              </a:rPr>
              <a:t> 1</a:t>
            </a:r>
          </a:p>
        </p:txBody>
      </p:sp>
      <p:sp>
        <p:nvSpPr>
          <p:cNvPr id="19" name="TextBox 18">
            <a:extLst>
              <a:ext uri="{FF2B5EF4-FFF2-40B4-BE49-F238E27FC236}">
                <a16:creationId xmlns:a16="http://schemas.microsoft.com/office/drawing/2014/main" id="{2B1F6D7E-C878-775A-4D82-FB88A350187A}"/>
              </a:ext>
            </a:extLst>
          </p:cNvPr>
          <p:cNvSpPr txBox="1"/>
          <p:nvPr/>
        </p:nvSpPr>
        <p:spPr>
          <a:xfrm>
            <a:off x="8812695" y="2163486"/>
            <a:ext cx="2849216"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a:latin typeface="Segoe UI Light" panose="020B0502040204020203" pitchFamily="34" charset="0"/>
                <a:cs typeface="Segoe UI Light" panose="020B0502040204020203" pitchFamily="34" charset="0"/>
              </a:rPr>
              <a:t>Slide 1</a:t>
            </a:r>
          </a:p>
        </p:txBody>
      </p:sp>
      <p:cxnSp>
        <p:nvCxnSpPr>
          <p:cNvPr id="2" name="Straight Arrow Connector 1">
            <a:extLst>
              <a:ext uri="{FF2B5EF4-FFF2-40B4-BE49-F238E27FC236}">
                <a16:creationId xmlns:a16="http://schemas.microsoft.com/office/drawing/2014/main" id="{8C02E84D-0B34-1369-951B-8BE62C198D06}"/>
              </a:ext>
            </a:extLst>
          </p:cNvPr>
          <p:cNvCxnSpPr>
            <a:cxnSpLocks/>
          </p:cNvCxnSpPr>
          <p:nvPr/>
        </p:nvCxnSpPr>
        <p:spPr>
          <a:xfrm>
            <a:off x="382510" y="2163486"/>
            <a:ext cx="2441157" cy="0"/>
          </a:xfrm>
          <a:prstGeom prst="straightConnector1">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EE9C439D-DB0B-CA39-E11D-FD7EA1A31031}"/>
              </a:ext>
            </a:extLst>
          </p:cNvPr>
          <p:cNvCxnSpPr>
            <a:cxnSpLocks/>
          </p:cNvCxnSpPr>
          <p:nvPr/>
        </p:nvCxnSpPr>
        <p:spPr>
          <a:xfrm>
            <a:off x="3073284" y="2140874"/>
            <a:ext cx="2441157" cy="0"/>
          </a:xfrm>
          <a:prstGeom prst="straightConnector1">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BD74B6C2-F885-F5D5-0D85-AEB2D83FD185}"/>
              </a:ext>
            </a:extLst>
          </p:cNvPr>
          <p:cNvCxnSpPr>
            <a:cxnSpLocks/>
          </p:cNvCxnSpPr>
          <p:nvPr/>
        </p:nvCxnSpPr>
        <p:spPr>
          <a:xfrm>
            <a:off x="5890618" y="2145157"/>
            <a:ext cx="2441157" cy="0"/>
          </a:xfrm>
          <a:prstGeom prst="straightConnector1">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AEECE370-7C2A-7BCA-4327-EF84F72B58B4}"/>
              </a:ext>
            </a:extLst>
          </p:cNvPr>
          <p:cNvCxnSpPr>
            <a:cxnSpLocks/>
          </p:cNvCxnSpPr>
          <p:nvPr/>
        </p:nvCxnSpPr>
        <p:spPr>
          <a:xfrm>
            <a:off x="8886161" y="2129276"/>
            <a:ext cx="2441157" cy="0"/>
          </a:xfrm>
          <a:prstGeom prst="straightConnector1">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626F9AE5-193C-2EC1-D3E7-44FB4FE4FDB4}"/>
              </a:ext>
            </a:extLst>
          </p:cNvPr>
          <p:cNvSpPr/>
          <p:nvPr/>
        </p:nvSpPr>
        <p:spPr>
          <a:xfrm>
            <a:off x="-1881499" y="-28080"/>
            <a:ext cx="1744870" cy="706782"/>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cs typeface="Calibri"/>
              </a:rPr>
              <a:t>All</a:t>
            </a:r>
          </a:p>
        </p:txBody>
      </p:sp>
      <p:pic>
        <p:nvPicPr>
          <p:cNvPr id="5" name="Picture 4" descr="A picture containing text, clipart&#10;&#10;Description automatically generated">
            <a:extLst>
              <a:ext uri="{FF2B5EF4-FFF2-40B4-BE49-F238E27FC236}">
                <a16:creationId xmlns:a16="http://schemas.microsoft.com/office/drawing/2014/main" id="{306F9BDE-C5D6-50DA-D5BB-E68D9A5F34C2}"/>
              </a:ext>
            </a:extLst>
          </p:cNvPr>
          <p:cNvPicPr>
            <a:picLocks noChangeAspect="1"/>
          </p:cNvPicPr>
          <p:nvPr/>
        </p:nvPicPr>
        <p:blipFill>
          <a:blip r:embed="rId2"/>
          <a:stretch>
            <a:fillRect/>
          </a:stretch>
        </p:blipFill>
        <p:spPr>
          <a:xfrm>
            <a:off x="210353" y="6317975"/>
            <a:ext cx="906857" cy="370354"/>
          </a:xfrm>
          <a:prstGeom prst="rect">
            <a:avLst/>
          </a:prstGeom>
        </p:spPr>
      </p:pic>
    </p:spTree>
    <p:extLst>
      <p:ext uri="{BB962C8B-B14F-4D97-AF65-F5344CB8AC3E}">
        <p14:creationId xmlns:p14="http://schemas.microsoft.com/office/powerpoint/2010/main" val="26827883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a:extLst>
              <a:ext uri="{FF2B5EF4-FFF2-40B4-BE49-F238E27FC236}">
                <a16:creationId xmlns:a16="http://schemas.microsoft.com/office/drawing/2014/main" id="{AC84F134-41B0-E093-900D-9EC4900E34B5}"/>
              </a:ext>
            </a:extLst>
          </p:cNvPr>
          <p:cNvSpPr>
            <a:spLocks noGrp="1"/>
          </p:cNvSpPr>
          <p:nvPr>
            <p:ph type="title"/>
          </p:nvPr>
        </p:nvSpPr>
        <p:spPr>
          <a:xfrm>
            <a:off x="300038" y="328349"/>
            <a:ext cx="9065635" cy="406360"/>
          </a:xfrm>
        </p:spPr>
        <p:txBody>
          <a:bodyPr>
            <a:noAutofit/>
          </a:bodyPr>
          <a:lstStyle/>
          <a:p>
            <a:r>
              <a:rPr lang="en-AU" sz="3200">
                <a:latin typeface="Segoe UI Light"/>
                <a:cs typeface="Calibri"/>
              </a:rPr>
              <a:t>Assessing the offers – Key Other Factors</a:t>
            </a:r>
          </a:p>
        </p:txBody>
      </p:sp>
      <p:cxnSp>
        <p:nvCxnSpPr>
          <p:cNvPr id="6" name="Straight Arrow Connector 5">
            <a:extLst>
              <a:ext uri="{FF2B5EF4-FFF2-40B4-BE49-F238E27FC236}">
                <a16:creationId xmlns:a16="http://schemas.microsoft.com/office/drawing/2014/main" id="{C5B8DB1B-6396-42E4-9133-229F939AFFFA}"/>
              </a:ext>
            </a:extLst>
          </p:cNvPr>
          <p:cNvCxnSpPr/>
          <p:nvPr/>
        </p:nvCxnSpPr>
        <p:spPr>
          <a:xfrm flipV="1">
            <a:off x="385619" y="763156"/>
            <a:ext cx="11178308" cy="43872"/>
          </a:xfrm>
          <a:prstGeom prst="straightConnector1">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42F0B3DC-26D7-C8D7-2095-150058C60ECD}"/>
              </a:ext>
            </a:extLst>
          </p:cNvPr>
          <p:cNvSpPr txBox="1"/>
          <p:nvPr/>
        </p:nvSpPr>
        <p:spPr>
          <a:xfrm>
            <a:off x="307355" y="837382"/>
            <a:ext cx="1085272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FF0000"/>
                </a:solidFill>
                <a:latin typeface="Segoe UI Semilight"/>
                <a:cs typeface="Segoe UI Light"/>
              </a:rPr>
              <a:t>Approvals Required and Virtus' Current Response to </a:t>
            </a:r>
            <a:r>
              <a:rPr lang="en-US" err="1">
                <a:solidFill>
                  <a:srgbClr val="FF0000"/>
                </a:solidFill>
                <a:latin typeface="Segoe UI Semilight"/>
                <a:cs typeface="Segoe UI Light"/>
              </a:rPr>
              <a:t>CapVest's</a:t>
            </a:r>
            <a:r>
              <a:rPr lang="en-US">
                <a:solidFill>
                  <a:srgbClr val="FF0000"/>
                </a:solidFill>
                <a:latin typeface="Segoe UI Semilight"/>
                <a:cs typeface="Segoe UI Light"/>
              </a:rPr>
              <a:t> Offer Must Be Factored Into BGH's Next Bid</a:t>
            </a:r>
          </a:p>
        </p:txBody>
      </p:sp>
      <p:sp>
        <p:nvSpPr>
          <p:cNvPr id="10" name="TextBox 9">
            <a:extLst>
              <a:ext uri="{FF2B5EF4-FFF2-40B4-BE49-F238E27FC236}">
                <a16:creationId xmlns:a16="http://schemas.microsoft.com/office/drawing/2014/main" id="{1F93AE4B-1AD3-DF49-A82D-15D970233F59}"/>
              </a:ext>
            </a:extLst>
          </p:cNvPr>
          <p:cNvSpPr txBox="1"/>
          <p:nvPr/>
        </p:nvSpPr>
        <p:spPr>
          <a:xfrm>
            <a:off x="1618156" y="6283641"/>
            <a:ext cx="2089727" cy="246221"/>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a:solidFill>
                  <a:schemeClr val="tx1">
                    <a:lumMod val="65000"/>
                    <a:lumOff val="35000"/>
                  </a:schemeClr>
                </a:solidFill>
                <a:latin typeface="Segoe UI Light"/>
                <a:cs typeface="Calibri"/>
              </a:rPr>
              <a:t>Source: ASX Announcements</a:t>
            </a:r>
            <a:endParaRPr lang="en-US" sz="1000">
              <a:solidFill>
                <a:schemeClr val="tx1">
                  <a:lumMod val="65000"/>
                  <a:lumOff val="35000"/>
                </a:schemeClr>
              </a:solidFill>
              <a:latin typeface="Segoe UI Light"/>
            </a:endParaRPr>
          </a:p>
        </p:txBody>
      </p:sp>
      <p:sp>
        <p:nvSpPr>
          <p:cNvPr id="11" name="TextBox 10">
            <a:extLst>
              <a:ext uri="{FF2B5EF4-FFF2-40B4-BE49-F238E27FC236}">
                <a16:creationId xmlns:a16="http://schemas.microsoft.com/office/drawing/2014/main" id="{349C726F-08F9-3D0B-DA8D-F7DF6BF706F6}"/>
              </a:ext>
            </a:extLst>
          </p:cNvPr>
          <p:cNvSpPr txBox="1"/>
          <p:nvPr/>
        </p:nvSpPr>
        <p:spPr>
          <a:xfrm>
            <a:off x="8425996" y="6345909"/>
            <a:ext cx="3539745" cy="246221"/>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a:solidFill>
                  <a:schemeClr val="tx1">
                    <a:lumMod val="65000"/>
                    <a:lumOff val="35000"/>
                  </a:schemeClr>
                </a:solidFill>
                <a:latin typeface="Segoe UI Light"/>
                <a:cs typeface="Calibri"/>
              </a:rPr>
              <a:t>For use in the 2023 UBS IB Development Challenge only</a:t>
            </a:r>
          </a:p>
        </p:txBody>
      </p:sp>
      <p:sp>
        <p:nvSpPr>
          <p:cNvPr id="12" name="Slide Number Placeholder 11">
            <a:extLst>
              <a:ext uri="{FF2B5EF4-FFF2-40B4-BE49-F238E27FC236}">
                <a16:creationId xmlns:a16="http://schemas.microsoft.com/office/drawing/2014/main" id="{5D987FC4-D467-32CB-C941-EFCFA69E6111}"/>
              </a:ext>
            </a:extLst>
          </p:cNvPr>
          <p:cNvSpPr>
            <a:spLocks noGrp="1"/>
          </p:cNvSpPr>
          <p:nvPr>
            <p:ph type="sldNum" sz="quarter" idx="12"/>
          </p:nvPr>
        </p:nvSpPr>
        <p:spPr>
          <a:xfrm>
            <a:off x="9217240" y="6282370"/>
            <a:ext cx="2743200" cy="365125"/>
          </a:xfrm>
        </p:spPr>
        <p:txBody>
          <a:bodyPr/>
          <a:lstStyle/>
          <a:p>
            <a:fld id="{330EA680-D336-4FF7-8B7A-9848BB0A1C32}" type="slidenum">
              <a:rPr lang="en-US" sz="1000" b="1" dirty="0" smtClean="0">
                <a:latin typeface="Segoe UI Light"/>
                <a:cs typeface="Segoe UI Light"/>
              </a:rPr>
              <a:t>18</a:t>
            </a:fld>
            <a:endParaRPr lang="en-US" sz="1000" b="1">
              <a:latin typeface="Segoe UI Light"/>
              <a:cs typeface="Segoe UI Light"/>
            </a:endParaRPr>
          </a:p>
        </p:txBody>
      </p:sp>
      <p:graphicFrame>
        <p:nvGraphicFramePr>
          <p:cNvPr id="2" name="Table 3">
            <a:extLst>
              <a:ext uri="{FF2B5EF4-FFF2-40B4-BE49-F238E27FC236}">
                <a16:creationId xmlns:a16="http://schemas.microsoft.com/office/drawing/2014/main" id="{5D8E7BA7-38A8-934A-FF9B-4B044BE585E0}"/>
              </a:ext>
            </a:extLst>
          </p:cNvPr>
          <p:cNvGraphicFramePr>
            <a:graphicFrameLocks noGrp="1"/>
          </p:cNvGraphicFramePr>
          <p:nvPr>
            <p:extLst>
              <p:ext uri="{D42A27DB-BD31-4B8C-83A1-F6EECF244321}">
                <p14:modId xmlns:p14="http://schemas.microsoft.com/office/powerpoint/2010/main" val="2627675503"/>
              </p:ext>
            </p:extLst>
          </p:nvPr>
        </p:nvGraphicFramePr>
        <p:xfrm>
          <a:off x="385619" y="1229155"/>
          <a:ext cx="11178310" cy="4815840"/>
        </p:xfrm>
        <a:graphic>
          <a:graphicData uri="http://schemas.openxmlformats.org/drawingml/2006/table">
            <a:tbl>
              <a:tblPr firstRow="1" bandRow="1">
                <a:tableStyleId>{5C22544A-7EE6-4342-B048-85BDC9FD1C3A}</a:tableStyleId>
              </a:tblPr>
              <a:tblGrid>
                <a:gridCol w="1074377">
                  <a:extLst>
                    <a:ext uri="{9D8B030D-6E8A-4147-A177-3AD203B41FA5}">
                      <a16:colId xmlns:a16="http://schemas.microsoft.com/office/drawing/2014/main" val="562556927"/>
                    </a:ext>
                  </a:extLst>
                </a:gridCol>
                <a:gridCol w="2820761">
                  <a:extLst>
                    <a:ext uri="{9D8B030D-6E8A-4147-A177-3AD203B41FA5}">
                      <a16:colId xmlns:a16="http://schemas.microsoft.com/office/drawing/2014/main" val="2196617866"/>
                    </a:ext>
                  </a:extLst>
                </a:gridCol>
                <a:gridCol w="3641586">
                  <a:extLst>
                    <a:ext uri="{9D8B030D-6E8A-4147-A177-3AD203B41FA5}">
                      <a16:colId xmlns:a16="http://schemas.microsoft.com/office/drawing/2014/main" val="3800967722"/>
                    </a:ext>
                  </a:extLst>
                </a:gridCol>
                <a:gridCol w="3641586">
                  <a:extLst>
                    <a:ext uri="{9D8B030D-6E8A-4147-A177-3AD203B41FA5}">
                      <a16:colId xmlns:a16="http://schemas.microsoft.com/office/drawing/2014/main" val="4021907040"/>
                    </a:ext>
                  </a:extLst>
                </a:gridCol>
              </a:tblGrid>
              <a:tr h="220025">
                <a:tc>
                  <a:txBody>
                    <a:bodyPr/>
                    <a:lstStyle/>
                    <a:p>
                      <a:pPr lvl="0" algn="ctr" defTabSz="914400">
                        <a:buNone/>
                      </a:pPr>
                      <a:r>
                        <a:rPr lang="en-AU"/>
                        <a:t>Element</a:t>
                      </a:r>
                      <a:endParaRPr lang="en-US"/>
                    </a:p>
                  </a:txBody>
                  <a:tcPr anchor="ctr">
                    <a:solidFill>
                      <a:schemeClr val="tx1"/>
                    </a:solidFill>
                  </a:tcPr>
                </a:tc>
                <a:tc>
                  <a:txBody>
                    <a:bodyPr/>
                    <a:lstStyle/>
                    <a:p>
                      <a:pPr marL="0" marR="0" lvl="0" indent="0" algn="ctr" defTabSz="914400" rtl="0">
                        <a:lnSpc>
                          <a:spcPct val="100000"/>
                        </a:lnSpc>
                        <a:spcBef>
                          <a:spcPts val="0"/>
                        </a:spcBef>
                        <a:spcAft>
                          <a:spcPts val="0"/>
                        </a:spcAft>
                        <a:buClrTx/>
                        <a:buSzTx/>
                        <a:buFontTx/>
                        <a:buNone/>
                        <a:tabLst/>
                        <a:defRPr/>
                      </a:pPr>
                      <a:r>
                        <a:rPr lang="en-AU"/>
                        <a:t>BGH - </a:t>
                      </a:r>
                      <a:r>
                        <a:rPr lang="en-AU" sz="1800"/>
                        <a:t>10</a:t>
                      </a:r>
                      <a:r>
                        <a:rPr lang="en-AU" sz="1800" baseline="30000"/>
                        <a:t>th</a:t>
                      </a:r>
                      <a:r>
                        <a:rPr lang="en-AU" sz="1800"/>
                        <a:t> Mar 22</a:t>
                      </a:r>
                    </a:p>
                  </a:txBody>
                  <a:tcPr anchor="ctr">
                    <a:solidFill>
                      <a:schemeClr val="tx1"/>
                    </a:solidFill>
                  </a:tcPr>
                </a:tc>
                <a:tc>
                  <a:txBody>
                    <a:bodyPr/>
                    <a:lstStyle/>
                    <a:p>
                      <a:pPr marL="0" marR="0" lvl="0" indent="0" algn="ctr" defTabSz="914400" rtl="0">
                        <a:lnSpc>
                          <a:spcPct val="100000"/>
                        </a:lnSpc>
                        <a:spcBef>
                          <a:spcPts val="0"/>
                        </a:spcBef>
                        <a:spcAft>
                          <a:spcPts val="0"/>
                        </a:spcAft>
                        <a:buClrTx/>
                        <a:buSzTx/>
                        <a:buFontTx/>
                        <a:buNone/>
                        <a:tabLst/>
                        <a:defRPr/>
                      </a:pPr>
                      <a:r>
                        <a:rPr lang="en-AU"/>
                        <a:t>CapVest - </a:t>
                      </a:r>
                      <a:r>
                        <a:rPr lang="en-AU" sz="1800"/>
                        <a:t>14</a:t>
                      </a:r>
                      <a:r>
                        <a:rPr lang="en-AU" sz="1800" baseline="30000"/>
                        <a:t>th</a:t>
                      </a:r>
                      <a:r>
                        <a:rPr lang="en-AU" sz="1800"/>
                        <a:t> Mar 22</a:t>
                      </a:r>
                    </a:p>
                  </a:txBody>
                  <a:tcPr anchor="ctr">
                    <a:solidFill>
                      <a:schemeClr val="tx1"/>
                    </a:solidFill>
                  </a:tcPr>
                </a:tc>
                <a:tc>
                  <a:txBody>
                    <a:bodyPr/>
                    <a:lstStyle/>
                    <a:p>
                      <a:pPr lvl="0" algn="ctr" defTabSz="914400">
                        <a:buNone/>
                      </a:pPr>
                      <a:r>
                        <a:rPr lang="en-AU"/>
                        <a:t>Commentary</a:t>
                      </a:r>
                      <a:endParaRPr lang="en-US"/>
                    </a:p>
                  </a:txBody>
                  <a:tcPr anchor="ctr">
                    <a:solidFill>
                      <a:schemeClr val="tx1"/>
                    </a:solidFill>
                  </a:tcPr>
                </a:tc>
                <a:extLst>
                  <a:ext uri="{0D108BD9-81ED-4DB2-BD59-A6C34878D82A}">
                    <a16:rowId xmlns:a16="http://schemas.microsoft.com/office/drawing/2014/main" val="2688493995"/>
                  </a:ext>
                </a:extLst>
              </a:tr>
              <a:tr h="1980225">
                <a:tc>
                  <a:txBody>
                    <a:bodyPr/>
                    <a:lstStyle/>
                    <a:p>
                      <a:pPr marL="0" lvl="0" algn="l" rtl="0" eaLnBrk="1" latinLnBrk="0" hangingPunct="1">
                        <a:buNone/>
                      </a:pPr>
                      <a:r>
                        <a:rPr lang="en-AU" sz="1400" b="1">
                          <a:solidFill>
                            <a:srgbClr val="FF0000"/>
                          </a:solidFill>
                        </a:rPr>
                        <a:t>Other Approvals </a:t>
                      </a:r>
                      <a:endParaRPr lang="en-AU" sz="1400" b="1" err="1">
                        <a:solidFill>
                          <a:srgbClr val="FF0000"/>
                        </a:solidFill>
                      </a:endParaRPr>
                    </a:p>
                  </a:txBody>
                  <a:tcPr anchor="ctr">
                    <a:lnB w="12700">
                      <a:solidFill>
                        <a:schemeClr val="tx1"/>
                      </a:solidFill>
                    </a:lnB>
                    <a:noFill/>
                  </a:tcPr>
                </a:tc>
                <a:tc>
                  <a:txBody>
                    <a:bodyPr/>
                    <a:lstStyle/>
                    <a:p>
                      <a:pPr marL="285750" lvl="0" indent="-285750" algn="l" rtl="0" eaLnBrk="1" latinLnBrk="0" hangingPunct="1">
                        <a:buFont typeface="Arial" panose="020B0604020202020204" pitchFamily="34" charset="0"/>
                        <a:buChar char="•"/>
                      </a:pPr>
                      <a:r>
                        <a:rPr lang="en-AU" sz="1400"/>
                        <a:t>Applied for NON from FIRB, expects to receive soon</a:t>
                      </a:r>
                    </a:p>
                    <a:p>
                      <a:pPr marL="285750" lvl="0" indent="-285750" algn="l" rtl="0" eaLnBrk="1" latinLnBrk="0" hangingPunct="1">
                        <a:buFont typeface="Arial" panose="020B0604020202020204" pitchFamily="34" charset="0"/>
                        <a:buChar char="•"/>
                      </a:pPr>
                      <a:r>
                        <a:rPr lang="en-AU" sz="1400"/>
                        <a:t>Recent appeal to AGTP on 4</a:t>
                      </a:r>
                      <a:r>
                        <a:rPr lang="en-AU" sz="1400" baseline="30000"/>
                        <a:t>th</a:t>
                      </a:r>
                      <a:r>
                        <a:rPr lang="en-AU" sz="1400"/>
                        <a:t> May was unsuccessful</a:t>
                      </a:r>
                    </a:p>
                    <a:p>
                      <a:pPr marL="285750" lvl="0" indent="-285750" algn="l">
                        <a:buFont typeface="Arial" panose="020B0604020202020204" pitchFamily="34" charset="0"/>
                        <a:buChar char="•"/>
                      </a:pPr>
                      <a:r>
                        <a:rPr lang="en-AU" sz="1400"/>
                        <a:t>Wanted auction process</a:t>
                      </a:r>
                      <a:endParaRPr lang="en-AU"/>
                    </a:p>
                    <a:p>
                      <a:pPr marL="285750" lvl="0" indent="-285750" algn="l">
                        <a:buFont typeface="Arial" panose="020B0604020202020204" pitchFamily="34" charset="0"/>
                        <a:buChar char="•"/>
                      </a:pPr>
                      <a:r>
                        <a:rPr lang="en-AU" sz="1400"/>
                        <a:t>Unhappy with head start given to CapVest on DD</a:t>
                      </a:r>
                    </a:p>
                    <a:p>
                      <a:pPr marL="285750" lvl="0" indent="-285750" algn="l">
                        <a:buFont typeface="Arial" panose="020B0604020202020204" pitchFamily="34" charset="0"/>
                        <a:buChar char="•"/>
                      </a:pPr>
                      <a:r>
                        <a:rPr lang="en-AU" sz="1400"/>
                        <a:t>Requested standstill until 20 business days after VRT grants access to entire VDR </a:t>
                      </a:r>
                    </a:p>
                    <a:p>
                      <a:pPr marL="285750" lvl="0" indent="-285750" algn="l" defTabSz="914400" rtl="0" eaLnBrk="1" latinLnBrk="0" hangingPunct="1">
                        <a:buFont typeface="Arial" panose="020B0604020202020204" pitchFamily="34" charset="0"/>
                        <a:buChar char="•"/>
                      </a:pPr>
                      <a:r>
                        <a:rPr lang="en-AU" sz="1400"/>
                        <a:t>Final approved required from BGH’s Investment Commitee</a:t>
                      </a:r>
                    </a:p>
                  </a:txBody>
                  <a:tcPr anchor="ctr">
                    <a:lnB w="12700">
                      <a:solidFill>
                        <a:schemeClr val="tx1"/>
                      </a:solidFill>
                    </a:lnB>
                    <a:noFill/>
                  </a:tcPr>
                </a:tc>
                <a:tc>
                  <a:txBody>
                    <a:bodyPr/>
                    <a:lstStyle/>
                    <a:p>
                      <a:pPr marL="285750" lvl="0" indent="-285750" algn="l" defTabSz="914400" rtl="0" eaLnBrk="1" latinLnBrk="0" hangingPunct="1">
                        <a:buFont typeface="Arial" panose="020B0604020202020204" pitchFamily="34" charset="0"/>
                        <a:buChar char="•"/>
                      </a:pPr>
                      <a:r>
                        <a:rPr lang="en-AU" sz="1400"/>
                        <a:t>Applied for NON from FIRB</a:t>
                      </a:r>
                    </a:p>
                  </a:txBody>
                  <a:tcPr anchor="ctr">
                    <a:lnB w="12700">
                      <a:solidFill>
                        <a:schemeClr val="tx1"/>
                      </a:solidFill>
                    </a:lnB>
                    <a:noFill/>
                  </a:tcPr>
                </a:tc>
                <a:tc>
                  <a:txBody>
                    <a:bodyPr/>
                    <a:lstStyle/>
                    <a:p>
                      <a:pPr marL="285750" lvl="0" indent="-285750" algn="l" rtl="0" eaLnBrk="1" latinLnBrk="0" hangingPunct="1">
                        <a:buFont typeface="Arial" panose="020B0604020202020204" pitchFamily="34" charset="0"/>
                        <a:buChar char="•"/>
                      </a:pPr>
                      <a:r>
                        <a:rPr lang="en-AU" sz="1400"/>
                        <a:t>BGH’s FIRB application is further progressed, unlikely to swing deal</a:t>
                      </a:r>
                      <a:endParaRPr lang="en-US"/>
                    </a:p>
                    <a:p>
                      <a:pPr marL="285750" marR="0" lvl="0" indent="-285750" algn="l" rtl="0">
                        <a:lnSpc>
                          <a:spcPct val="100000"/>
                        </a:lnSpc>
                        <a:spcBef>
                          <a:spcPts val="0"/>
                        </a:spcBef>
                        <a:spcAft>
                          <a:spcPts val="0"/>
                        </a:spcAft>
                        <a:buClrTx/>
                        <a:buSzTx/>
                        <a:buFont typeface="Arial" panose="020B0604020202020204" pitchFamily="34" charset="0"/>
                        <a:buChar char="•"/>
                      </a:pPr>
                      <a:r>
                        <a:rPr lang="en-AU" sz="1400"/>
                        <a:t>AGTP appeal rejection puts significant pressure on BGH, particularly the DD disadvantage being cemented</a:t>
                      </a:r>
                      <a:endParaRPr lang="en-AU"/>
                    </a:p>
                    <a:p>
                      <a:pPr marL="285750" marR="0" lvl="0" indent="-285750" algn="l" rtl="0">
                        <a:lnSpc>
                          <a:spcPct val="100000"/>
                        </a:lnSpc>
                        <a:spcBef>
                          <a:spcPts val="0"/>
                        </a:spcBef>
                        <a:spcAft>
                          <a:spcPts val="0"/>
                        </a:spcAft>
                        <a:buClrTx/>
                        <a:buSzTx/>
                        <a:buFont typeface="Arial" panose="020B0604020202020204" pitchFamily="34" charset="0"/>
                        <a:buChar char="•"/>
                      </a:pPr>
                      <a:r>
                        <a:rPr lang="en-AU" sz="1400"/>
                        <a:t>No longer an option to stall / change CapVest’s deal structure &amp; terms</a:t>
                      </a:r>
                      <a:endParaRPr lang="en-AU"/>
                    </a:p>
                    <a:p>
                      <a:pPr marL="285750" marR="0" lvl="0" indent="-285750" algn="l" rtl="0">
                        <a:lnSpc>
                          <a:spcPct val="100000"/>
                        </a:lnSpc>
                        <a:spcBef>
                          <a:spcPts val="0"/>
                        </a:spcBef>
                        <a:spcAft>
                          <a:spcPts val="0"/>
                        </a:spcAft>
                        <a:buClrTx/>
                        <a:buSzTx/>
                        <a:buFont typeface="Arial" panose="020B0604020202020204" pitchFamily="34" charset="0"/>
                        <a:buChar char="•"/>
                      </a:pPr>
                      <a:r>
                        <a:rPr lang="en-AU" sz="1400"/>
                        <a:t>Appealing to AGTP can be seen as invalidating decisions made by VRT board, may decrease chance of friendly scheme</a:t>
                      </a:r>
                      <a:endParaRPr lang="en-AU"/>
                    </a:p>
                    <a:p>
                      <a:pPr marL="285750" lvl="0" indent="-285750" algn="l" rtl="0">
                        <a:buFont typeface="Arial" panose="020B0604020202020204" pitchFamily="34" charset="0"/>
                        <a:buChar char="•"/>
                      </a:pPr>
                      <a:r>
                        <a:rPr lang="en-AU" sz="1400"/>
                        <a:t>BGH’s Investment Committee needs to confirm soonest meeting date</a:t>
                      </a:r>
                      <a:endParaRPr lang="en-AU"/>
                    </a:p>
                  </a:txBody>
                  <a:tcPr anchor="ctr">
                    <a:lnB w="12700">
                      <a:solidFill>
                        <a:schemeClr val="tx1"/>
                      </a:solidFill>
                    </a:lnB>
                    <a:noFill/>
                  </a:tcPr>
                </a:tc>
                <a:extLst>
                  <a:ext uri="{0D108BD9-81ED-4DB2-BD59-A6C34878D82A}">
                    <a16:rowId xmlns:a16="http://schemas.microsoft.com/office/drawing/2014/main" val="2988188403"/>
                  </a:ext>
                </a:extLst>
              </a:tr>
              <a:tr h="1081790">
                <a:tc>
                  <a:txBody>
                    <a:bodyPr/>
                    <a:lstStyle/>
                    <a:p>
                      <a:pPr marL="0" lvl="0" algn="l" defTabSz="914400" rtl="0" eaLnBrk="1" latinLnBrk="0" hangingPunct="1">
                        <a:buNone/>
                      </a:pPr>
                      <a:r>
                        <a:rPr lang="en-AU" sz="1400" b="1">
                          <a:solidFill>
                            <a:srgbClr val="FF0000"/>
                          </a:solidFill>
                        </a:rPr>
                        <a:t>Current Virtus Response</a:t>
                      </a:r>
                    </a:p>
                  </a:txBody>
                  <a:tcPr>
                    <a:lnT w="12700">
                      <a:solidFill>
                        <a:schemeClr val="tx1"/>
                      </a:solidFill>
                    </a:lnT>
                    <a:lnB w="12700">
                      <a:solidFill>
                        <a:schemeClr val="tx1"/>
                      </a:solidFill>
                    </a:lnB>
                    <a:noFill/>
                  </a:tcPr>
                </a:tc>
                <a:tc>
                  <a:txBody>
                    <a:bodyPr/>
                    <a:lstStyle/>
                    <a:p>
                      <a:pPr marL="285750" lvl="0" indent="-285750" algn="l" rtl="0" eaLnBrk="1" latinLnBrk="0" hangingPunct="1">
                        <a:buFont typeface="Arial" panose="020B0604020202020204" pitchFamily="34" charset="0"/>
                        <a:buChar char="•"/>
                      </a:pPr>
                      <a:r>
                        <a:rPr lang="en-AU" sz="1400"/>
                        <a:t>VRT resolved to engage with BGH to determine whether NBIO could become  binding</a:t>
                      </a:r>
                    </a:p>
                    <a:p>
                      <a:pPr marL="285750" lvl="0" indent="-285750" algn="l" defTabSz="914400" rtl="0" eaLnBrk="1" latinLnBrk="0" hangingPunct="1">
                        <a:buFont typeface="Arial" panose="020B0604020202020204" pitchFamily="34" charset="0"/>
                        <a:buChar char="•"/>
                      </a:pPr>
                      <a:r>
                        <a:rPr lang="en-AU" sz="1400"/>
                        <a:t>After receiving CapVest’s offer and signing TID, VRT board has decided not engage further or provide DD access to BGH</a:t>
                      </a:r>
                    </a:p>
                  </a:txBody>
                  <a:tcPr>
                    <a:lnT w="12700">
                      <a:solidFill>
                        <a:schemeClr val="tx1"/>
                      </a:solidFill>
                    </a:lnT>
                    <a:lnB w="12700">
                      <a:solidFill>
                        <a:schemeClr val="tx1"/>
                      </a:solidFill>
                    </a:lnB>
                    <a:noFill/>
                  </a:tcPr>
                </a:tc>
                <a:tc>
                  <a:txBody>
                    <a:bodyPr/>
                    <a:lstStyle/>
                    <a:p>
                      <a:pPr marL="285750" lvl="0" indent="-285750" algn="l" defTabSz="914400" rtl="0" eaLnBrk="1" latinLnBrk="0" hangingPunct="1">
                        <a:buFont typeface="Arial" panose="020B0604020202020204" pitchFamily="34" charset="0"/>
                        <a:buChar char="•"/>
                      </a:pPr>
                      <a:r>
                        <a:rPr lang="en-AU" sz="1400"/>
                        <a:t>VRT Board unanimously recommended the Binding CapVest Transaction in the absence of a Superior Proposal and subject</a:t>
                      </a:r>
                    </a:p>
                  </a:txBody>
                  <a:tcPr>
                    <a:lnT w="12700">
                      <a:solidFill>
                        <a:schemeClr val="tx1"/>
                      </a:solidFill>
                    </a:lnT>
                    <a:lnB w="12700">
                      <a:solidFill>
                        <a:schemeClr val="tx1"/>
                      </a:solidFill>
                    </a:lnB>
                    <a:noFill/>
                  </a:tcPr>
                </a:tc>
                <a:tc>
                  <a:txBody>
                    <a:bodyPr/>
                    <a:lstStyle/>
                    <a:p>
                      <a:pPr marL="285750" lvl="0" indent="-285750" algn="l" rtl="0" eaLnBrk="1" latinLnBrk="0" hangingPunct="1">
                        <a:buFont typeface="Arial" panose="020B0604020202020204" pitchFamily="34" charset="0"/>
                        <a:buChar char="•"/>
                      </a:pPr>
                      <a:r>
                        <a:rPr lang="en-AU" sz="1400"/>
                        <a:t>VRT is still willing to engage with BGH, but must receive a superior offer</a:t>
                      </a:r>
                      <a:endParaRPr lang="en-US"/>
                    </a:p>
                    <a:p>
                      <a:pPr marL="285750" lvl="0" indent="-285750" algn="l" rtl="0">
                        <a:buFont typeface="Arial" panose="020B0604020202020204" pitchFamily="34" charset="0"/>
                        <a:buChar char="•"/>
                      </a:pPr>
                      <a:r>
                        <a:rPr lang="en-AU" sz="1400"/>
                        <a:t>VRT announced superior offer(s) will need to show improvements to: funding, binding, reduced conditions, expedited timeframe</a:t>
                      </a:r>
                      <a:endParaRPr lang="en-AU"/>
                    </a:p>
                    <a:p>
                      <a:pPr marL="285750" lvl="0" indent="-285750" algn="l" rtl="0">
                        <a:buFont typeface="Arial" panose="020B0604020202020204" pitchFamily="34" charset="0"/>
                        <a:buChar char="•"/>
                      </a:pPr>
                      <a:r>
                        <a:rPr lang="en-AU" sz="1400"/>
                        <a:t>BGH is now in a vulnerable position as they must play catch up to CapVest and tabling a new bid comes with risks around DD</a:t>
                      </a:r>
                      <a:endParaRPr lang="en-AU"/>
                    </a:p>
                  </a:txBody>
                  <a:tcPr>
                    <a:lnT w="12700">
                      <a:solidFill>
                        <a:schemeClr val="tx1"/>
                      </a:solidFill>
                    </a:lnT>
                    <a:lnB w="12700">
                      <a:solidFill>
                        <a:schemeClr val="tx1"/>
                      </a:solidFill>
                    </a:lnB>
                    <a:noFill/>
                  </a:tcPr>
                </a:tc>
                <a:extLst>
                  <a:ext uri="{0D108BD9-81ED-4DB2-BD59-A6C34878D82A}">
                    <a16:rowId xmlns:a16="http://schemas.microsoft.com/office/drawing/2014/main" val="2321050449"/>
                  </a:ext>
                </a:extLst>
              </a:tr>
            </a:tbl>
          </a:graphicData>
        </a:graphic>
      </p:graphicFrame>
      <p:pic>
        <p:nvPicPr>
          <p:cNvPr id="4" name="Picture 4" descr="A picture containing text, clipart&#10;&#10;Description automatically generated">
            <a:extLst>
              <a:ext uri="{FF2B5EF4-FFF2-40B4-BE49-F238E27FC236}">
                <a16:creationId xmlns:a16="http://schemas.microsoft.com/office/drawing/2014/main" id="{8DF37E75-F221-DA98-8DDC-63CFA735149D}"/>
              </a:ext>
            </a:extLst>
          </p:cNvPr>
          <p:cNvPicPr>
            <a:picLocks noChangeAspect="1"/>
          </p:cNvPicPr>
          <p:nvPr/>
        </p:nvPicPr>
        <p:blipFill>
          <a:blip r:embed="rId2"/>
          <a:stretch>
            <a:fillRect/>
          </a:stretch>
        </p:blipFill>
        <p:spPr>
          <a:xfrm>
            <a:off x="210353" y="6317975"/>
            <a:ext cx="906857" cy="370354"/>
          </a:xfrm>
          <a:prstGeom prst="rect">
            <a:avLst/>
          </a:prstGeom>
        </p:spPr>
      </p:pic>
    </p:spTree>
    <p:extLst>
      <p:ext uri="{BB962C8B-B14F-4D97-AF65-F5344CB8AC3E}">
        <p14:creationId xmlns:p14="http://schemas.microsoft.com/office/powerpoint/2010/main" val="11595483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a:extLst>
              <a:ext uri="{FF2B5EF4-FFF2-40B4-BE49-F238E27FC236}">
                <a16:creationId xmlns:a16="http://schemas.microsoft.com/office/drawing/2014/main" id="{AC84F134-41B0-E093-900D-9EC4900E34B5}"/>
              </a:ext>
            </a:extLst>
          </p:cNvPr>
          <p:cNvSpPr>
            <a:spLocks noGrp="1"/>
          </p:cNvSpPr>
          <p:nvPr>
            <p:ph type="title"/>
          </p:nvPr>
        </p:nvSpPr>
        <p:spPr>
          <a:xfrm>
            <a:off x="300038" y="449576"/>
            <a:ext cx="9065635" cy="406360"/>
          </a:xfrm>
        </p:spPr>
        <p:txBody>
          <a:bodyPr>
            <a:noAutofit/>
          </a:bodyPr>
          <a:lstStyle/>
          <a:p>
            <a:r>
              <a:rPr lang="en-AU" sz="3200">
                <a:latin typeface="Segoe UI Light"/>
                <a:cs typeface="Calibri"/>
              </a:rPr>
              <a:t>Shareholder Register</a:t>
            </a:r>
            <a:endParaRPr lang="en-AU" sz="3200" b="0">
              <a:latin typeface="Segoe UI Light"/>
              <a:cs typeface="Calibri"/>
            </a:endParaRPr>
          </a:p>
        </p:txBody>
      </p:sp>
      <p:cxnSp>
        <p:nvCxnSpPr>
          <p:cNvPr id="6" name="Straight Arrow Connector 5">
            <a:extLst>
              <a:ext uri="{FF2B5EF4-FFF2-40B4-BE49-F238E27FC236}">
                <a16:creationId xmlns:a16="http://schemas.microsoft.com/office/drawing/2014/main" id="{C5B8DB1B-6396-42E4-9133-229F939AFFFA}"/>
              </a:ext>
            </a:extLst>
          </p:cNvPr>
          <p:cNvCxnSpPr/>
          <p:nvPr/>
        </p:nvCxnSpPr>
        <p:spPr>
          <a:xfrm flipV="1">
            <a:off x="299028" y="942110"/>
            <a:ext cx="11178308" cy="43872"/>
          </a:xfrm>
          <a:prstGeom prst="straightConnector1">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42F0B3DC-26D7-C8D7-2095-150058C60ECD}"/>
              </a:ext>
            </a:extLst>
          </p:cNvPr>
          <p:cNvSpPr txBox="1"/>
          <p:nvPr/>
        </p:nvSpPr>
        <p:spPr>
          <a:xfrm>
            <a:off x="295810" y="1074063"/>
            <a:ext cx="1085272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FF0000"/>
                </a:solidFill>
                <a:latin typeface="Segoe UI Semilight"/>
                <a:cs typeface="Segoe UI Light"/>
              </a:rPr>
              <a:t>There is Significant Uncertainty that the </a:t>
            </a:r>
            <a:r>
              <a:rPr lang="en-US" err="1">
                <a:solidFill>
                  <a:srgbClr val="FF0000"/>
                </a:solidFill>
                <a:latin typeface="Segoe UI Semilight"/>
                <a:cs typeface="Segoe UI Light"/>
              </a:rPr>
              <a:t>CapVest</a:t>
            </a:r>
            <a:r>
              <a:rPr lang="en-US">
                <a:solidFill>
                  <a:srgbClr val="FF0000"/>
                </a:solidFill>
                <a:latin typeface="Segoe UI Semilight"/>
                <a:cs typeface="Segoe UI Light"/>
              </a:rPr>
              <a:t> Scheme Will Meet the Required Approval Thresholds.</a:t>
            </a:r>
          </a:p>
        </p:txBody>
      </p:sp>
      <p:sp>
        <p:nvSpPr>
          <p:cNvPr id="10" name="TextBox 9">
            <a:extLst>
              <a:ext uri="{FF2B5EF4-FFF2-40B4-BE49-F238E27FC236}">
                <a16:creationId xmlns:a16="http://schemas.microsoft.com/office/drawing/2014/main" id="{1F93AE4B-1AD3-DF49-A82D-15D970233F59}"/>
              </a:ext>
            </a:extLst>
          </p:cNvPr>
          <p:cNvSpPr txBox="1"/>
          <p:nvPr/>
        </p:nvSpPr>
        <p:spPr>
          <a:xfrm>
            <a:off x="1618156" y="6283641"/>
            <a:ext cx="2089727" cy="246221"/>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a:solidFill>
                  <a:schemeClr val="tx1">
                    <a:lumMod val="65000"/>
                    <a:lumOff val="35000"/>
                  </a:schemeClr>
                </a:solidFill>
                <a:latin typeface="Segoe UI Light"/>
                <a:cs typeface="Calibri"/>
              </a:rPr>
              <a:t>Source: Company Filings. </a:t>
            </a:r>
            <a:endParaRPr lang="en-US" sz="1000">
              <a:solidFill>
                <a:schemeClr val="tx1">
                  <a:lumMod val="65000"/>
                  <a:lumOff val="35000"/>
                </a:schemeClr>
              </a:solidFill>
              <a:latin typeface="Segoe UI Light"/>
            </a:endParaRPr>
          </a:p>
        </p:txBody>
      </p:sp>
      <p:sp>
        <p:nvSpPr>
          <p:cNvPr id="11" name="TextBox 10">
            <a:extLst>
              <a:ext uri="{FF2B5EF4-FFF2-40B4-BE49-F238E27FC236}">
                <a16:creationId xmlns:a16="http://schemas.microsoft.com/office/drawing/2014/main" id="{349C726F-08F9-3D0B-DA8D-F7DF6BF706F6}"/>
              </a:ext>
            </a:extLst>
          </p:cNvPr>
          <p:cNvSpPr txBox="1"/>
          <p:nvPr/>
        </p:nvSpPr>
        <p:spPr>
          <a:xfrm>
            <a:off x="8425996" y="6345909"/>
            <a:ext cx="3539745" cy="246221"/>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a:solidFill>
                  <a:schemeClr val="tx1">
                    <a:lumMod val="65000"/>
                    <a:lumOff val="35000"/>
                  </a:schemeClr>
                </a:solidFill>
                <a:latin typeface="Segoe UI Light"/>
                <a:cs typeface="Calibri"/>
              </a:rPr>
              <a:t>For use in the 2023 UBS IB Development Challenge only</a:t>
            </a:r>
          </a:p>
        </p:txBody>
      </p:sp>
      <p:sp>
        <p:nvSpPr>
          <p:cNvPr id="12" name="Slide Number Placeholder 11">
            <a:extLst>
              <a:ext uri="{FF2B5EF4-FFF2-40B4-BE49-F238E27FC236}">
                <a16:creationId xmlns:a16="http://schemas.microsoft.com/office/drawing/2014/main" id="{5D987FC4-D467-32CB-C941-EFCFA69E6111}"/>
              </a:ext>
            </a:extLst>
          </p:cNvPr>
          <p:cNvSpPr>
            <a:spLocks noGrp="1"/>
          </p:cNvSpPr>
          <p:nvPr>
            <p:ph type="sldNum" sz="quarter" idx="12"/>
          </p:nvPr>
        </p:nvSpPr>
        <p:spPr>
          <a:xfrm>
            <a:off x="9217240" y="6282370"/>
            <a:ext cx="2743200" cy="365125"/>
          </a:xfrm>
        </p:spPr>
        <p:txBody>
          <a:bodyPr/>
          <a:lstStyle/>
          <a:p>
            <a:fld id="{330EA680-D336-4FF7-8B7A-9848BB0A1C32}" type="slidenum">
              <a:rPr lang="en-US" sz="1000" b="1" dirty="0" smtClean="0">
                <a:latin typeface="Segoe UI Light"/>
                <a:cs typeface="Segoe UI Light"/>
              </a:rPr>
              <a:t>19</a:t>
            </a:fld>
            <a:endParaRPr lang="en-US" sz="1000" b="1">
              <a:latin typeface="Segoe UI Light"/>
              <a:cs typeface="Segoe UI Light"/>
            </a:endParaRPr>
          </a:p>
        </p:txBody>
      </p:sp>
      <p:graphicFrame>
        <p:nvGraphicFramePr>
          <p:cNvPr id="3" name="Table 5">
            <a:extLst>
              <a:ext uri="{FF2B5EF4-FFF2-40B4-BE49-F238E27FC236}">
                <a16:creationId xmlns:a16="http://schemas.microsoft.com/office/drawing/2014/main" id="{97B84AF4-25DF-51EB-7B7F-B195741AF574}"/>
              </a:ext>
            </a:extLst>
          </p:cNvPr>
          <p:cNvGraphicFramePr>
            <a:graphicFrameLocks noGrp="1"/>
          </p:cNvGraphicFramePr>
          <p:nvPr>
            <p:extLst>
              <p:ext uri="{D42A27DB-BD31-4B8C-83A1-F6EECF244321}">
                <p14:modId xmlns:p14="http://schemas.microsoft.com/office/powerpoint/2010/main" val="3534552272"/>
              </p:ext>
            </p:extLst>
          </p:nvPr>
        </p:nvGraphicFramePr>
        <p:xfrm>
          <a:off x="384120" y="1955237"/>
          <a:ext cx="6025978" cy="2263415"/>
        </p:xfrm>
        <a:graphic>
          <a:graphicData uri="http://schemas.openxmlformats.org/drawingml/2006/table">
            <a:tbl>
              <a:tblPr firstRow="1" bandRow="1">
                <a:tableStyleId>{5C22544A-7EE6-4342-B048-85BDC9FD1C3A}</a:tableStyleId>
              </a:tblPr>
              <a:tblGrid>
                <a:gridCol w="3070222">
                  <a:extLst>
                    <a:ext uri="{9D8B030D-6E8A-4147-A177-3AD203B41FA5}">
                      <a16:colId xmlns:a16="http://schemas.microsoft.com/office/drawing/2014/main" val="1273087983"/>
                    </a:ext>
                  </a:extLst>
                </a:gridCol>
                <a:gridCol w="1477878">
                  <a:extLst>
                    <a:ext uri="{9D8B030D-6E8A-4147-A177-3AD203B41FA5}">
                      <a16:colId xmlns:a16="http://schemas.microsoft.com/office/drawing/2014/main" val="3069551936"/>
                    </a:ext>
                  </a:extLst>
                </a:gridCol>
                <a:gridCol w="1477878">
                  <a:extLst>
                    <a:ext uri="{9D8B030D-6E8A-4147-A177-3AD203B41FA5}">
                      <a16:colId xmlns:a16="http://schemas.microsoft.com/office/drawing/2014/main" val="3533364279"/>
                    </a:ext>
                  </a:extLst>
                </a:gridCol>
              </a:tblGrid>
              <a:tr h="323345">
                <a:tc>
                  <a:txBody>
                    <a:bodyPr/>
                    <a:lstStyle/>
                    <a:p>
                      <a:pPr lvl="0">
                        <a:buNone/>
                      </a:pPr>
                      <a:r>
                        <a:rPr lang="en-US" sz="1400" b="1" i="0">
                          <a:solidFill>
                            <a:schemeClr val="tx1"/>
                          </a:solidFill>
                          <a:latin typeface="Calibri"/>
                        </a:rPr>
                        <a:t>Holder</a:t>
                      </a:r>
                    </a:p>
                  </a:txBody>
                  <a:tcPr anchor="ctr">
                    <a:lnL w="0">
                      <a:noFill/>
                    </a:lnL>
                    <a:lnR w="0">
                      <a:noFill/>
                    </a:lnR>
                    <a:lnT w="0">
                      <a:noFill/>
                    </a:lnT>
                    <a:lnB w="12700">
                      <a:solidFill>
                        <a:srgbClr val="FF0000"/>
                      </a:solidFill>
                    </a:lnB>
                    <a:solidFill>
                      <a:schemeClr val="bg1"/>
                    </a:solidFill>
                  </a:tcPr>
                </a:tc>
                <a:tc>
                  <a:txBody>
                    <a:bodyPr/>
                    <a:lstStyle/>
                    <a:p>
                      <a:pPr algn="ctr"/>
                      <a:r>
                        <a:rPr lang="en-US" sz="1400" b="1" i="0">
                          <a:solidFill>
                            <a:schemeClr val="tx1"/>
                          </a:solidFill>
                          <a:latin typeface="Calibri"/>
                        </a:rPr>
                        <a:t>Shares Held (m)</a:t>
                      </a:r>
                    </a:p>
                  </a:txBody>
                  <a:tcPr anchor="ctr">
                    <a:lnL w="0">
                      <a:noFill/>
                    </a:lnL>
                    <a:lnR w="0">
                      <a:noFill/>
                    </a:lnR>
                    <a:lnT w="0">
                      <a:noFill/>
                    </a:lnT>
                    <a:lnB w="12700">
                      <a:solidFill>
                        <a:srgbClr val="FF0000"/>
                      </a:solidFill>
                    </a:lnB>
                    <a:solidFill>
                      <a:schemeClr val="bg1"/>
                    </a:solidFill>
                  </a:tcPr>
                </a:tc>
                <a:tc>
                  <a:txBody>
                    <a:bodyPr/>
                    <a:lstStyle/>
                    <a:p>
                      <a:pPr algn="ctr"/>
                      <a:r>
                        <a:rPr lang="en-US" sz="1400" b="1" i="0">
                          <a:solidFill>
                            <a:schemeClr val="tx1"/>
                          </a:solidFill>
                          <a:latin typeface="Calibri"/>
                        </a:rPr>
                        <a:t>Shares Held (%)</a:t>
                      </a:r>
                    </a:p>
                  </a:txBody>
                  <a:tcPr anchor="ctr">
                    <a:lnL w="0">
                      <a:noFill/>
                    </a:lnL>
                    <a:lnR w="0">
                      <a:noFill/>
                    </a:lnR>
                    <a:lnT w="0">
                      <a:noFill/>
                    </a:lnT>
                    <a:lnB w="12700">
                      <a:solidFill>
                        <a:srgbClr val="FF0000"/>
                      </a:solidFill>
                    </a:lnB>
                    <a:solidFill>
                      <a:schemeClr val="bg1"/>
                    </a:solidFill>
                  </a:tcPr>
                </a:tc>
                <a:extLst>
                  <a:ext uri="{0D108BD9-81ED-4DB2-BD59-A6C34878D82A}">
                    <a16:rowId xmlns:a16="http://schemas.microsoft.com/office/drawing/2014/main" val="3758477343"/>
                  </a:ext>
                </a:extLst>
              </a:tr>
              <a:tr h="323345">
                <a:tc>
                  <a:txBody>
                    <a:bodyPr/>
                    <a:lstStyle/>
                    <a:p>
                      <a:pPr lvl="0">
                        <a:buNone/>
                      </a:pPr>
                      <a:r>
                        <a:rPr lang="en-US" sz="1400" b="0">
                          <a:latin typeface="Calibri Light"/>
                        </a:rPr>
                        <a:t>BGH Capital</a:t>
                      </a:r>
                    </a:p>
                  </a:txBody>
                  <a:tcPr anchor="ctr">
                    <a:lnT w="12700">
                      <a:solidFill>
                        <a:srgbClr val="FF0000"/>
                      </a:solidFill>
                    </a:lnT>
                    <a:lnB w="3175">
                      <a:solidFill>
                        <a:schemeClr val="bg2">
                          <a:lumMod val="50000"/>
                        </a:schemeClr>
                      </a:solidFill>
                    </a:lnB>
                    <a:solidFill>
                      <a:schemeClr val="bg1"/>
                    </a:solidFill>
                  </a:tcPr>
                </a:tc>
                <a:tc>
                  <a:txBody>
                    <a:bodyPr/>
                    <a:lstStyle/>
                    <a:p>
                      <a:pPr algn="ctr"/>
                      <a:r>
                        <a:rPr lang="en-US" sz="1400">
                          <a:latin typeface="Calibri Light"/>
                        </a:rPr>
                        <a:t>17.1</a:t>
                      </a:r>
                    </a:p>
                  </a:txBody>
                  <a:tcPr anchor="ctr">
                    <a:lnT w="12700">
                      <a:solidFill>
                        <a:srgbClr val="FF0000"/>
                      </a:solidFill>
                    </a:lnT>
                    <a:lnB w="3175">
                      <a:solidFill>
                        <a:schemeClr val="bg2">
                          <a:lumMod val="50000"/>
                        </a:schemeClr>
                      </a:solidFill>
                    </a:lnB>
                    <a:solidFill>
                      <a:schemeClr val="bg1"/>
                    </a:solidFill>
                  </a:tcPr>
                </a:tc>
                <a:tc>
                  <a:txBody>
                    <a:bodyPr/>
                    <a:lstStyle/>
                    <a:p>
                      <a:pPr algn="ctr"/>
                      <a:r>
                        <a:rPr lang="en-US" sz="1400">
                          <a:latin typeface="Calibri Light"/>
                        </a:rPr>
                        <a:t>19.99%</a:t>
                      </a:r>
                    </a:p>
                  </a:txBody>
                  <a:tcPr anchor="ctr">
                    <a:lnT w="12700">
                      <a:solidFill>
                        <a:srgbClr val="FF0000"/>
                      </a:solidFill>
                    </a:lnT>
                    <a:lnB w="3175">
                      <a:solidFill>
                        <a:schemeClr val="bg2">
                          <a:lumMod val="50000"/>
                        </a:schemeClr>
                      </a:solidFill>
                    </a:lnB>
                    <a:solidFill>
                      <a:schemeClr val="bg1"/>
                    </a:solidFill>
                  </a:tcPr>
                </a:tc>
                <a:extLst>
                  <a:ext uri="{0D108BD9-81ED-4DB2-BD59-A6C34878D82A}">
                    <a16:rowId xmlns:a16="http://schemas.microsoft.com/office/drawing/2014/main" val="3627760774"/>
                  </a:ext>
                </a:extLst>
              </a:tr>
              <a:tr h="323345">
                <a:tc>
                  <a:txBody>
                    <a:bodyPr/>
                    <a:lstStyle/>
                    <a:p>
                      <a:pPr lvl="0">
                        <a:buNone/>
                      </a:pPr>
                      <a:r>
                        <a:rPr lang="en-US" sz="1400" b="0">
                          <a:latin typeface="Calibri Light"/>
                        </a:rPr>
                        <a:t>Paradise Investment Management</a:t>
                      </a:r>
                    </a:p>
                  </a:txBody>
                  <a:tcPr anchor="ctr">
                    <a:lnT w="3175">
                      <a:solidFill>
                        <a:schemeClr val="bg2">
                          <a:lumMod val="50000"/>
                        </a:schemeClr>
                      </a:solidFill>
                    </a:lnT>
                    <a:lnB w="3175">
                      <a:solidFill>
                        <a:schemeClr val="bg2">
                          <a:lumMod val="50000"/>
                        </a:schemeClr>
                      </a:solidFill>
                    </a:lnB>
                    <a:solidFill>
                      <a:schemeClr val="bg1"/>
                    </a:solidFill>
                  </a:tcPr>
                </a:tc>
                <a:tc>
                  <a:txBody>
                    <a:bodyPr/>
                    <a:lstStyle/>
                    <a:p>
                      <a:pPr algn="ctr"/>
                      <a:r>
                        <a:rPr lang="en-US" sz="1400">
                          <a:latin typeface="Calibri Light"/>
                        </a:rPr>
                        <a:t>8.4</a:t>
                      </a:r>
                    </a:p>
                  </a:txBody>
                  <a:tcPr anchor="ctr">
                    <a:lnT w="3175">
                      <a:solidFill>
                        <a:schemeClr val="bg2">
                          <a:lumMod val="50000"/>
                        </a:schemeClr>
                      </a:solidFill>
                    </a:lnT>
                    <a:lnB w="3175">
                      <a:solidFill>
                        <a:schemeClr val="bg2">
                          <a:lumMod val="50000"/>
                        </a:schemeClr>
                      </a:solidFill>
                    </a:lnB>
                    <a:solidFill>
                      <a:schemeClr val="bg1"/>
                    </a:solidFill>
                  </a:tcPr>
                </a:tc>
                <a:tc>
                  <a:txBody>
                    <a:bodyPr/>
                    <a:lstStyle/>
                    <a:p>
                      <a:pPr algn="ctr"/>
                      <a:r>
                        <a:rPr lang="en-US" sz="1400">
                          <a:latin typeface="Calibri Light"/>
                        </a:rPr>
                        <a:t>9.76%</a:t>
                      </a:r>
                    </a:p>
                  </a:txBody>
                  <a:tcPr anchor="ctr">
                    <a:lnT w="3175">
                      <a:solidFill>
                        <a:schemeClr val="bg2">
                          <a:lumMod val="50000"/>
                        </a:schemeClr>
                      </a:solidFill>
                    </a:lnT>
                    <a:lnB w="3175">
                      <a:solidFill>
                        <a:schemeClr val="bg2">
                          <a:lumMod val="50000"/>
                        </a:schemeClr>
                      </a:solidFill>
                    </a:lnB>
                    <a:solidFill>
                      <a:schemeClr val="bg1"/>
                    </a:solidFill>
                  </a:tcPr>
                </a:tc>
                <a:extLst>
                  <a:ext uri="{0D108BD9-81ED-4DB2-BD59-A6C34878D82A}">
                    <a16:rowId xmlns:a16="http://schemas.microsoft.com/office/drawing/2014/main" val="275241309"/>
                  </a:ext>
                </a:extLst>
              </a:tr>
              <a:tr h="323345">
                <a:tc>
                  <a:txBody>
                    <a:bodyPr/>
                    <a:lstStyle/>
                    <a:p>
                      <a:pPr lvl="0">
                        <a:buNone/>
                      </a:pPr>
                      <a:r>
                        <a:rPr lang="en-US" sz="1400" b="0">
                          <a:latin typeface="Calibri Light"/>
                        </a:rPr>
                        <a:t>Yarra Capital Management</a:t>
                      </a:r>
                    </a:p>
                  </a:txBody>
                  <a:tcPr anchor="ctr">
                    <a:lnT w="3175">
                      <a:solidFill>
                        <a:schemeClr val="bg2">
                          <a:lumMod val="50000"/>
                        </a:schemeClr>
                      </a:solidFill>
                    </a:lnT>
                    <a:lnB w="3175">
                      <a:solidFill>
                        <a:schemeClr val="bg2">
                          <a:lumMod val="50000"/>
                        </a:schemeClr>
                      </a:solidFill>
                    </a:lnB>
                    <a:solidFill>
                      <a:schemeClr val="bg1"/>
                    </a:solidFill>
                  </a:tcPr>
                </a:tc>
                <a:tc>
                  <a:txBody>
                    <a:bodyPr/>
                    <a:lstStyle/>
                    <a:p>
                      <a:pPr algn="ctr"/>
                      <a:r>
                        <a:rPr lang="en-US" sz="1400">
                          <a:latin typeface="Calibri Light"/>
                        </a:rPr>
                        <a:t>5.4</a:t>
                      </a:r>
                    </a:p>
                  </a:txBody>
                  <a:tcPr anchor="ctr">
                    <a:lnT w="3175">
                      <a:solidFill>
                        <a:schemeClr val="bg2">
                          <a:lumMod val="50000"/>
                        </a:schemeClr>
                      </a:solidFill>
                    </a:lnT>
                    <a:lnB w="3175">
                      <a:solidFill>
                        <a:schemeClr val="bg2">
                          <a:lumMod val="50000"/>
                        </a:schemeClr>
                      </a:solidFill>
                    </a:lnB>
                    <a:solidFill>
                      <a:schemeClr val="bg1"/>
                    </a:solidFill>
                  </a:tcPr>
                </a:tc>
                <a:tc>
                  <a:txBody>
                    <a:bodyPr/>
                    <a:lstStyle/>
                    <a:p>
                      <a:pPr algn="ctr"/>
                      <a:r>
                        <a:rPr lang="en-US" sz="1400">
                          <a:latin typeface="Calibri Light"/>
                        </a:rPr>
                        <a:t>6.37%</a:t>
                      </a:r>
                    </a:p>
                  </a:txBody>
                  <a:tcPr anchor="ctr">
                    <a:lnT w="3175">
                      <a:solidFill>
                        <a:schemeClr val="bg2">
                          <a:lumMod val="50000"/>
                        </a:schemeClr>
                      </a:solidFill>
                    </a:lnT>
                    <a:lnB w="3175">
                      <a:solidFill>
                        <a:schemeClr val="bg2">
                          <a:lumMod val="50000"/>
                        </a:schemeClr>
                      </a:solidFill>
                    </a:lnB>
                    <a:solidFill>
                      <a:schemeClr val="bg1"/>
                    </a:solidFill>
                  </a:tcPr>
                </a:tc>
                <a:extLst>
                  <a:ext uri="{0D108BD9-81ED-4DB2-BD59-A6C34878D82A}">
                    <a16:rowId xmlns:a16="http://schemas.microsoft.com/office/drawing/2014/main" val="915435071"/>
                  </a:ext>
                </a:extLst>
              </a:tr>
              <a:tr h="323345">
                <a:tc>
                  <a:txBody>
                    <a:bodyPr/>
                    <a:lstStyle/>
                    <a:p>
                      <a:pPr lvl="0">
                        <a:buNone/>
                      </a:pPr>
                      <a:r>
                        <a:rPr lang="en-US" sz="1400" b="0">
                          <a:latin typeface="Calibri Light"/>
                        </a:rPr>
                        <a:t>Mitsubishi UFJ Financial</a:t>
                      </a:r>
                    </a:p>
                  </a:txBody>
                  <a:tcPr anchor="ctr">
                    <a:lnT w="3175">
                      <a:solidFill>
                        <a:schemeClr val="bg2">
                          <a:lumMod val="50000"/>
                        </a:schemeClr>
                      </a:solidFill>
                    </a:lnT>
                    <a:lnB w="3175">
                      <a:solidFill>
                        <a:schemeClr val="bg2">
                          <a:lumMod val="50000"/>
                        </a:schemeClr>
                      </a:solidFill>
                    </a:lnB>
                    <a:solidFill>
                      <a:schemeClr val="bg1"/>
                    </a:solidFill>
                  </a:tcPr>
                </a:tc>
                <a:tc>
                  <a:txBody>
                    <a:bodyPr/>
                    <a:lstStyle/>
                    <a:p>
                      <a:pPr algn="ctr"/>
                      <a:r>
                        <a:rPr lang="en-US" sz="1400">
                          <a:latin typeface="Calibri Light"/>
                        </a:rPr>
                        <a:t>4.3</a:t>
                      </a:r>
                    </a:p>
                  </a:txBody>
                  <a:tcPr anchor="ctr">
                    <a:lnT w="3175">
                      <a:solidFill>
                        <a:schemeClr val="bg2">
                          <a:lumMod val="50000"/>
                        </a:schemeClr>
                      </a:solidFill>
                    </a:lnT>
                    <a:lnB w="3175">
                      <a:solidFill>
                        <a:schemeClr val="bg2">
                          <a:lumMod val="50000"/>
                        </a:schemeClr>
                      </a:solidFill>
                    </a:lnB>
                    <a:solidFill>
                      <a:schemeClr val="bg1"/>
                    </a:solidFill>
                  </a:tcPr>
                </a:tc>
                <a:tc>
                  <a:txBody>
                    <a:bodyPr/>
                    <a:lstStyle/>
                    <a:p>
                      <a:pPr algn="ctr"/>
                      <a:r>
                        <a:rPr lang="en-US" sz="1400">
                          <a:latin typeface="Calibri Light"/>
                        </a:rPr>
                        <a:t>5.01%</a:t>
                      </a:r>
                    </a:p>
                  </a:txBody>
                  <a:tcPr anchor="ctr">
                    <a:lnT w="3175">
                      <a:solidFill>
                        <a:schemeClr val="bg2">
                          <a:lumMod val="50000"/>
                        </a:schemeClr>
                      </a:solidFill>
                    </a:lnT>
                    <a:lnB w="3175">
                      <a:solidFill>
                        <a:schemeClr val="bg2">
                          <a:lumMod val="50000"/>
                        </a:schemeClr>
                      </a:solidFill>
                    </a:lnB>
                    <a:solidFill>
                      <a:schemeClr val="bg1"/>
                    </a:solidFill>
                  </a:tcPr>
                </a:tc>
                <a:extLst>
                  <a:ext uri="{0D108BD9-81ED-4DB2-BD59-A6C34878D82A}">
                    <a16:rowId xmlns:a16="http://schemas.microsoft.com/office/drawing/2014/main" val="3087526149"/>
                  </a:ext>
                </a:extLst>
              </a:tr>
              <a:tr h="323345">
                <a:tc>
                  <a:txBody>
                    <a:bodyPr/>
                    <a:lstStyle/>
                    <a:p>
                      <a:pPr lvl="0">
                        <a:buNone/>
                      </a:pPr>
                      <a:r>
                        <a:rPr lang="en-US" sz="1400" b="0" dirty="0">
                          <a:latin typeface="Calibri Light"/>
                        </a:rPr>
                        <a:t>Dimensional Fund Advisors</a:t>
                      </a:r>
                    </a:p>
                  </a:txBody>
                  <a:tcPr anchor="ctr">
                    <a:lnT w="3175">
                      <a:solidFill>
                        <a:schemeClr val="bg2">
                          <a:lumMod val="50000"/>
                        </a:schemeClr>
                      </a:solidFill>
                    </a:lnT>
                    <a:lnB w="31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1400">
                          <a:latin typeface="Calibri Light"/>
                        </a:rPr>
                        <a:t>4.3</a:t>
                      </a:r>
                    </a:p>
                  </a:txBody>
                  <a:tcPr anchor="ctr">
                    <a:lnT w="3175">
                      <a:solidFill>
                        <a:schemeClr val="bg2">
                          <a:lumMod val="50000"/>
                        </a:schemeClr>
                      </a:solidFill>
                    </a:lnT>
                    <a:lnB w="3175" cap="flat" cmpd="sng" algn="ctr">
                      <a:solidFill>
                        <a:schemeClr val="bg2">
                          <a:lumMod val="50000"/>
                        </a:schemeClr>
                      </a:solidFill>
                      <a:prstDash val="solid"/>
                      <a:round/>
                      <a:headEnd type="none" w="med" len="med"/>
                      <a:tailEnd type="none" w="med" len="med"/>
                    </a:lnB>
                    <a:solidFill>
                      <a:schemeClr val="bg1"/>
                    </a:solidFill>
                  </a:tcPr>
                </a:tc>
                <a:tc>
                  <a:txBody>
                    <a:bodyPr/>
                    <a:lstStyle/>
                    <a:p>
                      <a:pPr algn="ctr"/>
                      <a:r>
                        <a:rPr lang="en-US" sz="1400">
                          <a:latin typeface="Calibri Light"/>
                        </a:rPr>
                        <a:t>5.00%</a:t>
                      </a:r>
                    </a:p>
                  </a:txBody>
                  <a:tcPr anchor="ctr">
                    <a:lnT w="3175">
                      <a:solidFill>
                        <a:schemeClr val="bg2">
                          <a:lumMod val="50000"/>
                        </a:schemeClr>
                      </a:solidFill>
                    </a:lnT>
                    <a:lnB w="3175" cap="flat" cmpd="sng" algn="ctr">
                      <a:solidFill>
                        <a:schemeClr val="bg2">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776807180"/>
                  </a:ext>
                </a:extLst>
              </a:tr>
              <a:tr h="323345">
                <a:tc>
                  <a:txBody>
                    <a:bodyPr/>
                    <a:lstStyle/>
                    <a:p>
                      <a:pPr lvl="0">
                        <a:buNone/>
                      </a:pPr>
                      <a:r>
                        <a:rPr lang="en-US" sz="1400" b="1">
                          <a:latin typeface="Calibri Light"/>
                        </a:rPr>
                        <a:t>Total – Substantial Shareholders</a:t>
                      </a:r>
                    </a:p>
                  </a:txBody>
                  <a:tcPr anchor="ctr">
                    <a:lnT w="3175" cap="flat" cmpd="sng" algn="ctr">
                      <a:solidFill>
                        <a:schemeClr val="bg2">
                          <a:lumMod val="50000"/>
                        </a:schemeClr>
                      </a:solidFill>
                      <a:prstDash val="solid"/>
                      <a:round/>
                      <a:headEnd type="none" w="med" len="med"/>
                      <a:tailEnd type="none" w="med" len="med"/>
                    </a:lnT>
                    <a:lnB w="3175" cap="flat" cmpd="sng" algn="ctr">
                      <a:solidFill>
                        <a:schemeClr val="bg2">
                          <a:lumMod val="50000"/>
                        </a:schemeClr>
                      </a:solidFill>
                      <a:prstDash val="solid"/>
                      <a:round/>
                      <a:headEnd type="none" w="med" len="med"/>
                      <a:tailEnd type="none" w="med" len="med"/>
                    </a:lnB>
                    <a:solidFill>
                      <a:schemeClr val="bg1"/>
                    </a:solidFill>
                  </a:tcPr>
                </a:tc>
                <a:tc>
                  <a:txBody>
                    <a:bodyPr/>
                    <a:lstStyle/>
                    <a:p>
                      <a:pPr lvl="0" algn="ctr">
                        <a:buNone/>
                      </a:pPr>
                      <a:r>
                        <a:rPr lang="en-US" sz="1400" b="1">
                          <a:latin typeface="Calibri Light"/>
                        </a:rPr>
                        <a:t>39.5</a:t>
                      </a:r>
                    </a:p>
                  </a:txBody>
                  <a:tcPr anchor="ctr">
                    <a:lnT w="3175" cap="flat" cmpd="sng" algn="ctr">
                      <a:solidFill>
                        <a:schemeClr val="bg2">
                          <a:lumMod val="50000"/>
                        </a:schemeClr>
                      </a:solidFill>
                      <a:prstDash val="solid"/>
                      <a:round/>
                      <a:headEnd type="none" w="med" len="med"/>
                      <a:tailEnd type="none" w="med" len="med"/>
                    </a:lnT>
                    <a:lnB w="3175" cap="flat" cmpd="sng" algn="ctr">
                      <a:solidFill>
                        <a:schemeClr val="bg2">
                          <a:lumMod val="50000"/>
                        </a:schemeClr>
                      </a:solidFill>
                      <a:prstDash val="solid"/>
                      <a:round/>
                      <a:headEnd type="none" w="med" len="med"/>
                      <a:tailEnd type="none" w="med" len="med"/>
                    </a:lnB>
                    <a:solidFill>
                      <a:schemeClr val="bg1"/>
                    </a:solidFill>
                  </a:tcPr>
                </a:tc>
                <a:tc>
                  <a:txBody>
                    <a:bodyPr/>
                    <a:lstStyle/>
                    <a:p>
                      <a:pPr lvl="0" algn="ctr">
                        <a:buNone/>
                      </a:pPr>
                      <a:r>
                        <a:rPr lang="en-US" sz="1400" b="1" dirty="0">
                          <a:latin typeface="Calibri Light"/>
                        </a:rPr>
                        <a:t>46.13%</a:t>
                      </a:r>
                    </a:p>
                  </a:txBody>
                  <a:tcPr anchor="ctr">
                    <a:lnT w="3175" cap="flat" cmpd="sng" algn="ctr">
                      <a:solidFill>
                        <a:schemeClr val="bg2">
                          <a:lumMod val="50000"/>
                        </a:schemeClr>
                      </a:solidFill>
                      <a:prstDash val="solid"/>
                      <a:round/>
                      <a:headEnd type="none" w="med" len="med"/>
                      <a:tailEnd type="none" w="med" len="med"/>
                    </a:lnT>
                    <a:lnB w="3175" cap="flat" cmpd="sng" algn="ctr">
                      <a:solidFill>
                        <a:schemeClr val="bg2">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766179124"/>
                  </a:ext>
                </a:extLst>
              </a:tr>
            </a:tbl>
          </a:graphicData>
        </a:graphic>
      </p:graphicFrame>
      <p:sp>
        <p:nvSpPr>
          <p:cNvPr id="13" name="TextBox 12">
            <a:extLst>
              <a:ext uri="{FF2B5EF4-FFF2-40B4-BE49-F238E27FC236}">
                <a16:creationId xmlns:a16="http://schemas.microsoft.com/office/drawing/2014/main" id="{2FF7B49B-876D-B8E5-B76D-2E92C69AEA92}"/>
              </a:ext>
            </a:extLst>
          </p:cNvPr>
          <p:cNvSpPr txBox="1"/>
          <p:nvPr/>
        </p:nvSpPr>
        <p:spPr>
          <a:xfrm>
            <a:off x="298436" y="1555955"/>
            <a:ext cx="6299198"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b="1">
                <a:latin typeface="Segoe UI"/>
                <a:cs typeface="Segoe UI"/>
              </a:rPr>
              <a:t>Shareholder Register – Substantial Shareholders</a:t>
            </a:r>
          </a:p>
        </p:txBody>
      </p:sp>
      <p:sp>
        <p:nvSpPr>
          <p:cNvPr id="14" name="TextBox 13">
            <a:extLst>
              <a:ext uri="{FF2B5EF4-FFF2-40B4-BE49-F238E27FC236}">
                <a16:creationId xmlns:a16="http://schemas.microsoft.com/office/drawing/2014/main" id="{69962BF0-88CC-EBED-0DC3-5E8A5ECEF285}"/>
              </a:ext>
            </a:extLst>
          </p:cNvPr>
          <p:cNvSpPr txBox="1"/>
          <p:nvPr/>
        </p:nvSpPr>
        <p:spPr>
          <a:xfrm>
            <a:off x="7092936" y="1555954"/>
            <a:ext cx="6299198"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b="1">
                <a:latin typeface="Segoe UI"/>
                <a:cs typeface="Segoe UI"/>
              </a:rPr>
              <a:t>Commentary</a:t>
            </a:r>
          </a:p>
        </p:txBody>
      </p:sp>
      <p:sp>
        <p:nvSpPr>
          <p:cNvPr id="16" name="Rectangle: Rounded Corners 15">
            <a:extLst>
              <a:ext uri="{FF2B5EF4-FFF2-40B4-BE49-F238E27FC236}">
                <a16:creationId xmlns:a16="http://schemas.microsoft.com/office/drawing/2014/main" id="{BC5B5304-3519-9AF0-AE03-B308F156E070}"/>
              </a:ext>
            </a:extLst>
          </p:cNvPr>
          <p:cNvSpPr/>
          <p:nvPr/>
        </p:nvSpPr>
        <p:spPr>
          <a:xfrm>
            <a:off x="7090763" y="1901530"/>
            <a:ext cx="4326569" cy="1025967"/>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171450" indent="-171450">
              <a:buFont typeface="Arial" panose="020B0604020202020204" pitchFamily="34" charset="0"/>
              <a:buChar char="•"/>
            </a:pPr>
            <a:r>
              <a:rPr lang="en-AU" sz="1400">
                <a:solidFill>
                  <a:schemeClr val="tx1"/>
                </a:solidFill>
                <a:latin typeface="Segoe UI Light"/>
                <a:cs typeface="Segoe UI Light"/>
              </a:rPr>
              <a:t>Under a scheme of arrangement, any offer will require more than 50% of Virtus shareholders present and voting and at least 75% of votes to be cast in favour of the offer for it to be approved</a:t>
            </a:r>
          </a:p>
        </p:txBody>
      </p:sp>
      <p:sp>
        <p:nvSpPr>
          <p:cNvPr id="19" name="Rectangle: Rounded Corners 18">
            <a:extLst>
              <a:ext uri="{FF2B5EF4-FFF2-40B4-BE49-F238E27FC236}">
                <a16:creationId xmlns:a16="http://schemas.microsoft.com/office/drawing/2014/main" id="{1BC1CC3C-D4E7-F331-286B-00BD41D78401}"/>
              </a:ext>
            </a:extLst>
          </p:cNvPr>
          <p:cNvSpPr/>
          <p:nvPr/>
        </p:nvSpPr>
        <p:spPr>
          <a:xfrm>
            <a:off x="7090762" y="3213532"/>
            <a:ext cx="4326569" cy="1025967"/>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171450" indent="-171450">
              <a:buFont typeface="Arial" panose="020B0604020202020204" pitchFamily="34" charset="0"/>
              <a:buChar char="•"/>
            </a:pPr>
            <a:r>
              <a:rPr lang="en-AU" sz="1400">
                <a:solidFill>
                  <a:schemeClr val="tx1"/>
                </a:solidFill>
                <a:latin typeface="Segoe UI Light"/>
                <a:cs typeface="Segoe UI Light"/>
              </a:rPr>
              <a:t>BGH holds 19.99% of shares, and will be voting against the scheme. Just 5.01% of remaining shares are required to achieve the 25% needed to block the scheme. </a:t>
            </a:r>
            <a:endParaRPr lang="en-AU" sz="1400">
              <a:solidFill>
                <a:srgbClr val="FF0000"/>
              </a:solidFill>
              <a:latin typeface="Segoe UI Light"/>
              <a:cs typeface="Segoe UI Light"/>
            </a:endParaRPr>
          </a:p>
        </p:txBody>
      </p:sp>
      <p:sp>
        <p:nvSpPr>
          <p:cNvPr id="20" name="Rectangle: Rounded Corners 19">
            <a:extLst>
              <a:ext uri="{FF2B5EF4-FFF2-40B4-BE49-F238E27FC236}">
                <a16:creationId xmlns:a16="http://schemas.microsoft.com/office/drawing/2014/main" id="{4E5791CF-A2C6-0F49-0820-FF8F13F18476}"/>
              </a:ext>
            </a:extLst>
          </p:cNvPr>
          <p:cNvSpPr/>
          <p:nvPr/>
        </p:nvSpPr>
        <p:spPr>
          <a:xfrm>
            <a:off x="7090762" y="4524694"/>
            <a:ext cx="4326569" cy="1025966"/>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171450" indent="-171450">
              <a:buFont typeface="Arial" panose="020B0604020202020204" pitchFamily="34" charset="0"/>
              <a:buChar char="•"/>
            </a:pPr>
            <a:r>
              <a:rPr lang="en-AU" sz="1400">
                <a:solidFill>
                  <a:schemeClr val="tx1"/>
                </a:solidFill>
                <a:latin typeface="Segoe UI Light" panose="020B0502040204020203" pitchFamily="34" charset="0"/>
                <a:cs typeface="Segoe UI Light" panose="020B0502040204020203" pitchFamily="34" charset="0"/>
              </a:rPr>
              <a:t>UBS advices the Board devise an action plan to work with substantial shareholders to vote against the scheme.</a:t>
            </a:r>
          </a:p>
        </p:txBody>
      </p:sp>
      <p:sp>
        <p:nvSpPr>
          <p:cNvPr id="2" name="TextBox 1">
            <a:extLst>
              <a:ext uri="{FF2B5EF4-FFF2-40B4-BE49-F238E27FC236}">
                <a16:creationId xmlns:a16="http://schemas.microsoft.com/office/drawing/2014/main" id="{75678105-487D-61CC-DC4D-EA15FAD25658}"/>
              </a:ext>
            </a:extLst>
          </p:cNvPr>
          <p:cNvSpPr txBox="1"/>
          <p:nvPr/>
        </p:nvSpPr>
        <p:spPr>
          <a:xfrm>
            <a:off x="299242" y="4522928"/>
            <a:ext cx="6691745" cy="116955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AU" sz="1400">
                <a:latin typeface="Segoe UI Light"/>
                <a:cs typeface="Segoe UI Light"/>
              </a:rPr>
              <a:t>Given BGH’s 19.99% stake and recognising that voter turnout at scheme meetings is often substantially lower than 100%, there is significant uncertainty that the </a:t>
            </a:r>
            <a:r>
              <a:rPr lang="en-AU" sz="1400" err="1">
                <a:latin typeface="Segoe UI Light"/>
                <a:cs typeface="Segoe UI Light"/>
              </a:rPr>
              <a:t>CapVest</a:t>
            </a:r>
            <a:r>
              <a:rPr lang="en-AU" sz="1400">
                <a:latin typeface="Segoe UI Light"/>
                <a:cs typeface="Segoe UI Light"/>
              </a:rPr>
              <a:t> Scheme will meet the required approval thresholds. It is worth noting that at Virtus' most recent Annual General Meeting held on 18 November 2021, an average of less than 60% of votes were cast on each resolution.</a:t>
            </a:r>
            <a:endParaRPr lang="en-AU" sz="1600">
              <a:latin typeface="Segoe UI Light"/>
              <a:cs typeface="Segoe UI Light"/>
            </a:endParaRPr>
          </a:p>
        </p:txBody>
      </p:sp>
      <p:sp>
        <p:nvSpPr>
          <p:cNvPr id="8" name="Rectangle 7">
            <a:extLst>
              <a:ext uri="{FF2B5EF4-FFF2-40B4-BE49-F238E27FC236}">
                <a16:creationId xmlns:a16="http://schemas.microsoft.com/office/drawing/2014/main" id="{5408B6C1-CF71-92F3-059E-C155FCD4A26F}"/>
              </a:ext>
            </a:extLst>
          </p:cNvPr>
          <p:cNvSpPr/>
          <p:nvPr/>
        </p:nvSpPr>
        <p:spPr>
          <a:xfrm>
            <a:off x="-1881499" y="-28080"/>
            <a:ext cx="1744870" cy="706782"/>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cs typeface="Calibri"/>
              </a:rPr>
              <a:t>Jason</a:t>
            </a:r>
          </a:p>
        </p:txBody>
      </p:sp>
      <p:pic>
        <p:nvPicPr>
          <p:cNvPr id="15" name="Picture 4" descr="A picture containing text, clipart&#10;&#10;Description automatically generated">
            <a:extLst>
              <a:ext uri="{FF2B5EF4-FFF2-40B4-BE49-F238E27FC236}">
                <a16:creationId xmlns:a16="http://schemas.microsoft.com/office/drawing/2014/main" id="{B40ED132-3270-DD50-A482-7612FE4E5089}"/>
              </a:ext>
            </a:extLst>
          </p:cNvPr>
          <p:cNvPicPr>
            <a:picLocks noChangeAspect="1"/>
          </p:cNvPicPr>
          <p:nvPr/>
        </p:nvPicPr>
        <p:blipFill>
          <a:blip r:embed="rId2"/>
          <a:stretch>
            <a:fillRect/>
          </a:stretch>
        </p:blipFill>
        <p:spPr>
          <a:xfrm>
            <a:off x="210353" y="6317975"/>
            <a:ext cx="906857" cy="370354"/>
          </a:xfrm>
          <a:prstGeom prst="rect">
            <a:avLst/>
          </a:prstGeom>
        </p:spPr>
      </p:pic>
    </p:spTree>
    <p:extLst>
      <p:ext uri="{BB962C8B-B14F-4D97-AF65-F5344CB8AC3E}">
        <p14:creationId xmlns:p14="http://schemas.microsoft.com/office/powerpoint/2010/main" val="4107197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3">
            <a:extLst>
              <a:ext uri="{FF2B5EF4-FFF2-40B4-BE49-F238E27FC236}">
                <a16:creationId xmlns:a16="http://schemas.microsoft.com/office/drawing/2014/main" id="{435176B8-4A49-1DC3-AC4F-980224F58F3E}"/>
              </a:ext>
            </a:extLst>
          </p:cNvPr>
          <p:cNvGraphicFramePr>
            <a:graphicFrameLocks noGrp="1"/>
          </p:cNvGraphicFramePr>
          <p:nvPr>
            <p:extLst>
              <p:ext uri="{D42A27DB-BD31-4B8C-83A1-F6EECF244321}">
                <p14:modId xmlns:p14="http://schemas.microsoft.com/office/powerpoint/2010/main" val="241908938"/>
              </p:ext>
            </p:extLst>
          </p:nvPr>
        </p:nvGraphicFramePr>
        <p:xfrm>
          <a:off x="325388" y="1383044"/>
          <a:ext cx="11598196" cy="4563178"/>
        </p:xfrm>
        <a:graphic>
          <a:graphicData uri="http://schemas.openxmlformats.org/drawingml/2006/table">
            <a:tbl>
              <a:tblPr firstRow="1" bandRow="1">
                <a:tableStyleId>{5C22544A-7EE6-4342-B048-85BDC9FD1C3A}</a:tableStyleId>
              </a:tblPr>
              <a:tblGrid>
                <a:gridCol w="1709698">
                  <a:extLst>
                    <a:ext uri="{9D8B030D-6E8A-4147-A177-3AD203B41FA5}">
                      <a16:colId xmlns:a16="http://schemas.microsoft.com/office/drawing/2014/main" val="671195770"/>
                    </a:ext>
                  </a:extLst>
                </a:gridCol>
                <a:gridCol w="990600">
                  <a:extLst>
                    <a:ext uri="{9D8B030D-6E8A-4147-A177-3AD203B41FA5}">
                      <a16:colId xmlns:a16="http://schemas.microsoft.com/office/drawing/2014/main" val="2684767034"/>
                    </a:ext>
                  </a:extLst>
                </a:gridCol>
                <a:gridCol w="8034867">
                  <a:extLst>
                    <a:ext uri="{9D8B030D-6E8A-4147-A177-3AD203B41FA5}">
                      <a16:colId xmlns:a16="http://schemas.microsoft.com/office/drawing/2014/main" val="749821469"/>
                    </a:ext>
                  </a:extLst>
                </a:gridCol>
                <a:gridCol w="863031">
                  <a:extLst>
                    <a:ext uri="{9D8B030D-6E8A-4147-A177-3AD203B41FA5}">
                      <a16:colId xmlns:a16="http://schemas.microsoft.com/office/drawing/2014/main" val="1636286101"/>
                    </a:ext>
                  </a:extLst>
                </a:gridCol>
              </a:tblGrid>
              <a:tr h="460736">
                <a:tc>
                  <a:txBody>
                    <a:bodyPr/>
                    <a:lstStyle/>
                    <a:p>
                      <a:r>
                        <a:rPr lang="en-AU" sz="1400" b="1">
                          <a:solidFill>
                            <a:srgbClr val="FF0000"/>
                          </a:solidFill>
                          <a:latin typeface="Segoe UI Semilight"/>
                          <a:cs typeface="Segoe UI Semilight"/>
                        </a:rPr>
                        <a:t>Financial Sponsor</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AU" sz="1400" b="1">
                          <a:solidFill>
                            <a:srgbClr val="FF0000"/>
                          </a:solidFill>
                          <a:latin typeface="Segoe UI Semilight"/>
                          <a:cs typeface="Segoe UI Semilight"/>
                        </a:rPr>
                        <a:t>AUM</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AU" sz="1400" b="1">
                          <a:solidFill>
                            <a:srgbClr val="FF0000"/>
                          </a:solidFill>
                          <a:latin typeface="Segoe UI Semilight"/>
                          <a:cs typeface="Segoe UI Semilight"/>
                        </a:rPr>
                        <a:t>Rationale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AU" sz="1400" b="1">
                          <a:solidFill>
                            <a:srgbClr val="FF0000"/>
                          </a:solidFill>
                          <a:latin typeface="Segoe UI Semilight"/>
                          <a:cs typeface="Segoe UI Semilight"/>
                        </a:rPr>
                        <a:t>Potential</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58919501"/>
                  </a:ext>
                </a:extLst>
              </a:tr>
              <a:tr h="1022455">
                <a:tc>
                  <a:txBody>
                    <a:bodyPr/>
                    <a:lstStyle/>
                    <a:p>
                      <a:endParaRPr lang="en-AU" sz="1200">
                        <a:latin typeface="Segoe UI Semilight" panose="020B0402040204020203" pitchFamily="34" charset="0"/>
                        <a:cs typeface="Segoe UI Semilight" panose="020B0402040204020203" pitchFamily="34" charset="0"/>
                      </a:endParaRPr>
                    </a:p>
                    <a:p>
                      <a:endParaRPr lang="en-AU" sz="1200">
                        <a:latin typeface="Segoe UI Semilight" panose="020B0402040204020203" pitchFamily="34" charset="0"/>
                        <a:cs typeface="Segoe UI Semilight" panose="020B0402040204020203" pitchFamily="34" charset="0"/>
                      </a:endParaRPr>
                    </a:p>
                    <a:p>
                      <a:endParaRPr lang="en-AU" sz="1200">
                        <a:latin typeface="Segoe UI Semilight" panose="020B0402040204020203" pitchFamily="34" charset="0"/>
                        <a:cs typeface="Segoe UI Semilight" panose="020B0402040204020203"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AU" sz="1200">
                          <a:latin typeface="Segoe UI Semilight"/>
                          <a:cs typeface="Segoe UI Semilight"/>
                        </a:rPr>
                        <a:t>AUD$10bn</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indent="-171450">
                        <a:buFont typeface="Arial" panose="020B0604020202020204" pitchFamily="34" charset="0"/>
                        <a:buChar char="•"/>
                      </a:pPr>
                      <a:r>
                        <a:rPr lang="en-AU" sz="1200">
                          <a:latin typeface="Segoe UI Semilight"/>
                          <a:cs typeface="Segoe UI Semilight"/>
                        </a:rPr>
                        <a:t>Have an interest in healthcare companies, with their Fund VI consisting of two healthcare companies, Health e Care (acquired Sept 21 for ~$300m) and citadel health (acquired Dec 20 for $503m) </a:t>
                      </a:r>
                      <a:endParaRPr lang="en-AU" sz="1200">
                        <a:latin typeface="Segoe UI Semilight" panose="020B0402040204020203" pitchFamily="34" charset="0"/>
                        <a:cs typeface="Segoe UI Semilight" panose="020B0402040204020203" pitchFamily="34" charset="0"/>
                      </a:endParaRPr>
                    </a:p>
                    <a:p>
                      <a:pPr marL="171450" indent="-171450">
                        <a:buFont typeface="Arial" panose="020B0604020202020204" pitchFamily="34" charset="0"/>
                        <a:buChar char="•"/>
                      </a:pPr>
                      <a:r>
                        <a:rPr lang="en-AU" sz="1200">
                          <a:latin typeface="Segoe UI Semilight"/>
                          <a:cs typeface="Segoe UI Semilight"/>
                        </a:rPr>
                        <a:t>Acquired Evolution Healthcare for ~$300m in March 2019 (exited in 2021 for ~$750m) and LifeHealthcare for $211m in May 2018 (exited in Dec 2021 for $1.17bn)</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AU" sz="1200">
                        <a:latin typeface="Segoe UI Semilight" panose="020B0402040204020203" pitchFamily="34" charset="0"/>
                        <a:cs typeface="Segoe UI Semilight" panose="020B0402040204020203"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49665240"/>
                  </a:ext>
                </a:extLst>
              </a:tr>
              <a:tr h="1022455">
                <a:tc>
                  <a:txBody>
                    <a:bodyPr/>
                    <a:lstStyle/>
                    <a:p>
                      <a:endParaRPr lang="en-AU" sz="1200">
                        <a:latin typeface="Segoe UI Semilight"/>
                        <a:cs typeface="Segoe UI Semilight"/>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AU" sz="1200">
                          <a:latin typeface="Segoe UI Semilight"/>
                          <a:cs typeface="Segoe UI Semilight"/>
                        </a:rPr>
                        <a:t>AUD$3,6bn</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indent="-171450">
                        <a:buFont typeface="Arial" panose="020B0604020202020204" pitchFamily="34" charset="0"/>
                        <a:buChar char="•"/>
                      </a:pPr>
                      <a:r>
                        <a:rPr lang="en-AU" sz="1200">
                          <a:latin typeface="Segoe UI Semilight"/>
                          <a:cs typeface="Segoe UI Semilight"/>
                        </a:rPr>
                        <a:t>Acquired Virtus Health in 2008 for undisclosed amount and exited in 2013 with an $339m IPO.</a:t>
                      </a:r>
                    </a:p>
                    <a:p>
                      <a:pPr marL="171450" indent="-171450">
                        <a:buFont typeface="Arial" panose="020B0604020202020204" pitchFamily="34" charset="0"/>
                        <a:buChar char="•"/>
                      </a:pPr>
                      <a:r>
                        <a:rPr lang="en-AU" sz="1200">
                          <a:latin typeface="Segoe UI Semilight"/>
                          <a:cs typeface="Segoe UI Semilight"/>
                        </a:rPr>
                        <a:t>Have an interest in healthcare companies, with their Fund no.4 consisting of ICON Cancer Care (acquired major stake in May 2014) and Enrich Health Group (acquired in June 2016) and have owned other healthcare companies such as Estia Health (acquired in Dec 2010 for $750m and exited in 2016. </a:t>
                      </a:r>
                      <a:endParaRPr lang="en-AU" sz="1200" b="1">
                        <a:latin typeface="Segoe UI Semilight"/>
                        <a:cs typeface="Segoe UI Semilight"/>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AU" sz="1200">
                        <a:latin typeface="Segoe UI Semilight" panose="020B0402040204020203" pitchFamily="34" charset="0"/>
                        <a:cs typeface="Segoe UI Semilight" panose="020B0402040204020203"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96088631"/>
                  </a:ext>
                </a:extLst>
              </a:tr>
              <a:tr h="460736">
                <a:tc>
                  <a:txBody>
                    <a:bodyPr/>
                    <a:lstStyle/>
                    <a:p>
                      <a:endParaRPr lang="en-AU" sz="1200">
                        <a:latin typeface="Segoe UI Semilight"/>
                        <a:cs typeface="Segoe UI Semilight"/>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AU" sz="1200">
                          <a:latin typeface="Segoe UI Semilight"/>
                          <a:cs typeface="Segoe UI Semilight"/>
                        </a:rPr>
                        <a:t>USD$800bn</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indent="-171450">
                        <a:buFont typeface="Arial" panose="020B0604020202020204" pitchFamily="34" charset="0"/>
                        <a:buChar char="•"/>
                      </a:pPr>
                      <a:r>
                        <a:rPr lang="en-AU" sz="1200">
                          <a:latin typeface="Segoe UI Semilight"/>
                          <a:cs typeface="Segoe UI Semilight"/>
                        </a:rPr>
                        <a:t>Acquired Healthscope for $4.4bn in 2019, </a:t>
                      </a:r>
                      <a:r>
                        <a:rPr lang="en-GB" sz="1200">
                          <a:latin typeface="Segoe UI Semilight"/>
                          <a:cs typeface="Segoe UI Semilight"/>
                        </a:rPr>
                        <a:t>outbidding BGH Capital in a buyout proposal for the business </a:t>
                      </a:r>
                      <a:endParaRPr lang="en-AU" sz="1200">
                        <a:latin typeface="Segoe UI Semilight" panose="020B0402040204020203" pitchFamily="34" charset="0"/>
                        <a:cs typeface="Segoe UI Semilight" panose="020B0402040204020203"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AU" sz="1200">
                        <a:latin typeface="Segoe UI Semilight" panose="020B0402040204020203" pitchFamily="34" charset="0"/>
                        <a:cs typeface="Segoe UI Semilight" panose="020B0402040204020203"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53211470"/>
                  </a:ext>
                </a:extLst>
              </a:tr>
              <a:tr h="460736">
                <a:tc>
                  <a:txBody>
                    <a:bodyPr/>
                    <a:lstStyle/>
                    <a:p>
                      <a:r>
                        <a:rPr lang="en-AU" sz="1400" b="1">
                          <a:solidFill>
                            <a:srgbClr val="FF0000"/>
                          </a:solidFill>
                          <a:latin typeface="Segoe UI Semilight"/>
                          <a:cs typeface="Segoe UI Semilight"/>
                        </a:rPr>
                        <a:t>Strategic Buyers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AU" sz="1400" b="1">
                          <a:solidFill>
                            <a:srgbClr val="FF0000"/>
                          </a:solidFill>
                          <a:latin typeface="Segoe UI Semilight"/>
                          <a:cs typeface="Segoe UI Semilight"/>
                        </a:rPr>
                        <a:t>Mkt Cap</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AU" sz="1400" b="1">
                          <a:solidFill>
                            <a:srgbClr val="FF0000"/>
                          </a:solidFill>
                          <a:latin typeface="Segoe UI Semilight"/>
                          <a:cs typeface="Segoe UI Semilight"/>
                        </a:rPr>
                        <a:t>Rationale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AU" sz="1400" b="1">
                          <a:solidFill>
                            <a:srgbClr val="FF0000"/>
                          </a:solidFill>
                          <a:latin typeface="Segoe UI Semilight"/>
                          <a:cs typeface="Segoe UI Semilight"/>
                        </a:rPr>
                        <a:t>Potential</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9230598"/>
                  </a:ext>
                </a:extLst>
              </a:tr>
              <a:tr h="568030">
                <a:tc>
                  <a:txBody>
                    <a:bodyPr/>
                    <a:lstStyle/>
                    <a:p>
                      <a:endParaRPr lang="en-AU" sz="1200">
                        <a:latin typeface="Segoe UI Semilight"/>
                        <a:cs typeface="Segoe UI Semilight"/>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AU" sz="1200">
                          <a:latin typeface="Segoe UI Semilight"/>
                          <a:cs typeface="Segoe UI Semilight"/>
                        </a:rPr>
                        <a:t>AUD$16.1bn</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indent="-171450">
                        <a:buFont typeface="Arial" panose="020B0604020202020204" pitchFamily="34" charset="0"/>
                        <a:buChar char="•"/>
                      </a:pPr>
                      <a:r>
                        <a:rPr lang="en-AU" sz="1200">
                          <a:latin typeface="Segoe UI Semilight"/>
                          <a:cs typeface="Segoe UI Semilight"/>
                        </a:rPr>
                        <a:t>Paired with Healius to acquire Agilex Biolabs, for $301.3 million in 2021.</a:t>
                      </a:r>
                    </a:p>
                    <a:p>
                      <a:pPr marL="171450" indent="-171450">
                        <a:buFont typeface="Arial" panose="020B0604020202020204" pitchFamily="34" charset="0"/>
                        <a:buChar char="•"/>
                      </a:pPr>
                      <a:r>
                        <a:rPr lang="en-AU" sz="1200">
                          <a:latin typeface="Segoe UI Semilight"/>
                          <a:cs typeface="Segoe UI Semilight"/>
                        </a:rPr>
                        <a:t>Virtus Health attempted to purchase Adora Fertility from Healius but stopped due to competition concerns by ACCC.</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AU" sz="1200">
                        <a:latin typeface="Segoe UI Semilight" panose="020B0402040204020203" pitchFamily="34" charset="0"/>
                        <a:cs typeface="Segoe UI Semilight" panose="020B0402040204020203"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98294520"/>
                  </a:ext>
                </a:extLst>
              </a:tr>
              <a:tr h="568030">
                <a:tc>
                  <a:txBody>
                    <a:bodyPr/>
                    <a:lstStyle/>
                    <a:p>
                      <a:endParaRPr lang="en-AU" sz="1200">
                        <a:latin typeface="Segoe UI Semilight"/>
                        <a:cs typeface="Segoe UI Semilight"/>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a:latin typeface="Segoe UI Semilight"/>
                          <a:cs typeface="Segoe UI Semilight"/>
                        </a:rPr>
                        <a:t>AUD$14bn</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indent="-171450">
                        <a:buFont typeface="Arial" panose="020B0604020202020204" pitchFamily="34" charset="0"/>
                        <a:buChar char="•"/>
                      </a:pPr>
                      <a:r>
                        <a:rPr lang="en-AU" sz="1200">
                          <a:latin typeface="Segoe UI Semilight"/>
                          <a:cs typeface="Segoe UI Semilight"/>
                        </a:rPr>
                        <a:t>COO of Ramsay became CEO of Virtus Health in 2020. They have acquired 15 companies in the past, acquiring Elysium recently.</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AU" sz="1200" dirty="0">
                        <a:latin typeface="Segoe UI Semilight" panose="020B0402040204020203" pitchFamily="34" charset="0"/>
                        <a:cs typeface="Segoe UI Semilight" panose="020B0402040204020203"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04628682"/>
                  </a:ext>
                </a:extLst>
              </a:tr>
            </a:tbl>
          </a:graphicData>
        </a:graphic>
      </p:graphicFrame>
      <p:sp>
        <p:nvSpPr>
          <p:cNvPr id="28" name="Flowchart: Connector 27">
            <a:extLst>
              <a:ext uri="{FF2B5EF4-FFF2-40B4-BE49-F238E27FC236}">
                <a16:creationId xmlns:a16="http://schemas.microsoft.com/office/drawing/2014/main" id="{4CB77F97-30D2-C040-C887-97B74BFE62A5}"/>
              </a:ext>
            </a:extLst>
          </p:cNvPr>
          <p:cNvSpPr/>
          <p:nvPr/>
        </p:nvSpPr>
        <p:spPr>
          <a:xfrm>
            <a:off x="11354891" y="2176460"/>
            <a:ext cx="256063" cy="266429"/>
          </a:xfrm>
          <a:prstGeom prst="flowChartConnector">
            <a:avLst/>
          </a:prstGeom>
          <a:solidFill>
            <a:srgbClr val="FF0000"/>
          </a:solidFill>
          <a:ln>
            <a:solidFill>
              <a:srgbClr val="FF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AU"/>
          </a:p>
        </p:txBody>
      </p:sp>
      <p:sp>
        <p:nvSpPr>
          <p:cNvPr id="11" name="TextBox 10">
            <a:extLst>
              <a:ext uri="{FF2B5EF4-FFF2-40B4-BE49-F238E27FC236}">
                <a16:creationId xmlns:a16="http://schemas.microsoft.com/office/drawing/2014/main" id="{349C726F-08F9-3D0B-DA8D-F7DF6BF706F6}"/>
              </a:ext>
            </a:extLst>
          </p:cNvPr>
          <p:cNvSpPr txBox="1"/>
          <p:nvPr/>
        </p:nvSpPr>
        <p:spPr>
          <a:xfrm>
            <a:off x="8425996" y="6345909"/>
            <a:ext cx="3539745" cy="246221"/>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a:solidFill>
                  <a:schemeClr val="tx1">
                    <a:lumMod val="65000"/>
                    <a:lumOff val="35000"/>
                  </a:schemeClr>
                </a:solidFill>
                <a:latin typeface="Segoe UI Light"/>
                <a:cs typeface="Calibri"/>
              </a:rPr>
              <a:t>For use in the 2023 UBS IB Development Challenge only</a:t>
            </a:r>
          </a:p>
        </p:txBody>
      </p:sp>
      <p:sp>
        <p:nvSpPr>
          <p:cNvPr id="12" name="Slide Number Placeholder 11">
            <a:extLst>
              <a:ext uri="{FF2B5EF4-FFF2-40B4-BE49-F238E27FC236}">
                <a16:creationId xmlns:a16="http://schemas.microsoft.com/office/drawing/2014/main" id="{5D987FC4-D467-32CB-C941-EFCFA69E6111}"/>
              </a:ext>
            </a:extLst>
          </p:cNvPr>
          <p:cNvSpPr>
            <a:spLocks noGrp="1"/>
          </p:cNvSpPr>
          <p:nvPr>
            <p:ph type="sldNum" sz="quarter" idx="12"/>
          </p:nvPr>
        </p:nvSpPr>
        <p:spPr>
          <a:xfrm>
            <a:off x="9217240" y="6282370"/>
            <a:ext cx="2743200" cy="365125"/>
          </a:xfrm>
        </p:spPr>
        <p:txBody>
          <a:bodyPr/>
          <a:lstStyle/>
          <a:p>
            <a:fld id="{330EA680-D336-4FF7-8B7A-9848BB0A1C32}" type="slidenum">
              <a:rPr lang="en-US" sz="1000" b="1" dirty="0" smtClean="0">
                <a:latin typeface="Segoe UI Light"/>
                <a:cs typeface="Segoe UI Light"/>
              </a:rPr>
              <a:t>20</a:t>
            </a:fld>
            <a:endParaRPr lang="en-US" sz="1000" b="1">
              <a:latin typeface="Segoe UI Light"/>
              <a:cs typeface="Segoe UI Light"/>
            </a:endParaRPr>
          </a:p>
        </p:txBody>
      </p:sp>
      <p:pic>
        <p:nvPicPr>
          <p:cNvPr id="16" name="Picture 15" descr="A blue and black logo&#10;&#10;Description automatically generated with low confidence">
            <a:extLst>
              <a:ext uri="{FF2B5EF4-FFF2-40B4-BE49-F238E27FC236}">
                <a16:creationId xmlns:a16="http://schemas.microsoft.com/office/drawing/2014/main" id="{6316D79A-64A5-BCEA-67BE-F138632C071C}"/>
              </a:ext>
            </a:extLst>
          </p:cNvPr>
          <p:cNvPicPr>
            <a:picLocks noChangeAspect="1"/>
          </p:cNvPicPr>
          <p:nvPr/>
        </p:nvPicPr>
        <p:blipFill>
          <a:blip r:embed="rId2"/>
          <a:stretch>
            <a:fillRect/>
          </a:stretch>
        </p:blipFill>
        <p:spPr>
          <a:xfrm>
            <a:off x="377618" y="2260210"/>
            <a:ext cx="1569448" cy="266429"/>
          </a:xfrm>
          <a:prstGeom prst="rect">
            <a:avLst/>
          </a:prstGeom>
        </p:spPr>
      </p:pic>
      <p:pic>
        <p:nvPicPr>
          <p:cNvPr id="20" name="Picture 19" descr="A picture containing colorfulness, graphics, screenshot, graphic design&#10;&#10;Description automatically generated">
            <a:extLst>
              <a:ext uri="{FF2B5EF4-FFF2-40B4-BE49-F238E27FC236}">
                <a16:creationId xmlns:a16="http://schemas.microsoft.com/office/drawing/2014/main" id="{A043D19B-0733-306E-49F1-DD13DA1434AF}"/>
              </a:ext>
            </a:extLst>
          </p:cNvPr>
          <p:cNvPicPr>
            <a:picLocks noChangeAspect="1"/>
          </p:cNvPicPr>
          <p:nvPr/>
        </p:nvPicPr>
        <p:blipFill>
          <a:blip r:embed="rId3"/>
          <a:stretch>
            <a:fillRect/>
          </a:stretch>
        </p:blipFill>
        <p:spPr>
          <a:xfrm>
            <a:off x="403798" y="3184370"/>
            <a:ext cx="1350820" cy="292069"/>
          </a:xfrm>
          <a:prstGeom prst="rect">
            <a:avLst/>
          </a:prstGeom>
        </p:spPr>
      </p:pic>
      <p:pic>
        <p:nvPicPr>
          <p:cNvPr id="25" name="Picture 24" descr="A picture containing font, graphics, typography, text&#10;&#10;Description automatically generated">
            <a:extLst>
              <a:ext uri="{FF2B5EF4-FFF2-40B4-BE49-F238E27FC236}">
                <a16:creationId xmlns:a16="http://schemas.microsoft.com/office/drawing/2014/main" id="{825A9677-E94D-2610-7ABE-8F8CE0029BCE}"/>
              </a:ext>
            </a:extLst>
          </p:cNvPr>
          <p:cNvPicPr>
            <a:picLocks noChangeAspect="1"/>
          </p:cNvPicPr>
          <p:nvPr/>
        </p:nvPicPr>
        <p:blipFill>
          <a:blip r:embed="rId4"/>
          <a:stretch>
            <a:fillRect/>
          </a:stretch>
        </p:blipFill>
        <p:spPr>
          <a:xfrm>
            <a:off x="468753" y="4025892"/>
            <a:ext cx="1184552" cy="177683"/>
          </a:xfrm>
          <a:prstGeom prst="rect">
            <a:avLst/>
          </a:prstGeom>
        </p:spPr>
      </p:pic>
      <p:sp>
        <p:nvSpPr>
          <p:cNvPr id="27" name="Partial Circle 26">
            <a:extLst>
              <a:ext uri="{FF2B5EF4-FFF2-40B4-BE49-F238E27FC236}">
                <a16:creationId xmlns:a16="http://schemas.microsoft.com/office/drawing/2014/main" id="{F46F7630-7D3E-31F6-E561-9021C05381C7}"/>
              </a:ext>
            </a:extLst>
          </p:cNvPr>
          <p:cNvSpPr/>
          <p:nvPr/>
        </p:nvSpPr>
        <p:spPr>
          <a:xfrm>
            <a:off x="11348548" y="2176459"/>
            <a:ext cx="256063" cy="266430"/>
          </a:xfrm>
          <a:prstGeom prst="pie">
            <a:avLst/>
          </a:prstGeom>
          <a:solidFill>
            <a:schemeClr val="accent3">
              <a:lumMod val="20000"/>
              <a:lumOff val="8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tx1"/>
              </a:solidFill>
            </a:endParaRPr>
          </a:p>
        </p:txBody>
      </p:sp>
      <p:sp>
        <p:nvSpPr>
          <p:cNvPr id="33" name="Flowchart: Connector 32">
            <a:extLst>
              <a:ext uri="{FF2B5EF4-FFF2-40B4-BE49-F238E27FC236}">
                <a16:creationId xmlns:a16="http://schemas.microsoft.com/office/drawing/2014/main" id="{4CB6B5AC-E309-582E-09EB-C777203BECEE}"/>
              </a:ext>
            </a:extLst>
          </p:cNvPr>
          <p:cNvSpPr/>
          <p:nvPr/>
        </p:nvSpPr>
        <p:spPr>
          <a:xfrm>
            <a:off x="11348550" y="3240110"/>
            <a:ext cx="256063" cy="266429"/>
          </a:xfrm>
          <a:prstGeom prst="flowChartConnector">
            <a:avLst/>
          </a:prstGeom>
          <a:solidFill>
            <a:srgbClr val="FF0000"/>
          </a:solidFill>
          <a:ln>
            <a:solidFill>
              <a:srgbClr val="FF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AU"/>
          </a:p>
        </p:txBody>
      </p:sp>
      <p:sp>
        <p:nvSpPr>
          <p:cNvPr id="36" name="Partial Circle 35">
            <a:extLst>
              <a:ext uri="{FF2B5EF4-FFF2-40B4-BE49-F238E27FC236}">
                <a16:creationId xmlns:a16="http://schemas.microsoft.com/office/drawing/2014/main" id="{6332EAD8-9471-E680-AAC4-7266B62E691D}"/>
              </a:ext>
            </a:extLst>
          </p:cNvPr>
          <p:cNvSpPr/>
          <p:nvPr/>
        </p:nvSpPr>
        <p:spPr>
          <a:xfrm>
            <a:off x="11348549" y="3238207"/>
            <a:ext cx="256063" cy="266430"/>
          </a:xfrm>
          <a:prstGeom prst="pie">
            <a:avLst/>
          </a:prstGeom>
          <a:solidFill>
            <a:schemeClr val="accent3">
              <a:lumMod val="20000"/>
              <a:lumOff val="8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tx1"/>
              </a:solidFill>
            </a:endParaRPr>
          </a:p>
        </p:txBody>
      </p:sp>
      <p:sp>
        <p:nvSpPr>
          <p:cNvPr id="40" name="Flowchart: Connector 39">
            <a:extLst>
              <a:ext uri="{FF2B5EF4-FFF2-40B4-BE49-F238E27FC236}">
                <a16:creationId xmlns:a16="http://schemas.microsoft.com/office/drawing/2014/main" id="{2B610DB0-481B-EE4A-20F4-9BC9958BD6A5}"/>
              </a:ext>
            </a:extLst>
          </p:cNvPr>
          <p:cNvSpPr/>
          <p:nvPr/>
        </p:nvSpPr>
        <p:spPr>
          <a:xfrm>
            <a:off x="11348553" y="4979259"/>
            <a:ext cx="256063" cy="266429"/>
          </a:xfrm>
          <a:prstGeom prst="flowChartConnector">
            <a:avLst/>
          </a:prstGeom>
          <a:solidFill>
            <a:srgbClr val="FF0000"/>
          </a:solidFill>
          <a:ln>
            <a:solidFill>
              <a:srgbClr val="FF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AU"/>
          </a:p>
        </p:txBody>
      </p:sp>
      <p:sp>
        <p:nvSpPr>
          <p:cNvPr id="39" name="Partial Circle 38">
            <a:extLst>
              <a:ext uri="{FF2B5EF4-FFF2-40B4-BE49-F238E27FC236}">
                <a16:creationId xmlns:a16="http://schemas.microsoft.com/office/drawing/2014/main" id="{DE9F7752-13DA-584C-B7B6-CBF7D1180680}"/>
              </a:ext>
            </a:extLst>
          </p:cNvPr>
          <p:cNvSpPr/>
          <p:nvPr/>
        </p:nvSpPr>
        <p:spPr>
          <a:xfrm>
            <a:off x="11348550" y="4978461"/>
            <a:ext cx="256063" cy="266430"/>
          </a:xfrm>
          <a:prstGeom prst="pie">
            <a:avLst>
              <a:gd name="adj1" fmla="val 4408322"/>
              <a:gd name="adj2" fmla="val 16200000"/>
            </a:avLst>
          </a:prstGeom>
          <a:solidFill>
            <a:schemeClr val="accent3">
              <a:lumMod val="20000"/>
              <a:lumOff val="8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tx1"/>
              </a:solidFill>
            </a:endParaRPr>
          </a:p>
        </p:txBody>
      </p:sp>
      <p:sp>
        <p:nvSpPr>
          <p:cNvPr id="41" name="Flowchart: Connector 40">
            <a:extLst>
              <a:ext uri="{FF2B5EF4-FFF2-40B4-BE49-F238E27FC236}">
                <a16:creationId xmlns:a16="http://schemas.microsoft.com/office/drawing/2014/main" id="{4E4CF6BA-095F-D53C-B1A7-9FD01BAD7C19}"/>
              </a:ext>
            </a:extLst>
          </p:cNvPr>
          <p:cNvSpPr/>
          <p:nvPr/>
        </p:nvSpPr>
        <p:spPr>
          <a:xfrm>
            <a:off x="11348550" y="5546579"/>
            <a:ext cx="256063" cy="266429"/>
          </a:xfrm>
          <a:prstGeom prst="flowChartConnector">
            <a:avLst/>
          </a:prstGeom>
          <a:solidFill>
            <a:srgbClr val="FF0000"/>
          </a:solidFill>
          <a:ln>
            <a:solidFill>
              <a:srgbClr val="FF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AU"/>
          </a:p>
        </p:txBody>
      </p:sp>
      <p:sp>
        <p:nvSpPr>
          <p:cNvPr id="42" name="Partial Circle 41">
            <a:extLst>
              <a:ext uri="{FF2B5EF4-FFF2-40B4-BE49-F238E27FC236}">
                <a16:creationId xmlns:a16="http://schemas.microsoft.com/office/drawing/2014/main" id="{E3F7ACBC-73AA-BCFB-7066-9EC99BAA2826}"/>
              </a:ext>
            </a:extLst>
          </p:cNvPr>
          <p:cNvSpPr/>
          <p:nvPr/>
        </p:nvSpPr>
        <p:spPr>
          <a:xfrm>
            <a:off x="11348550" y="5546578"/>
            <a:ext cx="256063" cy="266430"/>
          </a:xfrm>
          <a:prstGeom prst="pie">
            <a:avLst>
              <a:gd name="adj1" fmla="val 3947307"/>
              <a:gd name="adj2" fmla="val 16200000"/>
            </a:avLst>
          </a:prstGeom>
          <a:solidFill>
            <a:schemeClr val="accent3">
              <a:lumMod val="20000"/>
              <a:lumOff val="8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tx1"/>
              </a:solidFill>
            </a:endParaRPr>
          </a:p>
        </p:txBody>
      </p:sp>
      <p:sp>
        <p:nvSpPr>
          <p:cNvPr id="4" name="Title 2">
            <a:extLst>
              <a:ext uri="{FF2B5EF4-FFF2-40B4-BE49-F238E27FC236}">
                <a16:creationId xmlns:a16="http://schemas.microsoft.com/office/drawing/2014/main" id="{D4BD33E0-9529-560A-D81D-4D02C7CF1DB1}"/>
              </a:ext>
            </a:extLst>
          </p:cNvPr>
          <p:cNvSpPr txBox="1">
            <a:spLocks/>
          </p:cNvSpPr>
          <p:nvPr/>
        </p:nvSpPr>
        <p:spPr>
          <a:xfrm>
            <a:off x="300038" y="328349"/>
            <a:ext cx="4821224" cy="29953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AU" sz="3200">
                <a:latin typeface="Segoe UI Light"/>
                <a:cs typeface="Calibri"/>
              </a:rPr>
              <a:t>Potential Interlopers</a:t>
            </a:r>
          </a:p>
        </p:txBody>
      </p:sp>
      <p:cxnSp>
        <p:nvCxnSpPr>
          <p:cNvPr id="14" name="Straight Arrow Connector 13">
            <a:extLst>
              <a:ext uri="{FF2B5EF4-FFF2-40B4-BE49-F238E27FC236}">
                <a16:creationId xmlns:a16="http://schemas.microsoft.com/office/drawing/2014/main" id="{5A842CD4-BBD0-E99C-101A-FB1BFBA4E72D}"/>
              </a:ext>
            </a:extLst>
          </p:cNvPr>
          <p:cNvCxnSpPr/>
          <p:nvPr/>
        </p:nvCxnSpPr>
        <p:spPr>
          <a:xfrm flipV="1">
            <a:off x="385619" y="763156"/>
            <a:ext cx="11178308" cy="43872"/>
          </a:xfrm>
          <a:prstGeom prst="straightConnector1">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B2C54276-F9FB-108A-DF8E-BFFAA41844FA}"/>
              </a:ext>
            </a:extLst>
          </p:cNvPr>
          <p:cNvSpPr txBox="1"/>
          <p:nvPr/>
        </p:nvSpPr>
        <p:spPr>
          <a:xfrm>
            <a:off x="307355" y="837382"/>
            <a:ext cx="1085272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FF0000"/>
                </a:solidFill>
                <a:latin typeface="Segoe UI Semilight"/>
                <a:cs typeface="Segoe UI Light"/>
              </a:rPr>
              <a:t>Although the Likelihood is Low, Other Potential Acquirers of Virtus Health are Listed Below</a:t>
            </a:r>
          </a:p>
        </p:txBody>
      </p:sp>
      <p:pic>
        <p:nvPicPr>
          <p:cNvPr id="46" name="Picture 45" descr="A close-up of a logo&#10;&#10;Description automatically generated with medium confidence">
            <a:extLst>
              <a:ext uri="{FF2B5EF4-FFF2-40B4-BE49-F238E27FC236}">
                <a16:creationId xmlns:a16="http://schemas.microsoft.com/office/drawing/2014/main" id="{20D09554-C296-FE90-B821-A2D045BF632F}"/>
              </a:ext>
            </a:extLst>
          </p:cNvPr>
          <p:cNvPicPr>
            <a:picLocks noChangeAspect="1"/>
          </p:cNvPicPr>
          <p:nvPr/>
        </p:nvPicPr>
        <p:blipFill>
          <a:blip r:embed="rId5"/>
          <a:stretch>
            <a:fillRect/>
          </a:stretch>
        </p:blipFill>
        <p:spPr>
          <a:xfrm>
            <a:off x="486932" y="4929167"/>
            <a:ext cx="1350820" cy="291463"/>
          </a:xfrm>
          <a:prstGeom prst="rect">
            <a:avLst/>
          </a:prstGeom>
        </p:spPr>
      </p:pic>
      <p:pic>
        <p:nvPicPr>
          <p:cNvPr id="48" name="Picture 47" descr="A picture containing font, screenshot, graphics, graphic design&#10;&#10;Description automatically generated">
            <a:extLst>
              <a:ext uri="{FF2B5EF4-FFF2-40B4-BE49-F238E27FC236}">
                <a16:creationId xmlns:a16="http://schemas.microsoft.com/office/drawing/2014/main" id="{9407A094-1754-4B5D-A76B-A9652BB4D854}"/>
              </a:ext>
            </a:extLst>
          </p:cNvPr>
          <p:cNvPicPr>
            <a:picLocks noChangeAspect="1"/>
          </p:cNvPicPr>
          <p:nvPr/>
        </p:nvPicPr>
        <p:blipFill>
          <a:blip r:embed="rId6"/>
          <a:stretch>
            <a:fillRect/>
          </a:stretch>
        </p:blipFill>
        <p:spPr>
          <a:xfrm>
            <a:off x="952245" y="5425427"/>
            <a:ext cx="515309" cy="444024"/>
          </a:xfrm>
          <a:prstGeom prst="rect">
            <a:avLst/>
          </a:prstGeom>
        </p:spPr>
      </p:pic>
      <p:sp>
        <p:nvSpPr>
          <p:cNvPr id="50" name="Flowchart: Connector 49">
            <a:extLst>
              <a:ext uri="{FF2B5EF4-FFF2-40B4-BE49-F238E27FC236}">
                <a16:creationId xmlns:a16="http://schemas.microsoft.com/office/drawing/2014/main" id="{CE7F73E8-E5BD-2870-2D07-2D077D37ECE0}"/>
              </a:ext>
            </a:extLst>
          </p:cNvPr>
          <p:cNvSpPr/>
          <p:nvPr/>
        </p:nvSpPr>
        <p:spPr>
          <a:xfrm>
            <a:off x="11348550" y="4001319"/>
            <a:ext cx="256063" cy="266429"/>
          </a:xfrm>
          <a:prstGeom prst="flowChartConnector">
            <a:avLst/>
          </a:prstGeom>
          <a:solidFill>
            <a:srgbClr val="FF0000"/>
          </a:solidFill>
          <a:ln>
            <a:solidFill>
              <a:srgbClr val="FF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AU"/>
          </a:p>
        </p:txBody>
      </p:sp>
      <p:sp>
        <p:nvSpPr>
          <p:cNvPr id="49" name="Partial Circle 48">
            <a:extLst>
              <a:ext uri="{FF2B5EF4-FFF2-40B4-BE49-F238E27FC236}">
                <a16:creationId xmlns:a16="http://schemas.microsoft.com/office/drawing/2014/main" id="{E6088AB6-C110-97C3-A607-618639085246}"/>
              </a:ext>
            </a:extLst>
          </p:cNvPr>
          <p:cNvSpPr/>
          <p:nvPr/>
        </p:nvSpPr>
        <p:spPr>
          <a:xfrm>
            <a:off x="11348550" y="3999415"/>
            <a:ext cx="256063" cy="266430"/>
          </a:xfrm>
          <a:prstGeom prst="pie">
            <a:avLst/>
          </a:prstGeom>
          <a:solidFill>
            <a:schemeClr val="accent3">
              <a:lumMod val="20000"/>
              <a:lumOff val="8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tx1"/>
              </a:solidFill>
            </a:endParaRPr>
          </a:p>
        </p:txBody>
      </p:sp>
      <p:sp>
        <p:nvSpPr>
          <p:cNvPr id="51" name="TextBox 50">
            <a:extLst>
              <a:ext uri="{FF2B5EF4-FFF2-40B4-BE49-F238E27FC236}">
                <a16:creationId xmlns:a16="http://schemas.microsoft.com/office/drawing/2014/main" id="{F37D1B6D-5DB7-BFFA-21ED-DC3DD72DFE25}"/>
              </a:ext>
            </a:extLst>
          </p:cNvPr>
          <p:cNvSpPr txBox="1"/>
          <p:nvPr/>
        </p:nvSpPr>
        <p:spPr>
          <a:xfrm>
            <a:off x="1618156" y="6283641"/>
            <a:ext cx="2089727" cy="246221"/>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a:solidFill>
                  <a:schemeClr val="tx1">
                    <a:lumMod val="65000"/>
                    <a:lumOff val="35000"/>
                  </a:schemeClr>
                </a:solidFill>
                <a:latin typeface="Segoe UI Light"/>
                <a:cs typeface="Calibri"/>
              </a:rPr>
              <a:t>Source: Company Filings.  </a:t>
            </a:r>
            <a:endParaRPr lang="en-US" sz="1000">
              <a:solidFill>
                <a:schemeClr val="tx1">
                  <a:lumMod val="65000"/>
                  <a:lumOff val="35000"/>
                </a:schemeClr>
              </a:solidFill>
              <a:latin typeface="Segoe UI Light"/>
            </a:endParaRPr>
          </a:p>
        </p:txBody>
      </p:sp>
      <p:pic>
        <p:nvPicPr>
          <p:cNvPr id="5" name="Picture 4" descr="A picture containing text, clipart&#10;&#10;Description automatically generated">
            <a:extLst>
              <a:ext uri="{FF2B5EF4-FFF2-40B4-BE49-F238E27FC236}">
                <a16:creationId xmlns:a16="http://schemas.microsoft.com/office/drawing/2014/main" id="{B4B077E6-087E-6670-0483-A518B1B24E91}"/>
              </a:ext>
            </a:extLst>
          </p:cNvPr>
          <p:cNvPicPr>
            <a:picLocks noChangeAspect="1"/>
          </p:cNvPicPr>
          <p:nvPr/>
        </p:nvPicPr>
        <p:blipFill>
          <a:blip r:embed="rId7"/>
          <a:stretch>
            <a:fillRect/>
          </a:stretch>
        </p:blipFill>
        <p:spPr>
          <a:xfrm>
            <a:off x="210353" y="6317975"/>
            <a:ext cx="906857" cy="370354"/>
          </a:xfrm>
          <a:prstGeom prst="rect">
            <a:avLst/>
          </a:prstGeom>
        </p:spPr>
      </p:pic>
    </p:spTree>
    <p:extLst>
      <p:ext uri="{BB962C8B-B14F-4D97-AF65-F5344CB8AC3E}">
        <p14:creationId xmlns:p14="http://schemas.microsoft.com/office/powerpoint/2010/main" val="397315224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349C726F-08F9-3D0B-DA8D-F7DF6BF706F6}"/>
              </a:ext>
            </a:extLst>
          </p:cNvPr>
          <p:cNvSpPr txBox="1"/>
          <p:nvPr/>
        </p:nvSpPr>
        <p:spPr>
          <a:xfrm>
            <a:off x="8425996" y="6345909"/>
            <a:ext cx="3539745" cy="246221"/>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a:solidFill>
                  <a:schemeClr val="tx1">
                    <a:lumMod val="65000"/>
                    <a:lumOff val="35000"/>
                  </a:schemeClr>
                </a:solidFill>
                <a:latin typeface="Segoe UI Light"/>
                <a:cs typeface="Calibri"/>
              </a:rPr>
              <a:t>For use in the 2023 UBS IB Development Challenge only</a:t>
            </a:r>
          </a:p>
        </p:txBody>
      </p:sp>
      <p:sp>
        <p:nvSpPr>
          <p:cNvPr id="12" name="Slide Number Placeholder 11">
            <a:extLst>
              <a:ext uri="{FF2B5EF4-FFF2-40B4-BE49-F238E27FC236}">
                <a16:creationId xmlns:a16="http://schemas.microsoft.com/office/drawing/2014/main" id="{5D987FC4-D467-32CB-C941-EFCFA69E6111}"/>
              </a:ext>
            </a:extLst>
          </p:cNvPr>
          <p:cNvSpPr>
            <a:spLocks noGrp="1"/>
          </p:cNvSpPr>
          <p:nvPr>
            <p:ph type="sldNum" sz="quarter" idx="12"/>
          </p:nvPr>
        </p:nvSpPr>
        <p:spPr>
          <a:xfrm>
            <a:off x="9217240" y="6282370"/>
            <a:ext cx="2743200" cy="365125"/>
          </a:xfrm>
        </p:spPr>
        <p:txBody>
          <a:bodyPr/>
          <a:lstStyle/>
          <a:p>
            <a:fld id="{330EA680-D336-4FF7-8B7A-9848BB0A1C32}" type="slidenum">
              <a:rPr lang="en-US" sz="1000" b="1" dirty="0" smtClean="0">
                <a:latin typeface="Segoe UI Light"/>
                <a:cs typeface="Segoe UI Light"/>
              </a:rPr>
              <a:t>21</a:t>
            </a:fld>
            <a:endParaRPr lang="en-US" sz="1000" b="1">
              <a:latin typeface="Segoe UI Light"/>
              <a:cs typeface="Segoe UI Light"/>
            </a:endParaRPr>
          </a:p>
        </p:txBody>
      </p:sp>
      <p:sp>
        <p:nvSpPr>
          <p:cNvPr id="8" name="Title 2">
            <a:extLst>
              <a:ext uri="{FF2B5EF4-FFF2-40B4-BE49-F238E27FC236}">
                <a16:creationId xmlns:a16="http://schemas.microsoft.com/office/drawing/2014/main" id="{B908EC1E-5A39-3CBB-B02F-439A67C5FE08}"/>
              </a:ext>
            </a:extLst>
          </p:cNvPr>
          <p:cNvSpPr txBox="1">
            <a:spLocks/>
          </p:cNvSpPr>
          <p:nvPr/>
        </p:nvSpPr>
        <p:spPr>
          <a:xfrm>
            <a:off x="300038" y="328349"/>
            <a:ext cx="9065635" cy="40636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AU" sz="3200">
                <a:latin typeface="Segoe UI Light"/>
                <a:cs typeface="Calibri"/>
              </a:rPr>
              <a:t>DCF Valuation of Virtus</a:t>
            </a:r>
            <a:endParaRPr lang="en-US"/>
          </a:p>
        </p:txBody>
      </p:sp>
      <p:cxnSp>
        <p:nvCxnSpPr>
          <p:cNvPr id="14" name="Straight Arrow Connector 13">
            <a:extLst>
              <a:ext uri="{FF2B5EF4-FFF2-40B4-BE49-F238E27FC236}">
                <a16:creationId xmlns:a16="http://schemas.microsoft.com/office/drawing/2014/main" id="{43759147-50F0-8A1C-2335-2A294ABDC717}"/>
              </a:ext>
            </a:extLst>
          </p:cNvPr>
          <p:cNvCxnSpPr/>
          <p:nvPr/>
        </p:nvCxnSpPr>
        <p:spPr>
          <a:xfrm flipV="1">
            <a:off x="385619" y="763156"/>
            <a:ext cx="11178308" cy="43872"/>
          </a:xfrm>
          <a:prstGeom prst="straightConnector1">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D1FF0424-7EEC-BC55-F6E0-DD99F3F79E50}"/>
              </a:ext>
            </a:extLst>
          </p:cNvPr>
          <p:cNvSpPr txBox="1"/>
          <p:nvPr/>
        </p:nvSpPr>
        <p:spPr>
          <a:xfrm>
            <a:off x="307355" y="837382"/>
            <a:ext cx="1085272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FF0000"/>
                </a:solidFill>
                <a:latin typeface="Segoe UI Semilight"/>
                <a:cs typeface="Segoe UI Light"/>
              </a:rPr>
              <a:t>DCF Analysis Suggests Virtus has an Implied Equity Value of $8.86 Per Share on Base Case Assumptions</a:t>
            </a:r>
          </a:p>
        </p:txBody>
      </p:sp>
      <p:sp>
        <p:nvSpPr>
          <p:cNvPr id="19" name="TextBox 18">
            <a:extLst>
              <a:ext uri="{FF2B5EF4-FFF2-40B4-BE49-F238E27FC236}">
                <a16:creationId xmlns:a16="http://schemas.microsoft.com/office/drawing/2014/main" id="{6C9E0132-E071-4972-E0A2-E8467135C779}"/>
              </a:ext>
            </a:extLst>
          </p:cNvPr>
          <p:cNvSpPr txBox="1"/>
          <p:nvPr/>
        </p:nvSpPr>
        <p:spPr>
          <a:xfrm>
            <a:off x="309981" y="1257366"/>
            <a:ext cx="3741056"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b="1">
                <a:latin typeface="Segoe UI"/>
                <a:cs typeface="Segoe UI"/>
              </a:rPr>
              <a:t>Free Cash Flow Build Up</a:t>
            </a:r>
          </a:p>
        </p:txBody>
      </p:sp>
      <p:sp>
        <p:nvSpPr>
          <p:cNvPr id="20" name="TextBox 19">
            <a:extLst>
              <a:ext uri="{FF2B5EF4-FFF2-40B4-BE49-F238E27FC236}">
                <a16:creationId xmlns:a16="http://schemas.microsoft.com/office/drawing/2014/main" id="{EEF777F5-F6BE-141B-0EB9-597CB24C8A58}"/>
              </a:ext>
            </a:extLst>
          </p:cNvPr>
          <p:cNvSpPr txBox="1"/>
          <p:nvPr/>
        </p:nvSpPr>
        <p:spPr>
          <a:xfrm>
            <a:off x="350585" y="3182993"/>
            <a:ext cx="3664856"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b="1">
                <a:latin typeface="Segoe UI"/>
                <a:cs typeface="Segoe UI"/>
              </a:rPr>
              <a:t>Implied Share Price (A$)</a:t>
            </a:r>
          </a:p>
        </p:txBody>
      </p:sp>
      <p:sp>
        <p:nvSpPr>
          <p:cNvPr id="3" name="Rectangle 2">
            <a:extLst>
              <a:ext uri="{FF2B5EF4-FFF2-40B4-BE49-F238E27FC236}">
                <a16:creationId xmlns:a16="http://schemas.microsoft.com/office/drawing/2014/main" id="{F487B56E-8B1E-756F-0E48-DC3488B07DFB}"/>
              </a:ext>
            </a:extLst>
          </p:cNvPr>
          <p:cNvSpPr/>
          <p:nvPr/>
        </p:nvSpPr>
        <p:spPr>
          <a:xfrm>
            <a:off x="-1881499" y="-28080"/>
            <a:ext cx="1744870" cy="706782"/>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cs typeface="Calibri"/>
              </a:rPr>
              <a:t>Joseph / Adrian</a:t>
            </a:r>
          </a:p>
        </p:txBody>
      </p:sp>
      <p:sp>
        <p:nvSpPr>
          <p:cNvPr id="4" name="TextBox 3">
            <a:extLst>
              <a:ext uri="{FF2B5EF4-FFF2-40B4-BE49-F238E27FC236}">
                <a16:creationId xmlns:a16="http://schemas.microsoft.com/office/drawing/2014/main" id="{AB5EFB00-423F-DDBC-89A5-2D47A3B5A53F}"/>
              </a:ext>
            </a:extLst>
          </p:cNvPr>
          <p:cNvSpPr txBox="1"/>
          <p:nvPr/>
        </p:nvSpPr>
        <p:spPr>
          <a:xfrm>
            <a:off x="7416634" y="3182993"/>
            <a:ext cx="3664856"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b="1">
                <a:latin typeface="Segoe UI"/>
                <a:cs typeface="Segoe UI"/>
              </a:rPr>
              <a:t>Valuation Summary</a:t>
            </a:r>
          </a:p>
        </p:txBody>
      </p:sp>
      <p:graphicFrame>
        <p:nvGraphicFramePr>
          <p:cNvPr id="23" name="Table 22">
            <a:extLst>
              <a:ext uri="{FF2B5EF4-FFF2-40B4-BE49-F238E27FC236}">
                <a16:creationId xmlns:a16="http://schemas.microsoft.com/office/drawing/2014/main" id="{CD9A997C-5CEB-86FB-8EBF-126D9FC1E900}"/>
              </a:ext>
            </a:extLst>
          </p:cNvPr>
          <p:cNvGraphicFramePr>
            <a:graphicFrameLocks noGrp="1"/>
          </p:cNvGraphicFramePr>
          <p:nvPr>
            <p:extLst>
              <p:ext uri="{D42A27DB-BD31-4B8C-83A1-F6EECF244321}">
                <p14:modId xmlns:p14="http://schemas.microsoft.com/office/powerpoint/2010/main" val="4183455956"/>
              </p:ext>
            </p:extLst>
          </p:nvPr>
        </p:nvGraphicFramePr>
        <p:xfrm>
          <a:off x="1589941" y="3376492"/>
          <a:ext cx="4724400" cy="2381250"/>
        </p:xfrm>
        <a:graphic>
          <a:graphicData uri="http://schemas.openxmlformats.org/drawingml/2006/table">
            <a:tbl>
              <a:tblPr/>
              <a:tblGrid>
                <a:gridCol w="1086875">
                  <a:extLst>
                    <a:ext uri="{9D8B030D-6E8A-4147-A177-3AD203B41FA5}">
                      <a16:colId xmlns:a16="http://schemas.microsoft.com/office/drawing/2014/main" val="2704139882"/>
                    </a:ext>
                  </a:extLst>
                </a:gridCol>
                <a:gridCol w="727505">
                  <a:extLst>
                    <a:ext uri="{9D8B030D-6E8A-4147-A177-3AD203B41FA5}">
                      <a16:colId xmlns:a16="http://schemas.microsoft.com/office/drawing/2014/main" val="267651743"/>
                    </a:ext>
                  </a:extLst>
                </a:gridCol>
                <a:gridCol w="727505">
                  <a:extLst>
                    <a:ext uri="{9D8B030D-6E8A-4147-A177-3AD203B41FA5}">
                      <a16:colId xmlns:a16="http://schemas.microsoft.com/office/drawing/2014/main" val="3266750820"/>
                    </a:ext>
                  </a:extLst>
                </a:gridCol>
                <a:gridCol w="727505">
                  <a:extLst>
                    <a:ext uri="{9D8B030D-6E8A-4147-A177-3AD203B41FA5}">
                      <a16:colId xmlns:a16="http://schemas.microsoft.com/office/drawing/2014/main" val="373263265"/>
                    </a:ext>
                  </a:extLst>
                </a:gridCol>
                <a:gridCol w="727505">
                  <a:extLst>
                    <a:ext uri="{9D8B030D-6E8A-4147-A177-3AD203B41FA5}">
                      <a16:colId xmlns:a16="http://schemas.microsoft.com/office/drawing/2014/main" val="1054233400"/>
                    </a:ext>
                  </a:extLst>
                </a:gridCol>
                <a:gridCol w="727505">
                  <a:extLst>
                    <a:ext uri="{9D8B030D-6E8A-4147-A177-3AD203B41FA5}">
                      <a16:colId xmlns:a16="http://schemas.microsoft.com/office/drawing/2014/main" val="326348325"/>
                    </a:ext>
                  </a:extLst>
                </a:gridCol>
              </a:tblGrid>
              <a:tr h="151872">
                <a:tc>
                  <a:txBody>
                    <a:bodyPr/>
                    <a:lstStyle/>
                    <a:p>
                      <a:pPr algn="l" fontAlgn="b"/>
                      <a:endParaRPr lang="en-AU" sz="1000" b="0" i="0" u="none" strike="noStrike">
                        <a:solidFill>
                          <a:srgbClr val="000000"/>
                        </a:solidFill>
                        <a:effectLst/>
                        <a:latin typeface="+mn-lt"/>
                      </a:endParaRPr>
                    </a:p>
                  </a:txBody>
                  <a:tcPr marL="6350" marR="6350" marT="6350" marB="0" anchor="b">
                    <a:lnL>
                      <a:noFill/>
                    </a:lnL>
                    <a:lnR>
                      <a:noFill/>
                    </a:lnR>
                    <a:lnT>
                      <a:noFill/>
                    </a:lnT>
                    <a:lnB w="6350" cap="flat" cmpd="sng" algn="ctr">
                      <a:solidFill>
                        <a:srgbClr val="3F3F3F"/>
                      </a:solidFill>
                      <a:prstDash val="solid"/>
                      <a:round/>
                      <a:headEnd type="none" w="med" len="med"/>
                      <a:tailEnd type="none" w="med" len="med"/>
                    </a:lnB>
                  </a:tcPr>
                </a:tc>
                <a:tc gridSpan="5">
                  <a:txBody>
                    <a:bodyPr/>
                    <a:lstStyle/>
                    <a:p>
                      <a:pPr algn="ctr" fontAlgn="b"/>
                      <a:r>
                        <a:rPr lang="en-AU" sz="1000" b="1" i="0" u="none" strike="noStrike">
                          <a:solidFill>
                            <a:srgbClr val="000000"/>
                          </a:solidFill>
                          <a:effectLst/>
                          <a:latin typeface="+mn-lt"/>
                        </a:rPr>
                        <a:t>TWACC</a:t>
                      </a:r>
                    </a:p>
                  </a:txBody>
                  <a:tcPr marL="6350" marR="6350" marT="6350" marB="0" anchor="b">
                    <a:lnL>
                      <a:noFill/>
                    </a:lnL>
                    <a:lnR>
                      <a:noFill/>
                    </a:lnR>
                    <a:lnT>
                      <a:noFill/>
                    </a:lnT>
                    <a:lnB w="6350" cap="flat" cmpd="sng" algn="ctr">
                      <a:solidFill>
                        <a:srgbClr val="000000"/>
                      </a:solidFill>
                      <a:prstDash val="solid"/>
                      <a:round/>
                      <a:headEnd type="none" w="med" len="med"/>
                      <a:tailEnd type="none" w="med" len="med"/>
                    </a:lnB>
                  </a:tcPr>
                </a:tc>
                <a:tc hMerge="1">
                  <a:txBody>
                    <a:bodyPr/>
                    <a:lstStyle/>
                    <a:p>
                      <a:endParaRPr lang="en-AU"/>
                    </a:p>
                  </a:txBody>
                  <a:tcPr/>
                </a:tc>
                <a:tc hMerge="1">
                  <a:txBody>
                    <a:bodyPr/>
                    <a:lstStyle/>
                    <a:p>
                      <a:endParaRPr lang="en-AU"/>
                    </a:p>
                  </a:txBody>
                  <a:tcPr/>
                </a:tc>
                <a:tc hMerge="1">
                  <a:txBody>
                    <a:bodyPr/>
                    <a:lstStyle/>
                    <a:p>
                      <a:endParaRPr lang="en-AU"/>
                    </a:p>
                  </a:txBody>
                  <a:tcPr/>
                </a:tc>
                <a:tc hMerge="1">
                  <a:txBody>
                    <a:bodyPr/>
                    <a:lstStyle/>
                    <a:p>
                      <a:endParaRPr lang="en-AU"/>
                    </a:p>
                  </a:txBody>
                  <a:tcPr/>
                </a:tc>
                <a:extLst>
                  <a:ext uri="{0D108BD9-81ED-4DB2-BD59-A6C34878D82A}">
                    <a16:rowId xmlns:a16="http://schemas.microsoft.com/office/drawing/2014/main" val="3250492265"/>
                  </a:ext>
                </a:extLst>
              </a:tr>
              <a:tr h="151872">
                <a:tc>
                  <a:txBody>
                    <a:bodyPr/>
                    <a:lstStyle/>
                    <a:p>
                      <a:pPr algn="l" fontAlgn="b"/>
                      <a:r>
                        <a:rPr lang="en-AU" sz="1000" b="1" i="0" u="none" strike="noStrike">
                          <a:solidFill>
                            <a:srgbClr val="0070C0"/>
                          </a:solidFill>
                          <a:effectLst/>
                          <a:latin typeface="+mn-lt"/>
                        </a:rPr>
                        <a:t> $                  8.12 </a:t>
                      </a:r>
                    </a:p>
                  </a:txBody>
                  <a:tcPr marL="6350" marR="6350" marT="6350" marB="0" anchor="b">
                    <a:lnL w="6350" cap="flat" cmpd="sng" algn="ctr">
                      <a:solidFill>
                        <a:srgbClr val="3F3F3F"/>
                      </a:solidFill>
                      <a:prstDash val="solid"/>
                      <a:round/>
                      <a:headEnd type="none" w="med" len="med"/>
                      <a:tailEnd type="none" w="med" len="med"/>
                    </a:lnL>
                    <a:lnR w="6350" cap="flat" cmpd="sng" algn="ctr">
                      <a:solidFill>
                        <a:srgbClr val="3F3F3F"/>
                      </a:solidFill>
                      <a:prstDash val="solid"/>
                      <a:round/>
                      <a:headEnd type="none" w="med" len="med"/>
                      <a:tailEnd type="none" w="med" len="med"/>
                    </a:lnR>
                    <a:lnT w="6350" cap="flat" cmpd="sng" algn="ctr">
                      <a:solidFill>
                        <a:srgbClr val="3F3F3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r>
                        <a:rPr lang="en-AU" sz="1000" b="1" i="0" u="none" strike="noStrike">
                          <a:solidFill>
                            <a:srgbClr val="0000FF"/>
                          </a:solidFill>
                          <a:effectLst/>
                          <a:latin typeface="+mn-lt"/>
                        </a:rPr>
                        <a:t>6.41%</a:t>
                      </a:r>
                    </a:p>
                  </a:txBody>
                  <a:tcPr marL="6350" marR="6350" marT="6350" marB="0" anchor="b">
                    <a:lnL w="6350" cap="flat" cmpd="sng" algn="ctr">
                      <a:solidFill>
                        <a:srgbClr val="3F3F3F"/>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AU" sz="1000" b="1" i="0" u="none" strike="noStrike">
                          <a:solidFill>
                            <a:srgbClr val="0000FF"/>
                          </a:solidFill>
                          <a:effectLst/>
                          <a:latin typeface="+mn-lt"/>
                        </a:rPr>
                        <a:t>7.41%</a:t>
                      </a:r>
                    </a:p>
                  </a:txBody>
                  <a:tcPr marL="6350" marR="6350" marT="635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AU" sz="1000" b="1" i="0" u="none" strike="noStrike">
                          <a:solidFill>
                            <a:srgbClr val="0000FF"/>
                          </a:solidFill>
                          <a:effectLst/>
                          <a:latin typeface="+mn-lt"/>
                        </a:rPr>
                        <a:t>8.41%</a:t>
                      </a:r>
                    </a:p>
                  </a:txBody>
                  <a:tcPr marL="6350" marR="6350" marT="635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AU" sz="1000" b="1" i="0" u="none" strike="noStrike">
                          <a:solidFill>
                            <a:srgbClr val="0000FF"/>
                          </a:solidFill>
                          <a:effectLst/>
                          <a:latin typeface="+mn-lt"/>
                        </a:rPr>
                        <a:t>9.41%</a:t>
                      </a:r>
                    </a:p>
                  </a:txBody>
                  <a:tcPr marL="6350" marR="6350" marT="635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AU" sz="1000" b="1" i="0" u="none" strike="noStrike">
                          <a:solidFill>
                            <a:srgbClr val="0000FF"/>
                          </a:solidFill>
                          <a:effectLst/>
                          <a:latin typeface="+mn-lt"/>
                        </a:rPr>
                        <a:t>10.41%</a:t>
                      </a:r>
                    </a:p>
                  </a:txBody>
                  <a:tcPr marL="6350" marR="6350" marT="6350"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06879535"/>
                  </a:ext>
                </a:extLst>
              </a:tr>
              <a:tr h="151872">
                <a:tc>
                  <a:txBody>
                    <a:bodyPr/>
                    <a:lstStyle/>
                    <a:p>
                      <a:pPr algn="ctr" fontAlgn="b"/>
                      <a:r>
                        <a:rPr lang="en-AU" sz="1000" b="1" i="0" u="none" strike="noStrike">
                          <a:solidFill>
                            <a:srgbClr val="0000FF"/>
                          </a:solidFill>
                          <a:effectLst/>
                          <a:latin typeface="+mn-lt"/>
                        </a:rPr>
                        <a:t>3.00%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c>
                  <a:txBody>
                    <a:bodyPr/>
                    <a:lstStyle/>
                    <a:p>
                      <a:pPr algn="ctr" fontAlgn="b"/>
                      <a:r>
                        <a:rPr lang="en-AU" sz="1000" b="0" i="0" u="none" strike="noStrike">
                          <a:solidFill>
                            <a:srgbClr val="000000"/>
                          </a:solidFill>
                          <a:effectLst/>
                          <a:latin typeface="+mn-lt"/>
                        </a:rPr>
                        <a:t>10.31</a:t>
                      </a:r>
                    </a:p>
                  </a:txBody>
                  <a:tcPr marL="6350" marR="6350" marT="6350"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FAFAFA"/>
                    </a:solidFill>
                  </a:tcPr>
                </a:tc>
                <a:tc>
                  <a:txBody>
                    <a:bodyPr/>
                    <a:lstStyle/>
                    <a:p>
                      <a:pPr algn="ctr" fontAlgn="b"/>
                      <a:r>
                        <a:rPr lang="en-AU" sz="1000" b="0" i="0" u="none" strike="noStrike">
                          <a:solidFill>
                            <a:srgbClr val="000000"/>
                          </a:solidFill>
                          <a:effectLst/>
                          <a:latin typeface="+mn-lt"/>
                        </a:rPr>
                        <a:t>9.43</a:t>
                      </a:r>
                    </a:p>
                  </a:txBody>
                  <a:tcPr marL="6350" marR="6350" marT="6350" marB="0" anchor="b">
                    <a:lnL>
                      <a:noFill/>
                    </a:lnL>
                    <a:lnR>
                      <a:noFill/>
                    </a:lnR>
                    <a:lnT w="6350" cap="flat" cmpd="sng" algn="ctr">
                      <a:solidFill>
                        <a:srgbClr val="000000"/>
                      </a:solidFill>
                      <a:prstDash val="solid"/>
                      <a:round/>
                      <a:headEnd type="none" w="med" len="med"/>
                      <a:tailEnd type="none" w="med" len="med"/>
                    </a:lnT>
                    <a:lnB>
                      <a:noFill/>
                    </a:lnB>
                    <a:solidFill>
                      <a:srgbClr val="FAFAFA"/>
                    </a:solidFill>
                  </a:tcPr>
                </a:tc>
                <a:tc>
                  <a:txBody>
                    <a:bodyPr/>
                    <a:lstStyle/>
                    <a:p>
                      <a:pPr algn="ctr" fontAlgn="b"/>
                      <a:r>
                        <a:rPr lang="en-AU" sz="1000" b="0" i="0" u="none" strike="noStrike">
                          <a:solidFill>
                            <a:srgbClr val="000000"/>
                          </a:solidFill>
                          <a:effectLst/>
                          <a:latin typeface="+mn-lt"/>
                        </a:rPr>
                        <a:t>8.64</a:t>
                      </a:r>
                    </a:p>
                  </a:txBody>
                  <a:tcPr marL="6350" marR="6350" marT="6350" marB="0" anchor="b">
                    <a:lnL>
                      <a:noFill/>
                    </a:lnL>
                    <a:lnR>
                      <a:noFill/>
                    </a:lnR>
                    <a:lnT w="6350" cap="flat" cmpd="sng" algn="ctr">
                      <a:solidFill>
                        <a:srgbClr val="000000"/>
                      </a:solidFill>
                      <a:prstDash val="solid"/>
                      <a:round/>
                      <a:headEnd type="none" w="med" len="med"/>
                      <a:tailEnd type="none" w="med" len="med"/>
                    </a:lnT>
                    <a:lnB>
                      <a:noFill/>
                    </a:lnB>
                    <a:solidFill>
                      <a:srgbClr val="ACB9CA"/>
                    </a:solidFill>
                  </a:tcPr>
                </a:tc>
                <a:tc>
                  <a:txBody>
                    <a:bodyPr/>
                    <a:lstStyle/>
                    <a:p>
                      <a:pPr algn="ctr" fontAlgn="b"/>
                      <a:r>
                        <a:rPr lang="en-AU" sz="1000" b="0" i="0" u="none" strike="noStrike">
                          <a:solidFill>
                            <a:srgbClr val="000000"/>
                          </a:solidFill>
                          <a:effectLst/>
                          <a:latin typeface="+mn-lt"/>
                        </a:rPr>
                        <a:t>7.91</a:t>
                      </a:r>
                    </a:p>
                  </a:txBody>
                  <a:tcPr marL="6350" marR="6350" marT="6350" marB="0" anchor="b">
                    <a:lnL>
                      <a:noFill/>
                    </a:lnL>
                    <a:lnR>
                      <a:noFill/>
                    </a:lnR>
                    <a:lnT w="6350" cap="flat" cmpd="sng" algn="ctr">
                      <a:solidFill>
                        <a:srgbClr val="000000"/>
                      </a:solidFill>
                      <a:prstDash val="solid"/>
                      <a:round/>
                      <a:headEnd type="none" w="med" len="med"/>
                      <a:tailEnd type="none" w="med" len="med"/>
                    </a:lnT>
                    <a:lnB>
                      <a:noFill/>
                    </a:lnB>
                    <a:solidFill>
                      <a:srgbClr val="FAFAFA"/>
                    </a:solidFill>
                  </a:tcPr>
                </a:tc>
                <a:tc>
                  <a:txBody>
                    <a:bodyPr/>
                    <a:lstStyle/>
                    <a:p>
                      <a:pPr algn="ctr" fontAlgn="b"/>
                      <a:r>
                        <a:rPr lang="en-AU" sz="1000" b="0" i="0" u="none" strike="noStrike">
                          <a:solidFill>
                            <a:srgbClr val="000000"/>
                          </a:solidFill>
                          <a:effectLst/>
                          <a:latin typeface="+mn-lt"/>
                        </a:rPr>
                        <a:t>7.25</a:t>
                      </a:r>
                    </a:p>
                  </a:txBody>
                  <a:tcPr marL="6350" marR="6350" marT="6350"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AFAFA"/>
                    </a:solidFill>
                  </a:tcPr>
                </a:tc>
                <a:extLst>
                  <a:ext uri="{0D108BD9-81ED-4DB2-BD59-A6C34878D82A}">
                    <a16:rowId xmlns:a16="http://schemas.microsoft.com/office/drawing/2014/main" val="1856635439"/>
                  </a:ext>
                </a:extLst>
              </a:tr>
              <a:tr h="151872">
                <a:tc>
                  <a:txBody>
                    <a:bodyPr/>
                    <a:lstStyle/>
                    <a:p>
                      <a:pPr algn="ctr" fontAlgn="b"/>
                      <a:r>
                        <a:rPr lang="en-AU" sz="1000" b="1" i="0" u="none" strike="noStrike">
                          <a:solidFill>
                            <a:srgbClr val="0000FF"/>
                          </a:solidFill>
                          <a:effectLst/>
                          <a:latin typeface="+mn-lt"/>
                        </a:rPr>
                        <a:t>2.75%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b"/>
                      <a:r>
                        <a:rPr lang="en-AU" sz="1000" b="0" i="0" u="none" strike="noStrike">
                          <a:solidFill>
                            <a:srgbClr val="000000"/>
                          </a:solidFill>
                          <a:effectLst/>
                          <a:latin typeface="+mn-lt"/>
                        </a:rPr>
                        <a:t>9.99</a:t>
                      </a:r>
                    </a:p>
                  </a:txBody>
                  <a:tcPr marL="6350" marR="6350" marT="6350" marB="0" anchor="b">
                    <a:lnL w="6350" cap="flat" cmpd="sng" algn="ctr">
                      <a:solidFill>
                        <a:srgbClr val="000000"/>
                      </a:solidFill>
                      <a:prstDash val="solid"/>
                      <a:round/>
                      <a:headEnd type="none" w="med" len="med"/>
                      <a:tailEnd type="none" w="med" len="med"/>
                    </a:lnL>
                    <a:lnR>
                      <a:noFill/>
                    </a:lnR>
                    <a:lnT>
                      <a:noFill/>
                    </a:lnT>
                    <a:lnB>
                      <a:noFill/>
                    </a:lnB>
                    <a:solidFill>
                      <a:srgbClr val="FAFAFA"/>
                    </a:solidFill>
                  </a:tcPr>
                </a:tc>
                <a:tc>
                  <a:txBody>
                    <a:bodyPr/>
                    <a:lstStyle/>
                    <a:p>
                      <a:pPr algn="ctr" fontAlgn="b"/>
                      <a:r>
                        <a:rPr lang="en-AU" sz="1000" b="0" i="0" u="none" strike="noStrike">
                          <a:solidFill>
                            <a:srgbClr val="000000"/>
                          </a:solidFill>
                          <a:effectLst/>
                          <a:latin typeface="+mn-lt"/>
                        </a:rPr>
                        <a:t>9.14</a:t>
                      </a:r>
                    </a:p>
                  </a:txBody>
                  <a:tcPr marL="6350" marR="6350" marT="6350" marB="0" anchor="b">
                    <a:lnL>
                      <a:noFill/>
                    </a:lnL>
                    <a:lnR>
                      <a:noFill/>
                    </a:lnR>
                    <a:lnT>
                      <a:noFill/>
                    </a:lnT>
                    <a:lnB>
                      <a:noFill/>
                    </a:lnB>
                    <a:solidFill>
                      <a:srgbClr val="FAFAFA"/>
                    </a:solidFill>
                  </a:tcPr>
                </a:tc>
                <a:tc>
                  <a:txBody>
                    <a:bodyPr/>
                    <a:lstStyle/>
                    <a:p>
                      <a:pPr algn="ctr" fontAlgn="b"/>
                      <a:r>
                        <a:rPr lang="en-AU" sz="1000" b="0" i="0" u="none" strike="noStrike">
                          <a:solidFill>
                            <a:srgbClr val="000000"/>
                          </a:solidFill>
                          <a:effectLst/>
                          <a:latin typeface="+mn-lt"/>
                        </a:rPr>
                        <a:t>8.37</a:t>
                      </a:r>
                    </a:p>
                  </a:txBody>
                  <a:tcPr marL="6350" marR="6350" marT="6350" marB="0" anchor="b">
                    <a:lnL>
                      <a:noFill/>
                    </a:lnL>
                    <a:lnR>
                      <a:noFill/>
                    </a:lnR>
                    <a:lnT>
                      <a:noFill/>
                    </a:lnT>
                    <a:lnB w="12700" cap="flat" cmpd="sng" algn="ctr">
                      <a:solidFill>
                        <a:srgbClr val="000000"/>
                      </a:solidFill>
                      <a:prstDash val="solid"/>
                      <a:round/>
                      <a:headEnd type="none" w="med" len="med"/>
                      <a:tailEnd type="none" w="med" len="med"/>
                    </a:lnB>
                    <a:solidFill>
                      <a:srgbClr val="ACB9CA"/>
                    </a:solidFill>
                  </a:tcPr>
                </a:tc>
                <a:tc>
                  <a:txBody>
                    <a:bodyPr/>
                    <a:lstStyle/>
                    <a:p>
                      <a:pPr algn="ctr" fontAlgn="b"/>
                      <a:r>
                        <a:rPr lang="en-AU" sz="1000" b="0" i="0" u="none" strike="noStrike">
                          <a:solidFill>
                            <a:srgbClr val="000000"/>
                          </a:solidFill>
                          <a:effectLst/>
                          <a:latin typeface="+mn-lt"/>
                        </a:rPr>
                        <a:t>7.67</a:t>
                      </a:r>
                    </a:p>
                  </a:txBody>
                  <a:tcPr marL="6350" marR="6350" marT="6350" marB="0" anchor="b">
                    <a:lnL>
                      <a:noFill/>
                    </a:lnL>
                    <a:lnR>
                      <a:noFill/>
                    </a:lnR>
                    <a:lnT>
                      <a:noFill/>
                    </a:lnT>
                    <a:lnB>
                      <a:noFill/>
                    </a:lnB>
                    <a:solidFill>
                      <a:srgbClr val="FAFAFA"/>
                    </a:solidFill>
                  </a:tcPr>
                </a:tc>
                <a:tc>
                  <a:txBody>
                    <a:bodyPr/>
                    <a:lstStyle/>
                    <a:p>
                      <a:pPr algn="ctr" fontAlgn="b"/>
                      <a:r>
                        <a:rPr lang="en-AU" sz="1000" b="0" i="0" u="none" strike="noStrike">
                          <a:solidFill>
                            <a:srgbClr val="000000"/>
                          </a:solidFill>
                          <a:effectLst/>
                          <a:latin typeface="+mn-lt"/>
                        </a:rPr>
                        <a:t>7.03</a:t>
                      </a:r>
                    </a:p>
                  </a:txBody>
                  <a:tcPr marL="6350" marR="6350" marT="6350" marB="0" anchor="b">
                    <a:lnL>
                      <a:noFill/>
                    </a:lnL>
                    <a:lnR w="6350" cap="flat" cmpd="sng" algn="ctr">
                      <a:solidFill>
                        <a:srgbClr val="000000"/>
                      </a:solidFill>
                      <a:prstDash val="solid"/>
                      <a:round/>
                      <a:headEnd type="none" w="med" len="med"/>
                      <a:tailEnd type="none" w="med" len="med"/>
                    </a:lnR>
                    <a:lnT>
                      <a:noFill/>
                    </a:lnT>
                    <a:lnB>
                      <a:noFill/>
                    </a:lnB>
                    <a:solidFill>
                      <a:srgbClr val="FAFAFA"/>
                    </a:solidFill>
                  </a:tcPr>
                </a:tc>
                <a:extLst>
                  <a:ext uri="{0D108BD9-81ED-4DB2-BD59-A6C34878D82A}">
                    <a16:rowId xmlns:a16="http://schemas.microsoft.com/office/drawing/2014/main" val="4050389663"/>
                  </a:ext>
                </a:extLst>
              </a:tr>
              <a:tr h="151872">
                <a:tc>
                  <a:txBody>
                    <a:bodyPr/>
                    <a:lstStyle/>
                    <a:p>
                      <a:pPr algn="ctr" fontAlgn="b"/>
                      <a:r>
                        <a:rPr lang="en-AU" sz="1000" b="1" i="0" u="none" strike="noStrike">
                          <a:solidFill>
                            <a:srgbClr val="0000FF"/>
                          </a:solidFill>
                          <a:effectLst/>
                          <a:latin typeface="+mn-lt"/>
                        </a:rPr>
                        <a:t>2.50%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b"/>
                      <a:r>
                        <a:rPr lang="en-AU" sz="1000" b="0" i="0" u="none" strike="noStrike">
                          <a:solidFill>
                            <a:srgbClr val="000000"/>
                          </a:solidFill>
                          <a:effectLst/>
                          <a:latin typeface="+mn-lt"/>
                        </a:rPr>
                        <a:t>9.69</a:t>
                      </a:r>
                    </a:p>
                  </a:txBody>
                  <a:tcPr marL="6350" marR="6350" marT="6350" marB="0" anchor="b">
                    <a:lnL w="6350" cap="flat" cmpd="sng" algn="ctr">
                      <a:solidFill>
                        <a:srgbClr val="000000"/>
                      </a:solidFill>
                      <a:prstDash val="solid"/>
                      <a:round/>
                      <a:headEnd type="none" w="med" len="med"/>
                      <a:tailEnd type="none" w="med" len="med"/>
                    </a:lnL>
                    <a:lnR>
                      <a:noFill/>
                    </a:lnR>
                    <a:lnT>
                      <a:noFill/>
                    </a:lnT>
                    <a:lnB>
                      <a:noFill/>
                    </a:lnB>
                    <a:solidFill>
                      <a:srgbClr val="ACB9CA"/>
                    </a:solidFill>
                  </a:tcPr>
                </a:tc>
                <a:tc>
                  <a:txBody>
                    <a:bodyPr/>
                    <a:lstStyle/>
                    <a:p>
                      <a:pPr algn="ctr" fontAlgn="b"/>
                      <a:r>
                        <a:rPr lang="en-AU" sz="1000" b="0" i="0" u="none" strike="noStrike">
                          <a:solidFill>
                            <a:srgbClr val="000000"/>
                          </a:solidFill>
                          <a:effectLst/>
                          <a:latin typeface="+mn-lt"/>
                        </a:rPr>
                        <a:t>8.86</a:t>
                      </a:r>
                    </a:p>
                  </a:txBody>
                  <a:tcPr marL="6350" marR="6350" marT="6350" marB="0" anchor="b">
                    <a:lnL>
                      <a:noFill/>
                    </a:lnL>
                    <a:lnR w="12700" cap="flat" cmpd="sng" algn="ctr">
                      <a:solidFill>
                        <a:srgbClr val="000000"/>
                      </a:solidFill>
                      <a:prstDash val="solid"/>
                      <a:round/>
                      <a:headEnd type="none" w="med" len="med"/>
                      <a:tailEnd type="none" w="med" len="med"/>
                    </a:lnR>
                    <a:lnT>
                      <a:noFill/>
                    </a:lnT>
                    <a:lnB>
                      <a:noFill/>
                    </a:lnB>
                    <a:solidFill>
                      <a:srgbClr val="ACB9CA"/>
                    </a:solidFill>
                  </a:tcPr>
                </a:tc>
                <a:tc>
                  <a:txBody>
                    <a:bodyPr/>
                    <a:lstStyle/>
                    <a:p>
                      <a:pPr algn="ctr" fontAlgn="b"/>
                      <a:r>
                        <a:rPr lang="en-AU" sz="1000" b="1" i="0" u="none" strike="noStrike">
                          <a:solidFill>
                            <a:srgbClr val="FFFFFF"/>
                          </a:solidFill>
                          <a:effectLst/>
                          <a:latin typeface="+mn-lt"/>
                        </a:rPr>
                        <a:t>8.12</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333F4F"/>
                    </a:solidFill>
                  </a:tcPr>
                </a:tc>
                <a:tc>
                  <a:txBody>
                    <a:bodyPr/>
                    <a:lstStyle/>
                    <a:p>
                      <a:pPr algn="ctr" fontAlgn="b"/>
                      <a:r>
                        <a:rPr lang="en-AU" sz="1000" b="0" i="0" u="none" strike="noStrike">
                          <a:solidFill>
                            <a:srgbClr val="000000"/>
                          </a:solidFill>
                          <a:effectLst/>
                          <a:latin typeface="+mn-lt"/>
                        </a:rPr>
                        <a:t>7.44</a:t>
                      </a:r>
                    </a:p>
                  </a:txBody>
                  <a:tcPr marL="6350" marR="6350" marT="6350" marB="0" anchor="b">
                    <a:lnL w="12700" cap="flat" cmpd="sng" algn="ctr">
                      <a:solidFill>
                        <a:srgbClr val="000000"/>
                      </a:solidFill>
                      <a:prstDash val="solid"/>
                      <a:round/>
                      <a:headEnd type="none" w="med" len="med"/>
                      <a:tailEnd type="none" w="med" len="med"/>
                    </a:lnL>
                    <a:lnR>
                      <a:noFill/>
                    </a:lnR>
                    <a:lnT>
                      <a:noFill/>
                    </a:lnT>
                    <a:lnB>
                      <a:noFill/>
                    </a:lnB>
                    <a:solidFill>
                      <a:srgbClr val="ACB9CA"/>
                    </a:solidFill>
                  </a:tcPr>
                </a:tc>
                <a:tc>
                  <a:txBody>
                    <a:bodyPr/>
                    <a:lstStyle/>
                    <a:p>
                      <a:pPr algn="ctr" fontAlgn="b"/>
                      <a:r>
                        <a:rPr lang="en-AU" sz="1000" b="0" i="0" u="none" strike="noStrike">
                          <a:solidFill>
                            <a:srgbClr val="000000"/>
                          </a:solidFill>
                          <a:effectLst/>
                          <a:latin typeface="+mn-lt"/>
                        </a:rPr>
                        <a:t>6.82</a:t>
                      </a:r>
                    </a:p>
                  </a:txBody>
                  <a:tcPr marL="6350" marR="6350" marT="6350" marB="0" anchor="b">
                    <a:lnL>
                      <a:noFill/>
                    </a:lnL>
                    <a:lnR w="6350" cap="flat" cmpd="sng" algn="ctr">
                      <a:solidFill>
                        <a:srgbClr val="000000"/>
                      </a:solidFill>
                      <a:prstDash val="solid"/>
                      <a:round/>
                      <a:headEnd type="none" w="med" len="med"/>
                      <a:tailEnd type="none" w="med" len="med"/>
                    </a:lnR>
                    <a:lnT>
                      <a:noFill/>
                    </a:lnT>
                    <a:lnB>
                      <a:noFill/>
                    </a:lnB>
                    <a:solidFill>
                      <a:srgbClr val="ACB9CA"/>
                    </a:solidFill>
                  </a:tcPr>
                </a:tc>
                <a:extLst>
                  <a:ext uri="{0D108BD9-81ED-4DB2-BD59-A6C34878D82A}">
                    <a16:rowId xmlns:a16="http://schemas.microsoft.com/office/drawing/2014/main" val="1442631848"/>
                  </a:ext>
                </a:extLst>
              </a:tr>
              <a:tr h="151872">
                <a:tc>
                  <a:txBody>
                    <a:bodyPr/>
                    <a:lstStyle/>
                    <a:p>
                      <a:pPr algn="ctr" fontAlgn="b"/>
                      <a:r>
                        <a:rPr lang="en-AU" sz="1000" b="1" i="0" u="none" strike="noStrike">
                          <a:solidFill>
                            <a:srgbClr val="0000FF"/>
                          </a:solidFill>
                          <a:effectLst/>
                          <a:latin typeface="+mn-lt"/>
                        </a:rPr>
                        <a:t>2.25%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b"/>
                      <a:r>
                        <a:rPr lang="en-AU" sz="1000" b="0" i="0" u="none" strike="noStrike">
                          <a:solidFill>
                            <a:srgbClr val="000000"/>
                          </a:solidFill>
                          <a:effectLst/>
                          <a:latin typeface="+mn-lt"/>
                        </a:rPr>
                        <a:t>9.41</a:t>
                      </a:r>
                    </a:p>
                  </a:txBody>
                  <a:tcPr marL="6350" marR="6350" marT="6350" marB="0" anchor="b">
                    <a:lnL w="6350" cap="flat" cmpd="sng" algn="ctr">
                      <a:solidFill>
                        <a:srgbClr val="000000"/>
                      </a:solidFill>
                      <a:prstDash val="solid"/>
                      <a:round/>
                      <a:headEnd type="none" w="med" len="med"/>
                      <a:tailEnd type="none" w="med" len="med"/>
                    </a:lnL>
                    <a:lnR>
                      <a:noFill/>
                    </a:lnR>
                    <a:lnT>
                      <a:noFill/>
                    </a:lnT>
                    <a:lnB>
                      <a:noFill/>
                    </a:lnB>
                    <a:solidFill>
                      <a:srgbClr val="FAFAFA"/>
                    </a:solidFill>
                  </a:tcPr>
                </a:tc>
                <a:tc>
                  <a:txBody>
                    <a:bodyPr/>
                    <a:lstStyle/>
                    <a:p>
                      <a:pPr algn="ctr" fontAlgn="b"/>
                      <a:r>
                        <a:rPr lang="en-AU" sz="1000" b="0" i="0" u="none" strike="noStrike">
                          <a:solidFill>
                            <a:srgbClr val="000000"/>
                          </a:solidFill>
                          <a:effectLst/>
                          <a:latin typeface="+mn-lt"/>
                        </a:rPr>
                        <a:t>8.61</a:t>
                      </a:r>
                    </a:p>
                  </a:txBody>
                  <a:tcPr marL="6350" marR="6350" marT="6350" marB="0" anchor="b">
                    <a:lnL>
                      <a:noFill/>
                    </a:lnL>
                    <a:lnR>
                      <a:noFill/>
                    </a:lnR>
                    <a:lnT>
                      <a:noFill/>
                    </a:lnT>
                    <a:lnB>
                      <a:noFill/>
                    </a:lnB>
                    <a:solidFill>
                      <a:srgbClr val="FAFAFA"/>
                    </a:solidFill>
                  </a:tcPr>
                </a:tc>
                <a:tc>
                  <a:txBody>
                    <a:bodyPr/>
                    <a:lstStyle/>
                    <a:p>
                      <a:pPr algn="ctr" fontAlgn="b"/>
                      <a:r>
                        <a:rPr lang="en-AU" sz="1000" b="0" i="0" u="none" strike="noStrike">
                          <a:solidFill>
                            <a:srgbClr val="000000"/>
                          </a:solidFill>
                          <a:effectLst/>
                          <a:latin typeface="+mn-lt"/>
                        </a:rPr>
                        <a:t>7.89</a:t>
                      </a:r>
                    </a:p>
                  </a:txBody>
                  <a:tcPr marL="6350" marR="6350" marT="6350" marB="0" anchor="b">
                    <a:lnL>
                      <a:noFill/>
                    </a:lnL>
                    <a:lnR>
                      <a:noFill/>
                    </a:lnR>
                    <a:lnT w="12700" cap="flat" cmpd="sng" algn="ctr">
                      <a:solidFill>
                        <a:srgbClr val="000000"/>
                      </a:solidFill>
                      <a:prstDash val="solid"/>
                      <a:round/>
                      <a:headEnd type="none" w="med" len="med"/>
                      <a:tailEnd type="none" w="med" len="med"/>
                    </a:lnT>
                    <a:lnB>
                      <a:noFill/>
                    </a:lnB>
                    <a:solidFill>
                      <a:srgbClr val="ACB9CA"/>
                    </a:solidFill>
                  </a:tcPr>
                </a:tc>
                <a:tc>
                  <a:txBody>
                    <a:bodyPr/>
                    <a:lstStyle/>
                    <a:p>
                      <a:pPr algn="ctr" fontAlgn="b"/>
                      <a:r>
                        <a:rPr lang="en-AU" sz="1000" b="0" i="0" u="none" strike="noStrike">
                          <a:solidFill>
                            <a:srgbClr val="000000"/>
                          </a:solidFill>
                          <a:effectLst/>
                          <a:latin typeface="+mn-lt"/>
                        </a:rPr>
                        <a:t>7.23</a:t>
                      </a:r>
                    </a:p>
                  </a:txBody>
                  <a:tcPr marL="6350" marR="6350" marT="6350" marB="0" anchor="b">
                    <a:lnL>
                      <a:noFill/>
                    </a:lnL>
                    <a:lnR>
                      <a:noFill/>
                    </a:lnR>
                    <a:lnT>
                      <a:noFill/>
                    </a:lnT>
                    <a:lnB>
                      <a:noFill/>
                    </a:lnB>
                    <a:solidFill>
                      <a:srgbClr val="FAFAFA"/>
                    </a:solidFill>
                  </a:tcPr>
                </a:tc>
                <a:tc>
                  <a:txBody>
                    <a:bodyPr/>
                    <a:lstStyle/>
                    <a:p>
                      <a:pPr algn="ctr" fontAlgn="b"/>
                      <a:r>
                        <a:rPr lang="en-AU" sz="1000" b="0" i="0" u="none" strike="noStrike">
                          <a:solidFill>
                            <a:srgbClr val="000000"/>
                          </a:solidFill>
                          <a:effectLst/>
                          <a:latin typeface="+mn-lt"/>
                        </a:rPr>
                        <a:t>6.63</a:t>
                      </a:r>
                    </a:p>
                  </a:txBody>
                  <a:tcPr marL="6350" marR="6350" marT="6350" marB="0" anchor="b">
                    <a:lnL>
                      <a:noFill/>
                    </a:lnL>
                    <a:lnR w="6350" cap="flat" cmpd="sng" algn="ctr">
                      <a:solidFill>
                        <a:srgbClr val="000000"/>
                      </a:solidFill>
                      <a:prstDash val="solid"/>
                      <a:round/>
                      <a:headEnd type="none" w="med" len="med"/>
                      <a:tailEnd type="none" w="med" len="med"/>
                    </a:lnR>
                    <a:lnT>
                      <a:noFill/>
                    </a:lnT>
                    <a:lnB>
                      <a:noFill/>
                    </a:lnB>
                    <a:solidFill>
                      <a:srgbClr val="FAFAFA"/>
                    </a:solidFill>
                  </a:tcPr>
                </a:tc>
                <a:extLst>
                  <a:ext uri="{0D108BD9-81ED-4DB2-BD59-A6C34878D82A}">
                    <a16:rowId xmlns:a16="http://schemas.microsoft.com/office/drawing/2014/main" val="2790255905"/>
                  </a:ext>
                </a:extLst>
              </a:tr>
              <a:tr h="0">
                <a:tc>
                  <a:txBody>
                    <a:bodyPr/>
                    <a:lstStyle/>
                    <a:p>
                      <a:pPr algn="ctr" fontAlgn="b"/>
                      <a:r>
                        <a:rPr lang="en-AU" sz="1000" b="1" i="0" u="none" strike="noStrike">
                          <a:solidFill>
                            <a:srgbClr val="0000FF"/>
                          </a:solidFill>
                          <a:effectLst/>
                          <a:latin typeface="+mn-lt"/>
                        </a:rPr>
                        <a:t>2.00%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c>
                  <a:txBody>
                    <a:bodyPr/>
                    <a:lstStyle/>
                    <a:p>
                      <a:pPr algn="ctr" fontAlgn="b"/>
                      <a:r>
                        <a:rPr lang="en-AU" sz="1000" b="0" i="0" u="none" strike="noStrike">
                          <a:solidFill>
                            <a:srgbClr val="000000"/>
                          </a:solidFill>
                          <a:effectLst/>
                          <a:latin typeface="+mn-lt"/>
                        </a:rPr>
                        <a:t>9.15</a:t>
                      </a:r>
                    </a:p>
                  </a:txBody>
                  <a:tcPr marL="6350" marR="6350" marT="6350" marB="0" anchor="b">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rgbClr val="FAFAFA"/>
                    </a:solidFill>
                  </a:tcPr>
                </a:tc>
                <a:tc>
                  <a:txBody>
                    <a:bodyPr/>
                    <a:lstStyle/>
                    <a:p>
                      <a:pPr algn="ctr" fontAlgn="b"/>
                      <a:r>
                        <a:rPr lang="en-AU" sz="1000" b="0" i="0" u="none" strike="noStrike">
                          <a:solidFill>
                            <a:srgbClr val="000000"/>
                          </a:solidFill>
                          <a:effectLst/>
                          <a:latin typeface="+mn-lt"/>
                        </a:rPr>
                        <a:t>8.37</a:t>
                      </a:r>
                    </a:p>
                  </a:txBody>
                  <a:tcPr marL="6350" marR="6350" marT="6350" marB="0" anchor="b">
                    <a:lnL>
                      <a:noFill/>
                    </a:lnL>
                    <a:lnR>
                      <a:noFill/>
                    </a:lnR>
                    <a:lnT>
                      <a:noFill/>
                    </a:lnT>
                    <a:lnB w="6350" cap="flat" cmpd="sng" algn="ctr">
                      <a:solidFill>
                        <a:srgbClr val="000000"/>
                      </a:solidFill>
                      <a:prstDash val="solid"/>
                      <a:round/>
                      <a:headEnd type="none" w="med" len="med"/>
                      <a:tailEnd type="none" w="med" len="med"/>
                    </a:lnB>
                    <a:solidFill>
                      <a:srgbClr val="FAFAFA"/>
                    </a:solidFill>
                  </a:tcPr>
                </a:tc>
                <a:tc>
                  <a:txBody>
                    <a:bodyPr/>
                    <a:lstStyle/>
                    <a:p>
                      <a:pPr algn="ctr" fontAlgn="b"/>
                      <a:r>
                        <a:rPr lang="en-AU" sz="1000" b="0" i="0" u="none" strike="noStrike">
                          <a:solidFill>
                            <a:srgbClr val="000000"/>
                          </a:solidFill>
                          <a:effectLst/>
                          <a:latin typeface="+mn-lt"/>
                        </a:rPr>
                        <a:t>7.67</a:t>
                      </a:r>
                    </a:p>
                  </a:txBody>
                  <a:tcPr marL="6350" marR="6350" marT="6350" marB="0" anchor="b">
                    <a:lnL>
                      <a:noFill/>
                    </a:lnL>
                    <a:lnR>
                      <a:noFill/>
                    </a:lnR>
                    <a:lnT>
                      <a:noFill/>
                    </a:lnT>
                    <a:lnB w="6350" cap="flat" cmpd="sng" algn="ctr">
                      <a:solidFill>
                        <a:srgbClr val="000000"/>
                      </a:solidFill>
                      <a:prstDash val="solid"/>
                      <a:round/>
                      <a:headEnd type="none" w="med" len="med"/>
                      <a:tailEnd type="none" w="med" len="med"/>
                    </a:lnB>
                    <a:solidFill>
                      <a:srgbClr val="ACB9CA"/>
                    </a:solidFill>
                  </a:tcPr>
                </a:tc>
                <a:tc>
                  <a:txBody>
                    <a:bodyPr/>
                    <a:lstStyle/>
                    <a:p>
                      <a:pPr algn="ctr" fontAlgn="b"/>
                      <a:r>
                        <a:rPr lang="en-AU" sz="1000" b="0" i="0" u="none" strike="noStrike">
                          <a:solidFill>
                            <a:srgbClr val="000000"/>
                          </a:solidFill>
                          <a:effectLst/>
                          <a:latin typeface="+mn-lt"/>
                        </a:rPr>
                        <a:t>7.03</a:t>
                      </a:r>
                    </a:p>
                  </a:txBody>
                  <a:tcPr marL="6350" marR="6350" marT="6350" marB="0" anchor="b">
                    <a:lnL>
                      <a:noFill/>
                    </a:lnL>
                    <a:lnR>
                      <a:noFill/>
                    </a:lnR>
                    <a:lnT>
                      <a:noFill/>
                    </a:lnT>
                    <a:lnB w="6350" cap="flat" cmpd="sng" algn="ctr">
                      <a:solidFill>
                        <a:srgbClr val="000000"/>
                      </a:solidFill>
                      <a:prstDash val="solid"/>
                      <a:round/>
                      <a:headEnd type="none" w="med" len="med"/>
                      <a:tailEnd type="none" w="med" len="med"/>
                    </a:lnB>
                    <a:solidFill>
                      <a:srgbClr val="FAFAFA"/>
                    </a:solidFill>
                  </a:tcPr>
                </a:tc>
                <a:tc>
                  <a:txBody>
                    <a:bodyPr/>
                    <a:lstStyle/>
                    <a:p>
                      <a:pPr algn="ctr" fontAlgn="b"/>
                      <a:r>
                        <a:rPr lang="en-AU" sz="1000" b="0" i="0" u="none" strike="noStrike">
                          <a:solidFill>
                            <a:srgbClr val="000000"/>
                          </a:solidFill>
                          <a:effectLst/>
                          <a:latin typeface="+mn-lt"/>
                        </a:rPr>
                        <a:t>6.45</a:t>
                      </a:r>
                    </a:p>
                  </a:txBody>
                  <a:tcPr marL="6350" marR="6350" marT="6350" marB="0" anchor="b">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AFAFA"/>
                    </a:solidFill>
                  </a:tcPr>
                </a:tc>
                <a:extLst>
                  <a:ext uri="{0D108BD9-81ED-4DB2-BD59-A6C34878D82A}">
                    <a16:rowId xmlns:a16="http://schemas.microsoft.com/office/drawing/2014/main" val="1557914032"/>
                  </a:ext>
                </a:extLst>
              </a:tr>
              <a:tr h="151872">
                <a:tc>
                  <a:txBody>
                    <a:bodyPr/>
                    <a:lstStyle/>
                    <a:p>
                      <a:pPr algn="ctr" fontAlgn="b"/>
                      <a:endParaRPr lang="en-AU" sz="1000" b="0" i="0" u="none" strike="noStrike">
                        <a:solidFill>
                          <a:srgbClr val="000000"/>
                        </a:solidFill>
                        <a:effectLst/>
                        <a:latin typeface="+mn-lt"/>
                      </a:endParaRPr>
                    </a:p>
                  </a:txBody>
                  <a:tcPr marL="6350" marR="6350" marT="6350"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ctr" fontAlgn="b"/>
                      <a:endParaRPr lang="en-AU" sz="1000" b="0" i="0" u="none" strike="noStrike">
                        <a:solidFill>
                          <a:srgbClr val="000000"/>
                        </a:solidFill>
                        <a:effectLst/>
                        <a:latin typeface="+mn-lt"/>
                      </a:endParaRPr>
                    </a:p>
                  </a:txBody>
                  <a:tcPr marL="6350" marR="6350" marT="6350"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ctr" fontAlgn="b"/>
                      <a:endParaRPr lang="en-AU" sz="1000" b="0" i="0" u="none" strike="noStrike">
                        <a:solidFill>
                          <a:srgbClr val="000000"/>
                        </a:solidFill>
                        <a:effectLst/>
                        <a:latin typeface="+mn-lt"/>
                      </a:endParaRPr>
                    </a:p>
                  </a:txBody>
                  <a:tcPr marL="6350" marR="6350" marT="6350"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ctr" fontAlgn="b"/>
                      <a:endParaRPr lang="en-AU" sz="1000" b="0" i="0" u="none" strike="noStrike">
                        <a:solidFill>
                          <a:srgbClr val="000000"/>
                        </a:solidFill>
                        <a:effectLst/>
                        <a:latin typeface="+mn-lt"/>
                      </a:endParaRPr>
                    </a:p>
                  </a:txBody>
                  <a:tcPr marL="6350" marR="6350" marT="6350"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ctr" fontAlgn="b"/>
                      <a:endParaRPr lang="en-AU" sz="1000" b="0" i="0" u="none" strike="noStrike">
                        <a:solidFill>
                          <a:srgbClr val="000000"/>
                        </a:solidFill>
                        <a:effectLst/>
                        <a:latin typeface="+mn-lt"/>
                      </a:endParaRPr>
                    </a:p>
                  </a:txBody>
                  <a:tcPr marL="6350" marR="6350" marT="6350"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ctr" fontAlgn="b"/>
                      <a:endParaRPr lang="en-AU" sz="1000" b="0" i="0" u="none" strike="noStrike">
                        <a:solidFill>
                          <a:srgbClr val="000000"/>
                        </a:solidFill>
                        <a:effectLst/>
                        <a:latin typeface="+mn-lt"/>
                      </a:endParaRPr>
                    </a:p>
                  </a:txBody>
                  <a:tcPr marL="6350" marR="6350" marT="6350" marB="0" anchor="b">
                    <a:lnL>
                      <a:noFill/>
                    </a:lnL>
                    <a:lnR>
                      <a:noFill/>
                    </a:lnR>
                    <a:lnT w="635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3344134022"/>
                  </a:ext>
                </a:extLst>
              </a:tr>
              <a:tr h="151872">
                <a:tc>
                  <a:txBody>
                    <a:bodyPr/>
                    <a:lstStyle/>
                    <a:p>
                      <a:pPr algn="ctr" fontAlgn="b"/>
                      <a:endParaRPr lang="en-AU" sz="1000" b="0" i="0" u="none" strike="noStrike">
                        <a:solidFill>
                          <a:srgbClr val="000000"/>
                        </a:solidFill>
                        <a:effectLst/>
                        <a:latin typeface="+mn-lt"/>
                      </a:endParaRPr>
                    </a:p>
                  </a:txBody>
                  <a:tcPr marL="6350" marR="6350" marT="6350" marB="0" anchor="b">
                    <a:lnL>
                      <a:noFill/>
                    </a:lnL>
                    <a:lnR>
                      <a:noFill/>
                    </a:lnR>
                    <a:lnT>
                      <a:noFill/>
                    </a:lnT>
                    <a:lnB w="6350" cap="flat" cmpd="sng" algn="ctr">
                      <a:solidFill>
                        <a:srgbClr val="3F3F3F"/>
                      </a:solidFill>
                      <a:prstDash val="solid"/>
                      <a:round/>
                      <a:headEnd type="none" w="med" len="med"/>
                      <a:tailEnd type="none" w="med" len="med"/>
                    </a:lnB>
                  </a:tcPr>
                </a:tc>
                <a:tc gridSpan="5">
                  <a:txBody>
                    <a:bodyPr/>
                    <a:lstStyle/>
                    <a:p>
                      <a:pPr algn="ctr" fontAlgn="b"/>
                      <a:r>
                        <a:rPr lang="en-AU" sz="1000" b="1" i="0" u="none" strike="noStrike">
                          <a:solidFill>
                            <a:srgbClr val="000000"/>
                          </a:solidFill>
                          <a:effectLst/>
                          <a:latin typeface="+mn-lt"/>
                        </a:rPr>
                        <a:t>TWACC</a:t>
                      </a:r>
                    </a:p>
                  </a:txBody>
                  <a:tcPr marL="6350" marR="6350" marT="6350" marB="0" anchor="b">
                    <a:lnL>
                      <a:noFill/>
                    </a:lnL>
                    <a:lnR>
                      <a:noFill/>
                    </a:lnR>
                    <a:lnT>
                      <a:noFill/>
                    </a:lnT>
                    <a:lnB w="6350" cap="flat" cmpd="sng" algn="ctr">
                      <a:solidFill>
                        <a:srgbClr val="000000"/>
                      </a:solidFill>
                      <a:prstDash val="solid"/>
                      <a:round/>
                      <a:headEnd type="none" w="med" len="med"/>
                      <a:tailEnd type="none" w="med" len="med"/>
                    </a:lnB>
                  </a:tcPr>
                </a:tc>
                <a:tc hMerge="1">
                  <a:txBody>
                    <a:bodyPr/>
                    <a:lstStyle/>
                    <a:p>
                      <a:endParaRPr lang="en-AU"/>
                    </a:p>
                  </a:txBody>
                  <a:tcPr/>
                </a:tc>
                <a:tc hMerge="1">
                  <a:txBody>
                    <a:bodyPr/>
                    <a:lstStyle/>
                    <a:p>
                      <a:endParaRPr lang="en-AU"/>
                    </a:p>
                  </a:txBody>
                  <a:tcPr/>
                </a:tc>
                <a:tc hMerge="1">
                  <a:txBody>
                    <a:bodyPr/>
                    <a:lstStyle/>
                    <a:p>
                      <a:endParaRPr lang="en-AU"/>
                    </a:p>
                  </a:txBody>
                  <a:tcPr/>
                </a:tc>
                <a:tc hMerge="1">
                  <a:txBody>
                    <a:bodyPr/>
                    <a:lstStyle/>
                    <a:p>
                      <a:endParaRPr lang="en-AU"/>
                    </a:p>
                  </a:txBody>
                  <a:tcPr/>
                </a:tc>
                <a:extLst>
                  <a:ext uri="{0D108BD9-81ED-4DB2-BD59-A6C34878D82A}">
                    <a16:rowId xmlns:a16="http://schemas.microsoft.com/office/drawing/2014/main" val="1305935898"/>
                  </a:ext>
                </a:extLst>
              </a:tr>
              <a:tr h="151872">
                <a:tc>
                  <a:txBody>
                    <a:bodyPr/>
                    <a:lstStyle/>
                    <a:p>
                      <a:pPr algn="ctr" fontAlgn="b"/>
                      <a:r>
                        <a:rPr lang="en-AU" sz="1000" b="1" i="0" u="none" strike="noStrike">
                          <a:solidFill>
                            <a:srgbClr val="0070C0"/>
                          </a:solidFill>
                          <a:effectLst/>
                          <a:latin typeface="+mn-lt"/>
                        </a:rPr>
                        <a:t> $                  9.61 </a:t>
                      </a:r>
                    </a:p>
                  </a:txBody>
                  <a:tcPr marL="6350" marR="6350" marT="6350" marB="0" anchor="b">
                    <a:lnL w="6350" cap="flat" cmpd="sng" algn="ctr">
                      <a:solidFill>
                        <a:srgbClr val="3F3F3F"/>
                      </a:solidFill>
                      <a:prstDash val="solid"/>
                      <a:round/>
                      <a:headEnd type="none" w="med" len="med"/>
                      <a:tailEnd type="none" w="med" len="med"/>
                    </a:lnL>
                    <a:lnR w="6350" cap="flat" cmpd="sng" algn="ctr">
                      <a:solidFill>
                        <a:srgbClr val="3F3F3F"/>
                      </a:solidFill>
                      <a:prstDash val="solid"/>
                      <a:round/>
                      <a:headEnd type="none" w="med" len="med"/>
                      <a:tailEnd type="none" w="med" len="med"/>
                    </a:lnR>
                    <a:lnT w="6350" cap="flat" cmpd="sng" algn="ctr">
                      <a:solidFill>
                        <a:srgbClr val="3F3F3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r>
                        <a:rPr lang="en-AU" sz="1000" b="1" i="0" u="none" strike="noStrike">
                          <a:solidFill>
                            <a:srgbClr val="0000FF"/>
                          </a:solidFill>
                          <a:effectLst/>
                          <a:latin typeface="+mn-lt"/>
                        </a:rPr>
                        <a:t>6.41%</a:t>
                      </a:r>
                    </a:p>
                  </a:txBody>
                  <a:tcPr marL="6350" marR="6350" marT="6350" marB="0" anchor="b">
                    <a:lnL w="6350" cap="flat" cmpd="sng" algn="ctr">
                      <a:solidFill>
                        <a:srgbClr val="3F3F3F"/>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AU" sz="1000" b="1" i="0" u="none" strike="noStrike">
                          <a:solidFill>
                            <a:srgbClr val="0000FF"/>
                          </a:solidFill>
                          <a:effectLst/>
                          <a:latin typeface="+mn-lt"/>
                        </a:rPr>
                        <a:t>7.41%</a:t>
                      </a:r>
                    </a:p>
                  </a:txBody>
                  <a:tcPr marL="6350" marR="6350" marT="635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AU" sz="1000" b="1" i="0" u="none" strike="noStrike">
                          <a:solidFill>
                            <a:srgbClr val="0000FF"/>
                          </a:solidFill>
                          <a:effectLst/>
                          <a:latin typeface="+mn-lt"/>
                        </a:rPr>
                        <a:t>8.41%</a:t>
                      </a:r>
                    </a:p>
                  </a:txBody>
                  <a:tcPr marL="6350" marR="6350" marT="635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AU" sz="1000" b="1" i="0" u="none" strike="noStrike">
                          <a:solidFill>
                            <a:srgbClr val="0000FF"/>
                          </a:solidFill>
                          <a:effectLst/>
                          <a:latin typeface="+mn-lt"/>
                        </a:rPr>
                        <a:t>9.41%</a:t>
                      </a:r>
                    </a:p>
                  </a:txBody>
                  <a:tcPr marL="6350" marR="6350" marT="635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AU" sz="1000" b="1" i="0" u="none" strike="noStrike">
                          <a:solidFill>
                            <a:srgbClr val="0000FF"/>
                          </a:solidFill>
                          <a:effectLst/>
                          <a:latin typeface="+mn-lt"/>
                        </a:rPr>
                        <a:t>10.41%</a:t>
                      </a:r>
                    </a:p>
                  </a:txBody>
                  <a:tcPr marL="6350" marR="6350" marT="6350"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23843421"/>
                  </a:ext>
                </a:extLst>
              </a:tr>
              <a:tr h="151872">
                <a:tc>
                  <a:txBody>
                    <a:bodyPr/>
                    <a:lstStyle/>
                    <a:p>
                      <a:pPr algn="ctr" fontAlgn="b"/>
                      <a:r>
                        <a:rPr lang="en-AU" sz="1000" b="1" i="0" u="none" strike="noStrike">
                          <a:solidFill>
                            <a:srgbClr val="0000FF"/>
                          </a:solidFill>
                          <a:effectLst/>
                          <a:latin typeface="+mn-lt"/>
                        </a:rPr>
                        <a:t>10.1x</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c>
                  <a:txBody>
                    <a:bodyPr/>
                    <a:lstStyle/>
                    <a:p>
                      <a:pPr algn="ctr" fontAlgn="b"/>
                      <a:r>
                        <a:rPr lang="en-AU" sz="1000" b="0" i="0" u="none" strike="noStrike">
                          <a:solidFill>
                            <a:srgbClr val="000000"/>
                          </a:solidFill>
                          <a:effectLst/>
                          <a:latin typeface="+mn-lt"/>
                        </a:rPr>
                        <a:t>13.68</a:t>
                      </a:r>
                    </a:p>
                  </a:txBody>
                  <a:tcPr marL="6350" marR="6350" marT="6350"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FAFAFA"/>
                    </a:solidFill>
                  </a:tcPr>
                </a:tc>
                <a:tc>
                  <a:txBody>
                    <a:bodyPr/>
                    <a:lstStyle/>
                    <a:p>
                      <a:pPr algn="ctr" fontAlgn="b"/>
                      <a:r>
                        <a:rPr lang="en-AU" sz="1000" b="0" i="0" u="none" strike="noStrike">
                          <a:solidFill>
                            <a:srgbClr val="000000"/>
                          </a:solidFill>
                          <a:effectLst/>
                          <a:latin typeface="+mn-lt"/>
                        </a:rPr>
                        <a:t>12.50</a:t>
                      </a:r>
                    </a:p>
                  </a:txBody>
                  <a:tcPr marL="6350" marR="6350" marT="6350" marB="0" anchor="b">
                    <a:lnL>
                      <a:noFill/>
                    </a:lnL>
                    <a:lnR>
                      <a:noFill/>
                    </a:lnR>
                    <a:lnT w="6350" cap="flat" cmpd="sng" algn="ctr">
                      <a:solidFill>
                        <a:srgbClr val="000000"/>
                      </a:solidFill>
                      <a:prstDash val="solid"/>
                      <a:round/>
                      <a:headEnd type="none" w="med" len="med"/>
                      <a:tailEnd type="none" w="med" len="med"/>
                    </a:lnT>
                    <a:lnB>
                      <a:noFill/>
                    </a:lnB>
                    <a:solidFill>
                      <a:srgbClr val="FAFAFA"/>
                    </a:solidFill>
                  </a:tcPr>
                </a:tc>
                <a:tc>
                  <a:txBody>
                    <a:bodyPr/>
                    <a:lstStyle/>
                    <a:p>
                      <a:pPr algn="ctr" fontAlgn="b"/>
                      <a:r>
                        <a:rPr lang="en-AU" sz="1000" b="0" i="0" u="none" strike="noStrike">
                          <a:solidFill>
                            <a:srgbClr val="000000"/>
                          </a:solidFill>
                          <a:effectLst/>
                          <a:latin typeface="+mn-lt"/>
                        </a:rPr>
                        <a:t>11.43</a:t>
                      </a:r>
                    </a:p>
                  </a:txBody>
                  <a:tcPr marL="6350" marR="6350" marT="6350" marB="0" anchor="b">
                    <a:lnL>
                      <a:noFill/>
                    </a:lnL>
                    <a:lnR>
                      <a:noFill/>
                    </a:lnR>
                    <a:lnT w="6350" cap="flat" cmpd="sng" algn="ctr">
                      <a:solidFill>
                        <a:srgbClr val="000000"/>
                      </a:solidFill>
                      <a:prstDash val="solid"/>
                      <a:round/>
                      <a:headEnd type="none" w="med" len="med"/>
                      <a:tailEnd type="none" w="med" len="med"/>
                    </a:lnT>
                    <a:lnB>
                      <a:noFill/>
                    </a:lnB>
                    <a:solidFill>
                      <a:srgbClr val="ACB9CA"/>
                    </a:solidFill>
                  </a:tcPr>
                </a:tc>
                <a:tc>
                  <a:txBody>
                    <a:bodyPr/>
                    <a:lstStyle/>
                    <a:p>
                      <a:pPr algn="ctr" fontAlgn="b"/>
                      <a:r>
                        <a:rPr lang="en-AU" sz="1000" b="0" i="0" u="none" strike="noStrike">
                          <a:solidFill>
                            <a:srgbClr val="000000"/>
                          </a:solidFill>
                          <a:effectLst/>
                          <a:latin typeface="+mn-lt"/>
                        </a:rPr>
                        <a:t>10.46</a:t>
                      </a:r>
                    </a:p>
                  </a:txBody>
                  <a:tcPr marL="6350" marR="6350" marT="6350" marB="0" anchor="b">
                    <a:lnL>
                      <a:noFill/>
                    </a:lnL>
                    <a:lnR>
                      <a:noFill/>
                    </a:lnR>
                    <a:lnT w="6350" cap="flat" cmpd="sng" algn="ctr">
                      <a:solidFill>
                        <a:srgbClr val="000000"/>
                      </a:solidFill>
                      <a:prstDash val="solid"/>
                      <a:round/>
                      <a:headEnd type="none" w="med" len="med"/>
                      <a:tailEnd type="none" w="med" len="med"/>
                    </a:lnT>
                    <a:lnB>
                      <a:noFill/>
                    </a:lnB>
                    <a:solidFill>
                      <a:srgbClr val="FAFAFA"/>
                    </a:solidFill>
                  </a:tcPr>
                </a:tc>
                <a:tc>
                  <a:txBody>
                    <a:bodyPr/>
                    <a:lstStyle/>
                    <a:p>
                      <a:pPr algn="ctr" fontAlgn="b"/>
                      <a:r>
                        <a:rPr lang="en-AU" sz="1000" b="0" i="0" u="none" strike="noStrike">
                          <a:solidFill>
                            <a:srgbClr val="000000"/>
                          </a:solidFill>
                          <a:effectLst/>
                          <a:latin typeface="+mn-lt"/>
                        </a:rPr>
                        <a:t>9.58</a:t>
                      </a:r>
                    </a:p>
                  </a:txBody>
                  <a:tcPr marL="6350" marR="6350" marT="6350"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AFAFA"/>
                    </a:solidFill>
                  </a:tcPr>
                </a:tc>
                <a:extLst>
                  <a:ext uri="{0D108BD9-81ED-4DB2-BD59-A6C34878D82A}">
                    <a16:rowId xmlns:a16="http://schemas.microsoft.com/office/drawing/2014/main" val="997157701"/>
                  </a:ext>
                </a:extLst>
              </a:tr>
              <a:tr h="151872">
                <a:tc>
                  <a:txBody>
                    <a:bodyPr/>
                    <a:lstStyle/>
                    <a:p>
                      <a:pPr algn="ctr" fontAlgn="b"/>
                      <a:r>
                        <a:rPr lang="en-AU" sz="1000" b="1" i="0" u="none" strike="noStrike">
                          <a:solidFill>
                            <a:srgbClr val="0000FF"/>
                          </a:solidFill>
                          <a:effectLst/>
                          <a:latin typeface="+mn-lt"/>
                        </a:rPr>
                        <a:t>9.1x</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b"/>
                      <a:r>
                        <a:rPr lang="en-AU" sz="1000" b="0" i="0" u="none" strike="noStrike">
                          <a:solidFill>
                            <a:srgbClr val="000000"/>
                          </a:solidFill>
                          <a:effectLst/>
                          <a:latin typeface="+mn-lt"/>
                        </a:rPr>
                        <a:t>12.58</a:t>
                      </a:r>
                    </a:p>
                  </a:txBody>
                  <a:tcPr marL="6350" marR="6350" marT="6350" marB="0" anchor="b">
                    <a:lnL w="6350" cap="flat" cmpd="sng" algn="ctr">
                      <a:solidFill>
                        <a:srgbClr val="000000"/>
                      </a:solidFill>
                      <a:prstDash val="solid"/>
                      <a:round/>
                      <a:headEnd type="none" w="med" len="med"/>
                      <a:tailEnd type="none" w="med" len="med"/>
                    </a:lnL>
                    <a:lnR>
                      <a:noFill/>
                    </a:lnR>
                    <a:lnT>
                      <a:noFill/>
                    </a:lnT>
                    <a:lnB>
                      <a:noFill/>
                    </a:lnB>
                    <a:solidFill>
                      <a:srgbClr val="FAFAFA"/>
                    </a:solidFill>
                  </a:tcPr>
                </a:tc>
                <a:tc>
                  <a:txBody>
                    <a:bodyPr/>
                    <a:lstStyle/>
                    <a:p>
                      <a:pPr algn="ctr" fontAlgn="b"/>
                      <a:r>
                        <a:rPr lang="en-AU" sz="1000" b="0" i="0" u="none" strike="noStrike">
                          <a:solidFill>
                            <a:srgbClr val="000000"/>
                          </a:solidFill>
                          <a:effectLst/>
                          <a:latin typeface="+mn-lt"/>
                        </a:rPr>
                        <a:t>11.50</a:t>
                      </a:r>
                    </a:p>
                  </a:txBody>
                  <a:tcPr marL="6350" marR="6350" marT="6350" marB="0" anchor="b">
                    <a:lnL>
                      <a:noFill/>
                    </a:lnL>
                    <a:lnR>
                      <a:noFill/>
                    </a:lnR>
                    <a:lnT>
                      <a:noFill/>
                    </a:lnT>
                    <a:lnB>
                      <a:noFill/>
                    </a:lnB>
                    <a:solidFill>
                      <a:srgbClr val="FAFAFA"/>
                    </a:solidFill>
                  </a:tcPr>
                </a:tc>
                <a:tc>
                  <a:txBody>
                    <a:bodyPr/>
                    <a:lstStyle/>
                    <a:p>
                      <a:pPr algn="ctr" fontAlgn="b"/>
                      <a:r>
                        <a:rPr lang="en-AU" sz="1000" b="0" i="0" u="none" strike="noStrike">
                          <a:solidFill>
                            <a:srgbClr val="000000"/>
                          </a:solidFill>
                          <a:effectLst/>
                          <a:latin typeface="+mn-lt"/>
                        </a:rPr>
                        <a:t>10.52</a:t>
                      </a:r>
                    </a:p>
                  </a:txBody>
                  <a:tcPr marL="6350" marR="6350" marT="6350" marB="0" anchor="b">
                    <a:lnL>
                      <a:noFill/>
                    </a:lnL>
                    <a:lnR>
                      <a:noFill/>
                    </a:lnR>
                    <a:lnT>
                      <a:noFill/>
                    </a:lnT>
                    <a:lnB w="12700" cap="flat" cmpd="sng" algn="ctr">
                      <a:solidFill>
                        <a:srgbClr val="000000"/>
                      </a:solidFill>
                      <a:prstDash val="solid"/>
                      <a:round/>
                      <a:headEnd type="none" w="med" len="med"/>
                      <a:tailEnd type="none" w="med" len="med"/>
                    </a:lnB>
                    <a:solidFill>
                      <a:srgbClr val="ACB9CA"/>
                    </a:solidFill>
                  </a:tcPr>
                </a:tc>
                <a:tc>
                  <a:txBody>
                    <a:bodyPr/>
                    <a:lstStyle/>
                    <a:p>
                      <a:pPr algn="ctr" fontAlgn="b"/>
                      <a:r>
                        <a:rPr lang="en-AU" sz="1000" b="0" i="0" u="none" strike="noStrike">
                          <a:solidFill>
                            <a:srgbClr val="000000"/>
                          </a:solidFill>
                          <a:effectLst/>
                          <a:latin typeface="+mn-lt"/>
                        </a:rPr>
                        <a:t>9.63</a:t>
                      </a:r>
                    </a:p>
                  </a:txBody>
                  <a:tcPr marL="6350" marR="6350" marT="6350" marB="0" anchor="b">
                    <a:lnL>
                      <a:noFill/>
                    </a:lnL>
                    <a:lnR>
                      <a:noFill/>
                    </a:lnR>
                    <a:lnT>
                      <a:noFill/>
                    </a:lnT>
                    <a:lnB>
                      <a:noFill/>
                    </a:lnB>
                    <a:solidFill>
                      <a:srgbClr val="FAFAFA"/>
                    </a:solidFill>
                  </a:tcPr>
                </a:tc>
                <a:tc>
                  <a:txBody>
                    <a:bodyPr/>
                    <a:lstStyle/>
                    <a:p>
                      <a:pPr algn="ctr" fontAlgn="b"/>
                      <a:r>
                        <a:rPr lang="en-AU" sz="1000" b="0" i="0" u="none" strike="noStrike">
                          <a:solidFill>
                            <a:srgbClr val="000000"/>
                          </a:solidFill>
                          <a:effectLst/>
                          <a:latin typeface="+mn-lt"/>
                        </a:rPr>
                        <a:t>8.82</a:t>
                      </a:r>
                    </a:p>
                  </a:txBody>
                  <a:tcPr marL="6350" marR="6350" marT="6350" marB="0" anchor="b">
                    <a:lnL>
                      <a:noFill/>
                    </a:lnL>
                    <a:lnR w="6350" cap="flat" cmpd="sng" algn="ctr">
                      <a:solidFill>
                        <a:srgbClr val="000000"/>
                      </a:solidFill>
                      <a:prstDash val="solid"/>
                      <a:round/>
                      <a:headEnd type="none" w="med" len="med"/>
                      <a:tailEnd type="none" w="med" len="med"/>
                    </a:lnR>
                    <a:lnT>
                      <a:noFill/>
                    </a:lnT>
                    <a:lnB>
                      <a:noFill/>
                    </a:lnB>
                    <a:solidFill>
                      <a:srgbClr val="FAFAFA"/>
                    </a:solidFill>
                  </a:tcPr>
                </a:tc>
                <a:extLst>
                  <a:ext uri="{0D108BD9-81ED-4DB2-BD59-A6C34878D82A}">
                    <a16:rowId xmlns:a16="http://schemas.microsoft.com/office/drawing/2014/main" val="2456880712"/>
                  </a:ext>
                </a:extLst>
              </a:tr>
              <a:tr h="151872">
                <a:tc>
                  <a:txBody>
                    <a:bodyPr/>
                    <a:lstStyle/>
                    <a:p>
                      <a:pPr algn="ctr" fontAlgn="b"/>
                      <a:r>
                        <a:rPr lang="en-AU" sz="1000" b="1" i="0" u="none" strike="noStrike">
                          <a:solidFill>
                            <a:srgbClr val="0000FF"/>
                          </a:solidFill>
                          <a:effectLst/>
                          <a:latin typeface="+mn-lt"/>
                        </a:rPr>
                        <a:t>8.1x</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b"/>
                      <a:r>
                        <a:rPr lang="en-AU" sz="1000" b="0" i="0" u="none" strike="noStrike">
                          <a:solidFill>
                            <a:srgbClr val="000000"/>
                          </a:solidFill>
                          <a:effectLst/>
                          <a:latin typeface="+mn-lt"/>
                        </a:rPr>
                        <a:t>11.48</a:t>
                      </a:r>
                    </a:p>
                  </a:txBody>
                  <a:tcPr marL="6350" marR="6350" marT="6350" marB="0" anchor="b">
                    <a:lnL w="6350" cap="flat" cmpd="sng" algn="ctr">
                      <a:solidFill>
                        <a:srgbClr val="000000"/>
                      </a:solidFill>
                      <a:prstDash val="solid"/>
                      <a:round/>
                      <a:headEnd type="none" w="med" len="med"/>
                      <a:tailEnd type="none" w="med" len="med"/>
                    </a:lnL>
                    <a:lnR>
                      <a:noFill/>
                    </a:lnR>
                    <a:lnT>
                      <a:noFill/>
                    </a:lnT>
                    <a:lnB>
                      <a:noFill/>
                    </a:lnB>
                    <a:solidFill>
                      <a:srgbClr val="ACB9CA"/>
                    </a:solidFill>
                  </a:tcPr>
                </a:tc>
                <a:tc>
                  <a:txBody>
                    <a:bodyPr/>
                    <a:lstStyle/>
                    <a:p>
                      <a:pPr algn="ctr" fontAlgn="b"/>
                      <a:r>
                        <a:rPr lang="en-AU" sz="1000" b="0" i="0" u="none" strike="noStrike">
                          <a:solidFill>
                            <a:srgbClr val="000000"/>
                          </a:solidFill>
                          <a:effectLst/>
                          <a:latin typeface="+mn-lt"/>
                        </a:rPr>
                        <a:t>10.50</a:t>
                      </a:r>
                    </a:p>
                  </a:txBody>
                  <a:tcPr marL="6350" marR="6350" marT="6350" marB="0" anchor="b">
                    <a:lnL>
                      <a:noFill/>
                    </a:lnL>
                    <a:lnR w="12700" cap="flat" cmpd="sng" algn="ctr">
                      <a:solidFill>
                        <a:srgbClr val="000000"/>
                      </a:solidFill>
                      <a:prstDash val="solid"/>
                      <a:round/>
                      <a:headEnd type="none" w="med" len="med"/>
                      <a:tailEnd type="none" w="med" len="med"/>
                    </a:lnR>
                    <a:lnT>
                      <a:noFill/>
                    </a:lnT>
                    <a:lnB>
                      <a:noFill/>
                    </a:lnB>
                    <a:solidFill>
                      <a:srgbClr val="ACB9CA"/>
                    </a:solidFill>
                  </a:tcPr>
                </a:tc>
                <a:tc>
                  <a:txBody>
                    <a:bodyPr/>
                    <a:lstStyle/>
                    <a:p>
                      <a:pPr algn="ctr" fontAlgn="b"/>
                      <a:r>
                        <a:rPr lang="en-AU" sz="1000" b="1" i="0" u="none" strike="noStrike">
                          <a:solidFill>
                            <a:srgbClr val="FFFFFF"/>
                          </a:solidFill>
                          <a:effectLst/>
                          <a:latin typeface="+mn-lt"/>
                        </a:rPr>
                        <a:t>9.61</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333F4F"/>
                    </a:solidFill>
                  </a:tcPr>
                </a:tc>
                <a:tc>
                  <a:txBody>
                    <a:bodyPr/>
                    <a:lstStyle/>
                    <a:p>
                      <a:pPr algn="ctr" fontAlgn="b"/>
                      <a:r>
                        <a:rPr lang="en-AU" sz="1000" b="0" i="0" u="none" strike="noStrike">
                          <a:solidFill>
                            <a:srgbClr val="000000"/>
                          </a:solidFill>
                          <a:effectLst/>
                          <a:latin typeface="+mn-lt"/>
                        </a:rPr>
                        <a:t>8.80</a:t>
                      </a:r>
                    </a:p>
                  </a:txBody>
                  <a:tcPr marL="6350" marR="6350" marT="6350" marB="0" anchor="b">
                    <a:lnL w="12700" cap="flat" cmpd="sng" algn="ctr">
                      <a:solidFill>
                        <a:srgbClr val="000000"/>
                      </a:solidFill>
                      <a:prstDash val="solid"/>
                      <a:round/>
                      <a:headEnd type="none" w="med" len="med"/>
                      <a:tailEnd type="none" w="med" len="med"/>
                    </a:lnL>
                    <a:lnR>
                      <a:noFill/>
                    </a:lnR>
                    <a:lnT>
                      <a:noFill/>
                    </a:lnT>
                    <a:lnB>
                      <a:noFill/>
                    </a:lnB>
                    <a:solidFill>
                      <a:srgbClr val="ACB9CA"/>
                    </a:solidFill>
                  </a:tcPr>
                </a:tc>
                <a:tc>
                  <a:txBody>
                    <a:bodyPr/>
                    <a:lstStyle/>
                    <a:p>
                      <a:pPr algn="ctr" fontAlgn="b"/>
                      <a:r>
                        <a:rPr lang="en-AU" sz="1000" b="0" i="0" u="none" strike="noStrike">
                          <a:solidFill>
                            <a:srgbClr val="000000"/>
                          </a:solidFill>
                          <a:effectLst/>
                          <a:latin typeface="+mn-lt"/>
                        </a:rPr>
                        <a:t>8.06</a:t>
                      </a:r>
                    </a:p>
                  </a:txBody>
                  <a:tcPr marL="6350" marR="6350" marT="6350" marB="0" anchor="b">
                    <a:lnL>
                      <a:noFill/>
                    </a:lnL>
                    <a:lnR w="6350" cap="flat" cmpd="sng" algn="ctr">
                      <a:solidFill>
                        <a:srgbClr val="000000"/>
                      </a:solidFill>
                      <a:prstDash val="solid"/>
                      <a:round/>
                      <a:headEnd type="none" w="med" len="med"/>
                      <a:tailEnd type="none" w="med" len="med"/>
                    </a:lnR>
                    <a:lnT>
                      <a:noFill/>
                    </a:lnT>
                    <a:lnB>
                      <a:noFill/>
                    </a:lnB>
                    <a:solidFill>
                      <a:srgbClr val="ACB9CA"/>
                    </a:solidFill>
                  </a:tcPr>
                </a:tc>
                <a:extLst>
                  <a:ext uri="{0D108BD9-81ED-4DB2-BD59-A6C34878D82A}">
                    <a16:rowId xmlns:a16="http://schemas.microsoft.com/office/drawing/2014/main" val="2426396288"/>
                  </a:ext>
                </a:extLst>
              </a:tr>
              <a:tr h="151872">
                <a:tc>
                  <a:txBody>
                    <a:bodyPr/>
                    <a:lstStyle/>
                    <a:p>
                      <a:pPr algn="ctr" fontAlgn="b"/>
                      <a:r>
                        <a:rPr lang="en-AU" sz="1000" b="1" i="0" u="none" strike="noStrike">
                          <a:solidFill>
                            <a:srgbClr val="0000FF"/>
                          </a:solidFill>
                          <a:effectLst/>
                          <a:latin typeface="+mn-lt"/>
                        </a:rPr>
                        <a:t>7.1x</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b"/>
                      <a:r>
                        <a:rPr lang="en-AU" sz="1000" b="0" i="0" u="none" strike="noStrike">
                          <a:solidFill>
                            <a:srgbClr val="000000"/>
                          </a:solidFill>
                          <a:effectLst/>
                          <a:latin typeface="+mn-lt"/>
                        </a:rPr>
                        <a:t>10.38</a:t>
                      </a:r>
                    </a:p>
                  </a:txBody>
                  <a:tcPr marL="6350" marR="6350" marT="6350" marB="0" anchor="b">
                    <a:lnL w="6350" cap="flat" cmpd="sng" algn="ctr">
                      <a:solidFill>
                        <a:srgbClr val="000000"/>
                      </a:solidFill>
                      <a:prstDash val="solid"/>
                      <a:round/>
                      <a:headEnd type="none" w="med" len="med"/>
                      <a:tailEnd type="none" w="med" len="med"/>
                    </a:lnL>
                    <a:lnR>
                      <a:noFill/>
                    </a:lnR>
                    <a:lnT>
                      <a:noFill/>
                    </a:lnT>
                    <a:lnB>
                      <a:noFill/>
                    </a:lnB>
                    <a:solidFill>
                      <a:srgbClr val="FAFAFA"/>
                    </a:solidFill>
                  </a:tcPr>
                </a:tc>
                <a:tc>
                  <a:txBody>
                    <a:bodyPr/>
                    <a:lstStyle/>
                    <a:p>
                      <a:pPr algn="ctr" fontAlgn="b"/>
                      <a:r>
                        <a:rPr lang="en-AU" sz="1000" b="0" i="0" u="none" strike="noStrike">
                          <a:solidFill>
                            <a:srgbClr val="000000"/>
                          </a:solidFill>
                          <a:effectLst/>
                          <a:latin typeface="+mn-lt"/>
                        </a:rPr>
                        <a:t>9.50</a:t>
                      </a:r>
                    </a:p>
                  </a:txBody>
                  <a:tcPr marL="6350" marR="6350" marT="6350" marB="0" anchor="b">
                    <a:lnL>
                      <a:noFill/>
                    </a:lnL>
                    <a:lnR>
                      <a:noFill/>
                    </a:lnR>
                    <a:lnT>
                      <a:noFill/>
                    </a:lnT>
                    <a:lnB>
                      <a:noFill/>
                    </a:lnB>
                    <a:solidFill>
                      <a:srgbClr val="FAFAFA"/>
                    </a:solidFill>
                  </a:tcPr>
                </a:tc>
                <a:tc>
                  <a:txBody>
                    <a:bodyPr/>
                    <a:lstStyle/>
                    <a:p>
                      <a:pPr algn="ctr" fontAlgn="b"/>
                      <a:r>
                        <a:rPr lang="en-AU" sz="1000" b="0" i="0" u="none" strike="noStrike">
                          <a:solidFill>
                            <a:srgbClr val="000000"/>
                          </a:solidFill>
                          <a:effectLst/>
                          <a:latin typeface="+mn-lt"/>
                        </a:rPr>
                        <a:t>8.69</a:t>
                      </a:r>
                    </a:p>
                  </a:txBody>
                  <a:tcPr marL="6350" marR="6350" marT="6350" marB="0" anchor="b">
                    <a:lnL>
                      <a:noFill/>
                    </a:lnL>
                    <a:lnR>
                      <a:noFill/>
                    </a:lnR>
                    <a:lnT w="12700" cap="flat" cmpd="sng" algn="ctr">
                      <a:solidFill>
                        <a:srgbClr val="000000"/>
                      </a:solidFill>
                      <a:prstDash val="solid"/>
                      <a:round/>
                      <a:headEnd type="none" w="med" len="med"/>
                      <a:tailEnd type="none" w="med" len="med"/>
                    </a:lnT>
                    <a:lnB>
                      <a:noFill/>
                    </a:lnB>
                    <a:solidFill>
                      <a:srgbClr val="ACB9CA"/>
                    </a:solidFill>
                  </a:tcPr>
                </a:tc>
                <a:tc>
                  <a:txBody>
                    <a:bodyPr/>
                    <a:lstStyle/>
                    <a:p>
                      <a:pPr algn="ctr" fontAlgn="b"/>
                      <a:r>
                        <a:rPr lang="en-AU" sz="1000" b="0" i="0" u="none" strike="noStrike">
                          <a:solidFill>
                            <a:srgbClr val="000000"/>
                          </a:solidFill>
                          <a:effectLst/>
                          <a:latin typeface="+mn-lt"/>
                        </a:rPr>
                        <a:t>7.96</a:t>
                      </a:r>
                    </a:p>
                  </a:txBody>
                  <a:tcPr marL="6350" marR="6350" marT="6350" marB="0" anchor="b">
                    <a:lnL>
                      <a:noFill/>
                    </a:lnL>
                    <a:lnR>
                      <a:noFill/>
                    </a:lnR>
                    <a:lnT>
                      <a:noFill/>
                    </a:lnT>
                    <a:lnB>
                      <a:noFill/>
                    </a:lnB>
                    <a:solidFill>
                      <a:srgbClr val="FAFAFA"/>
                    </a:solidFill>
                  </a:tcPr>
                </a:tc>
                <a:tc>
                  <a:txBody>
                    <a:bodyPr/>
                    <a:lstStyle/>
                    <a:p>
                      <a:pPr algn="ctr" fontAlgn="b"/>
                      <a:r>
                        <a:rPr lang="en-AU" sz="1000" b="0" i="0" u="none" strike="noStrike">
                          <a:solidFill>
                            <a:srgbClr val="000000"/>
                          </a:solidFill>
                          <a:effectLst/>
                          <a:latin typeface="+mn-lt"/>
                        </a:rPr>
                        <a:t>7.30</a:t>
                      </a:r>
                    </a:p>
                  </a:txBody>
                  <a:tcPr marL="6350" marR="6350" marT="6350" marB="0" anchor="b">
                    <a:lnL>
                      <a:noFill/>
                    </a:lnL>
                    <a:lnR w="6350" cap="flat" cmpd="sng" algn="ctr">
                      <a:solidFill>
                        <a:srgbClr val="000000"/>
                      </a:solidFill>
                      <a:prstDash val="solid"/>
                      <a:round/>
                      <a:headEnd type="none" w="med" len="med"/>
                      <a:tailEnd type="none" w="med" len="med"/>
                    </a:lnR>
                    <a:lnT>
                      <a:noFill/>
                    </a:lnT>
                    <a:lnB>
                      <a:noFill/>
                    </a:lnB>
                    <a:solidFill>
                      <a:srgbClr val="FAFAFA"/>
                    </a:solidFill>
                  </a:tcPr>
                </a:tc>
                <a:extLst>
                  <a:ext uri="{0D108BD9-81ED-4DB2-BD59-A6C34878D82A}">
                    <a16:rowId xmlns:a16="http://schemas.microsoft.com/office/drawing/2014/main" val="140759516"/>
                  </a:ext>
                </a:extLst>
              </a:tr>
              <a:tr h="151872">
                <a:tc>
                  <a:txBody>
                    <a:bodyPr/>
                    <a:lstStyle/>
                    <a:p>
                      <a:pPr algn="ctr" fontAlgn="b"/>
                      <a:r>
                        <a:rPr lang="en-AU" sz="1000" b="1" i="0" u="none" strike="noStrike">
                          <a:solidFill>
                            <a:srgbClr val="0000FF"/>
                          </a:solidFill>
                          <a:effectLst/>
                          <a:latin typeface="+mn-lt"/>
                        </a:rPr>
                        <a:t>6.1x</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c>
                  <a:txBody>
                    <a:bodyPr/>
                    <a:lstStyle/>
                    <a:p>
                      <a:pPr algn="ctr" fontAlgn="b"/>
                      <a:r>
                        <a:rPr lang="en-AU" sz="1000" b="0" i="0" u="none" strike="noStrike">
                          <a:solidFill>
                            <a:srgbClr val="000000"/>
                          </a:solidFill>
                          <a:effectLst/>
                          <a:latin typeface="+mn-lt"/>
                        </a:rPr>
                        <a:t>9.28</a:t>
                      </a:r>
                    </a:p>
                  </a:txBody>
                  <a:tcPr marL="6350" marR="6350" marT="6350" marB="0" anchor="b">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rgbClr val="FAFAFA"/>
                    </a:solidFill>
                  </a:tcPr>
                </a:tc>
                <a:tc>
                  <a:txBody>
                    <a:bodyPr/>
                    <a:lstStyle/>
                    <a:p>
                      <a:pPr algn="ctr" fontAlgn="b"/>
                      <a:r>
                        <a:rPr lang="en-AU" sz="1000" b="0" i="0" u="none" strike="noStrike">
                          <a:solidFill>
                            <a:srgbClr val="000000"/>
                          </a:solidFill>
                          <a:effectLst/>
                          <a:latin typeface="+mn-lt"/>
                        </a:rPr>
                        <a:t>8.49</a:t>
                      </a:r>
                    </a:p>
                  </a:txBody>
                  <a:tcPr marL="6350" marR="6350" marT="6350" marB="0" anchor="b">
                    <a:lnL>
                      <a:noFill/>
                    </a:lnL>
                    <a:lnR>
                      <a:noFill/>
                    </a:lnR>
                    <a:lnT>
                      <a:noFill/>
                    </a:lnT>
                    <a:lnB w="6350" cap="flat" cmpd="sng" algn="ctr">
                      <a:solidFill>
                        <a:srgbClr val="000000"/>
                      </a:solidFill>
                      <a:prstDash val="solid"/>
                      <a:round/>
                      <a:headEnd type="none" w="med" len="med"/>
                      <a:tailEnd type="none" w="med" len="med"/>
                    </a:lnB>
                    <a:solidFill>
                      <a:srgbClr val="FAFAFA"/>
                    </a:solidFill>
                  </a:tcPr>
                </a:tc>
                <a:tc>
                  <a:txBody>
                    <a:bodyPr/>
                    <a:lstStyle/>
                    <a:p>
                      <a:pPr algn="ctr" fontAlgn="b"/>
                      <a:r>
                        <a:rPr lang="en-AU" sz="1000" b="0" i="0" u="none" strike="noStrike">
                          <a:solidFill>
                            <a:srgbClr val="000000"/>
                          </a:solidFill>
                          <a:effectLst/>
                          <a:latin typeface="+mn-lt"/>
                        </a:rPr>
                        <a:t>7.78</a:t>
                      </a:r>
                    </a:p>
                  </a:txBody>
                  <a:tcPr marL="6350" marR="6350" marT="6350" marB="0" anchor="b">
                    <a:lnL>
                      <a:noFill/>
                    </a:lnL>
                    <a:lnR>
                      <a:noFill/>
                    </a:lnR>
                    <a:lnT>
                      <a:noFill/>
                    </a:lnT>
                    <a:lnB w="6350" cap="flat" cmpd="sng" algn="ctr">
                      <a:solidFill>
                        <a:srgbClr val="000000"/>
                      </a:solidFill>
                      <a:prstDash val="solid"/>
                      <a:round/>
                      <a:headEnd type="none" w="med" len="med"/>
                      <a:tailEnd type="none" w="med" len="med"/>
                    </a:lnB>
                    <a:solidFill>
                      <a:srgbClr val="ACB9CA"/>
                    </a:solidFill>
                  </a:tcPr>
                </a:tc>
                <a:tc>
                  <a:txBody>
                    <a:bodyPr/>
                    <a:lstStyle/>
                    <a:p>
                      <a:pPr algn="ctr" fontAlgn="b"/>
                      <a:r>
                        <a:rPr lang="en-AU" sz="1000" b="0" i="0" u="none" strike="noStrike">
                          <a:solidFill>
                            <a:srgbClr val="000000"/>
                          </a:solidFill>
                          <a:effectLst/>
                          <a:latin typeface="+mn-lt"/>
                        </a:rPr>
                        <a:t>7.13</a:t>
                      </a:r>
                    </a:p>
                  </a:txBody>
                  <a:tcPr marL="6350" marR="6350" marT="6350" marB="0" anchor="b">
                    <a:lnL>
                      <a:noFill/>
                    </a:lnL>
                    <a:lnR>
                      <a:noFill/>
                    </a:lnR>
                    <a:lnT>
                      <a:noFill/>
                    </a:lnT>
                    <a:lnB w="6350" cap="flat" cmpd="sng" algn="ctr">
                      <a:solidFill>
                        <a:srgbClr val="000000"/>
                      </a:solidFill>
                      <a:prstDash val="solid"/>
                      <a:round/>
                      <a:headEnd type="none" w="med" len="med"/>
                      <a:tailEnd type="none" w="med" len="med"/>
                    </a:lnB>
                    <a:solidFill>
                      <a:srgbClr val="FAFAFA"/>
                    </a:solidFill>
                  </a:tcPr>
                </a:tc>
                <a:tc>
                  <a:txBody>
                    <a:bodyPr/>
                    <a:lstStyle/>
                    <a:p>
                      <a:pPr algn="ctr" fontAlgn="b"/>
                      <a:r>
                        <a:rPr lang="en-AU" sz="1000" b="0" i="0" u="none" strike="noStrike">
                          <a:solidFill>
                            <a:srgbClr val="000000"/>
                          </a:solidFill>
                          <a:effectLst/>
                          <a:latin typeface="+mn-lt"/>
                        </a:rPr>
                        <a:t>6.54</a:t>
                      </a:r>
                    </a:p>
                  </a:txBody>
                  <a:tcPr marL="6350" marR="6350" marT="6350" marB="0" anchor="b">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AFAFA"/>
                    </a:solidFill>
                  </a:tcPr>
                </a:tc>
                <a:extLst>
                  <a:ext uri="{0D108BD9-81ED-4DB2-BD59-A6C34878D82A}">
                    <a16:rowId xmlns:a16="http://schemas.microsoft.com/office/drawing/2014/main" val="3374177683"/>
                  </a:ext>
                </a:extLst>
              </a:tr>
            </a:tbl>
          </a:graphicData>
        </a:graphic>
      </p:graphicFrame>
      <p:sp>
        <p:nvSpPr>
          <p:cNvPr id="24" name="TextBox 23">
            <a:extLst>
              <a:ext uri="{FF2B5EF4-FFF2-40B4-BE49-F238E27FC236}">
                <a16:creationId xmlns:a16="http://schemas.microsoft.com/office/drawing/2014/main" id="{146CEEFD-5B10-F002-5CCC-628C7BB5BC30}"/>
              </a:ext>
            </a:extLst>
          </p:cNvPr>
          <p:cNvSpPr txBox="1"/>
          <p:nvPr/>
        </p:nvSpPr>
        <p:spPr>
          <a:xfrm>
            <a:off x="425194" y="3899889"/>
            <a:ext cx="1042219" cy="400110"/>
          </a:xfrm>
          <a:prstGeom prst="rect">
            <a:avLst/>
          </a:prstGeom>
          <a:noFill/>
        </p:spPr>
        <p:txBody>
          <a:bodyPr wrap="square" rtlCol="0">
            <a:spAutoFit/>
          </a:bodyPr>
          <a:lstStyle/>
          <a:p>
            <a:pPr algn="r"/>
            <a:r>
              <a:rPr lang="en-AU" sz="1000" b="1"/>
              <a:t>Terminal Growth Rate</a:t>
            </a:r>
          </a:p>
        </p:txBody>
      </p:sp>
      <p:sp>
        <p:nvSpPr>
          <p:cNvPr id="25" name="TextBox 24">
            <a:extLst>
              <a:ext uri="{FF2B5EF4-FFF2-40B4-BE49-F238E27FC236}">
                <a16:creationId xmlns:a16="http://schemas.microsoft.com/office/drawing/2014/main" id="{2174515A-B7C1-AC9A-1B90-85705F995B98}"/>
              </a:ext>
            </a:extLst>
          </p:cNvPr>
          <p:cNvSpPr txBox="1"/>
          <p:nvPr/>
        </p:nvSpPr>
        <p:spPr>
          <a:xfrm>
            <a:off x="425194" y="5114490"/>
            <a:ext cx="1042219" cy="400110"/>
          </a:xfrm>
          <a:prstGeom prst="rect">
            <a:avLst/>
          </a:prstGeom>
          <a:noFill/>
        </p:spPr>
        <p:txBody>
          <a:bodyPr wrap="square" rtlCol="0">
            <a:spAutoFit/>
          </a:bodyPr>
          <a:lstStyle/>
          <a:p>
            <a:pPr algn="r"/>
            <a:r>
              <a:rPr lang="en-AU" sz="1000" b="1"/>
              <a:t>EBITDA Exit Multiple</a:t>
            </a:r>
          </a:p>
        </p:txBody>
      </p:sp>
      <p:graphicFrame>
        <p:nvGraphicFramePr>
          <p:cNvPr id="27" name="Table 27">
            <a:extLst>
              <a:ext uri="{FF2B5EF4-FFF2-40B4-BE49-F238E27FC236}">
                <a16:creationId xmlns:a16="http://schemas.microsoft.com/office/drawing/2014/main" id="{37C14981-A436-ABF2-03A0-0DB6B7307044}"/>
              </a:ext>
            </a:extLst>
          </p:cNvPr>
          <p:cNvGraphicFramePr>
            <a:graphicFrameLocks noGrp="1"/>
          </p:cNvGraphicFramePr>
          <p:nvPr>
            <p:extLst>
              <p:ext uri="{D42A27DB-BD31-4B8C-83A1-F6EECF244321}">
                <p14:modId xmlns:p14="http://schemas.microsoft.com/office/powerpoint/2010/main" val="835864724"/>
              </p:ext>
            </p:extLst>
          </p:nvPr>
        </p:nvGraphicFramePr>
        <p:xfrm>
          <a:off x="7416634" y="3488154"/>
          <a:ext cx="4280734" cy="2377440"/>
        </p:xfrm>
        <a:graphic>
          <a:graphicData uri="http://schemas.openxmlformats.org/drawingml/2006/table">
            <a:tbl>
              <a:tblPr firstRow="1" bandRow="1">
                <a:tableStyleId>{616DA210-FB5B-4158-B5E0-FEB733F419BA}</a:tableStyleId>
              </a:tblPr>
              <a:tblGrid>
                <a:gridCol w="1752900">
                  <a:extLst>
                    <a:ext uri="{9D8B030D-6E8A-4147-A177-3AD203B41FA5}">
                      <a16:colId xmlns:a16="http://schemas.microsoft.com/office/drawing/2014/main" val="94833758"/>
                    </a:ext>
                  </a:extLst>
                </a:gridCol>
                <a:gridCol w="1263917">
                  <a:extLst>
                    <a:ext uri="{9D8B030D-6E8A-4147-A177-3AD203B41FA5}">
                      <a16:colId xmlns:a16="http://schemas.microsoft.com/office/drawing/2014/main" val="2375902536"/>
                    </a:ext>
                  </a:extLst>
                </a:gridCol>
                <a:gridCol w="1263917">
                  <a:extLst>
                    <a:ext uri="{9D8B030D-6E8A-4147-A177-3AD203B41FA5}">
                      <a16:colId xmlns:a16="http://schemas.microsoft.com/office/drawing/2014/main" val="3202889246"/>
                    </a:ext>
                  </a:extLst>
                </a:gridCol>
              </a:tblGrid>
              <a:tr h="436459">
                <a:tc>
                  <a:txBody>
                    <a:bodyPr/>
                    <a:lstStyle/>
                    <a:p>
                      <a:r>
                        <a:rPr lang="en-AU" sz="1200" i="0"/>
                        <a:t>$m</a:t>
                      </a:r>
                    </a:p>
                  </a:txBody>
                  <a:tcPr>
                    <a:noFill/>
                  </a:tcPr>
                </a:tc>
                <a:tc>
                  <a:txBody>
                    <a:bodyPr/>
                    <a:lstStyle/>
                    <a:p>
                      <a:r>
                        <a:rPr lang="en-AU" sz="1200" i="1"/>
                        <a:t>Perpetuity Method</a:t>
                      </a:r>
                    </a:p>
                  </a:txBody>
                  <a:tcPr>
                    <a:noFill/>
                  </a:tcPr>
                </a:tc>
                <a:tc>
                  <a:txBody>
                    <a:bodyPr/>
                    <a:lstStyle/>
                    <a:p>
                      <a:r>
                        <a:rPr lang="en-AU" sz="1200" i="1"/>
                        <a:t>EBITDA Multiple Method</a:t>
                      </a:r>
                    </a:p>
                  </a:txBody>
                  <a:tcPr>
                    <a:noFill/>
                  </a:tcPr>
                </a:tc>
                <a:extLst>
                  <a:ext uri="{0D108BD9-81ED-4DB2-BD59-A6C34878D82A}">
                    <a16:rowId xmlns:a16="http://schemas.microsoft.com/office/drawing/2014/main" val="1524996905"/>
                  </a:ext>
                </a:extLst>
              </a:tr>
              <a:tr h="261876">
                <a:tc>
                  <a:txBody>
                    <a:bodyPr/>
                    <a:lstStyle/>
                    <a:p>
                      <a:r>
                        <a:rPr lang="en-AU" sz="1200"/>
                        <a:t>PV of UFCF</a:t>
                      </a:r>
                    </a:p>
                  </a:txBody>
                  <a:tcPr>
                    <a:noFill/>
                  </a:tcPr>
                </a:tc>
                <a:tc>
                  <a:txBody>
                    <a:bodyPr/>
                    <a:lstStyle/>
                    <a:p>
                      <a:pPr algn="ctr"/>
                      <a:r>
                        <a:rPr lang="en-AU" sz="1200"/>
                        <a:t>272.2</a:t>
                      </a:r>
                    </a:p>
                  </a:txBody>
                  <a:tcPr>
                    <a:noFill/>
                  </a:tcPr>
                </a:tc>
                <a:tc>
                  <a:txBody>
                    <a:bodyPr/>
                    <a:lstStyle/>
                    <a:p>
                      <a:pPr algn="ctr"/>
                      <a:r>
                        <a:rPr lang="en-AU" sz="1200"/>
                        <a:t>272.2</a:t>
                      </a:r>
                    </a:p>
                  </a:txBody>
                  <a:tcPr>
                    <a:noFill/>
                  </a:tcPr>
                </a:tc>
                <a:extLst>
                  <a:ext uri="{0D108BD9-81ED-4DB2-BD59-A6C34878D82A}">
                    <a16:rowId xmlns:a16="http://schemas.microsoft.com/office/drawing/2014/main" val="3947228175"/>
                  </a:ext>
                </a:extLst>
              </a:tr>
              <a:tr h="261876">
                <a:tc>
                  <a:txBody>
                    <a:bodyPr/>
                    <a:lstStyle/>
                    <a:p>
                      <a:r>
                        <a:rPr lang="en-AU" sz="1200"/>
                        <a:t>PV of Terminal Value</a:t>
                      </a:r>
                    </a:p>
                  </a:txBody>
                  <a:tcPr>
                    <a:noFill/>
                  </a:tcPr>
                </a:tc>
                <a:tc>
                  <a:txBody>
                    <a:bodyPr/>
                    <a:lstStyle/>
                    <a:p>
                      <a:pPr algn="ctr"/>
                      <a:r>
                        <a:rPr lang="en-AU" sz="1200"/>
                        <a:t>511.7</a:t>
                      </a:r>
                    </a:p>
                  </a:txBody>
                  <a:tcPr>
                    <a:noFill/>
                  </a:tcPr>
                </a:tc>
                <a:tc>
                  <a:txBody>
                    <a:bodyPr/>
                    <a:lstStyle/>
                    <a:p>
                      <a:pPr algn="ctr"/>
                      <a:r>
                        <a:rPr lang="en-AU" sz="1200"/>
                        <a:t>641.7</a:t>
                      </a:r>
                    </a:p>
                  </a:txBody>
                  <a:tcPr>
                    <a:noFill/>
                  </a:tcPr>
                </a:tc>
                <a:extLst>
                  <a:ext uri="{0D108BD9-81ED-4DB2-BD59-A6C34878D82A}">
                    <a16:rowId xmlns:a16="http://schemas.microsoft.com/office/drawing/2014/main" val="1649797600"/>
                  </a:ext>
                </a:extLst>
              </a:tr>
              <a:tr h="261876">
                <a:tc>
                  <a:txBody>
                    <a:bodyPr/>
                    <a:lstStyle/>
                    <a:p>
                      <a:r>
                        <a:rPr lang="en-AU" sz="1200" b="1"/>
                        <a:t>Enterprise Value</a:t>
                      </a:r>
                    </a:p>
                  </a:txBody>
                  <a:tcPr>
                    <a:noFill/>
                  </a:tcPr>
                </a:tc>
                <a:tc>
                  <a:txBody>
                    <a:bodyPr/>
                    <a:lstStyle/>
                    <a:p>
                      <a:pPr algn="ctr"/>
                      <a:r>
                        <a:rPr lang="en-AU" sz="1200" b="1"/>
                        <a:t>783.9</a:t>
                      </a:r>
                    </a:p>
                  </a:txBody>
                  <a:tcPr>
                    <a:noFill/>
                  </a:tcPr>
                </a:tc>
                <a:tc>
                  <a:txBody>
                    <a:bodyPr/>
                    <a:lstStyle/>
                    <a:p>
                      <a:pPr algn="ctr"/>
                      <a:r>
                        <a:rPr lang="en-AU" sz="1200" b="1"/>
                        <a:t>913.9</a:t>
                      </a:r>
                    </a:p>
                  </a:txBody>
                  <a:tcPr>
                    <a:noFill/>
                  </a:tcPr>
                </a:tc>
                <a:extLst>
                  <a:ext uri="{0D108BD9-81ED-4DB2-BD59-A6C34878D82A}">
                    <a16:rowId xmlns:a16="http://schemas.microsoft.com/office/drawing/2014/main" val="3268757454"/>
                  </a:ext>
                </a:extLst>
              </a:tr>
              <a:tr h="261876">
                <a:tc>
                  <a:txBody>
                    <a:bodyPr/>
                    <a:lstStyle/>
                    <a:p>
                      <a:r>
                        <a:rPr lang="en-AU" sz="1200"/>
                        <a:t>Less: Net Debt / (Cash)</a:t>
                      </a:r>
                    </a:p>
                  </a:txBody>
                  <a:tcPr>
                    <a:noFill/>
                  </a:tcPr>
                </a:tc>
                <a:tc>
                  <a:txBody>
                    <a:bodyPr/>
                    <a:lstStyle/>
                    <a:p>
                      <a:pPr algn="ctr"/>
                      <a:r>
                        <a:rPr lang="en-AU" sz="1200"/>
                        <a:t>75.9</a:t>
                      </a:r>
                    </a:p>
                  </a:txBody>
                  <a:tcPr>
                    <a:noFill/>
                  </a:tcPr>
                </a:tc>
                <a:tc>
                  <a:txBody>
                    <a:bodyPr/>
                    <a:lstStyle/>
                    <a:p>
                      <a:pPr algn="ctr"/>
                      <a:r>
                        <a:rPr lang="en-AU" sz="1200"/>
                        <a:t>75.9</a:t>
                      </a:r>
                    </a:p>
                  </a:txBody>
                  <a:tcPr>
                    <a:noFill/>
                  </a:tcPr>
                </a:tc>
                <a:extLst>
                  <a:ext uri="{0D108BD9-81ED-4DB2-BD59-A6C34878D82A}">
                    <a16:rowId xmlns:a16="http://schemas.microsoft.com/office/drawing/2014/main" val="729480962"/>
                  </a:ext>
                </a:extLst>
              </a:tr>
              <a:tr h="261876">
                <a:tc>
                  <a:txBody>
                    <a:bodyPr/>
                    <a:lstStyle/>
                    <a:p>
                      <a:r>
                        <a:rPr lang="en-AU" sz="1200" b="1"/>
                        <a:t>Equity Value</a:t>
                      </a:r>
                    </a:p>
                  </a:txBody>
                  <a:tcPr>
                    <a:noFill/>
                  </a:tcPr>
                </a:tc>
                <a:tc>
                  <a:txBody>
                    <a:bodyPr/>
                    <a:lstStyle/>
                    <a:p>
                      <a:pPr algn="ctr"/>
                      <a:r>
                        <a:rPr lang="en-AU" sz="1200" b="1"/>
                        <a:t>708.0</a:t>
                      </a:r>
                    </a:p>
                  </a:txBody>
                  <a:tcPr>
                    <a:noFill/>
                  </a:tcPr>
                </a:tc>
                <a:tc>
                  <a:txBody>
                    <a:bodyPr/>
                    <a:lstStyle/>
                    <a:p>
                      <a:pPr algn="ctr"/>
                      <a:r>
                        <a:rPr lang="en-AU" sz="1200" b="1"/>
                        <a:t>838.0</a:t>
                      </a:r>
                    </a:p>
                  </a:txBody>
                  <a:tcPr>
                    <a:noFill/>
                  </a:tcPr>
                </a:tc>
                <a:extLst>
                  <a:ext uri="{0D108BD9-81ED-4DB2-BD59-A6C34878D82A}">
                    <a16:rowId xmlns:a16="http://schemas.microsoft.com/office/drawing/2014/main" val="1818158808"/>
                  </a:ext>
                </a:extLst>
              </a:tr>
              <a:tr h="261876">
                <a:tc>
                  <a:txBody>
                    <a:bodyPr/>
                    <a:lstStyle/>
                    <a:p>
                      <a:r>
                        <a:rPr lang="en-AU" sz="1200"/>
                        <a:t>Shares Outstanding</a:t>
                      </a:r>
                    </a:p>
                  </a:txBody>
                  <a:tcPr>
                    <a:noFill/>
                  </a:tcPr>
                </a:tc>
                <a:tc>
                  <a:txBody>
                    <a:bodyPr/>
                    <a:lstStyle/>
                    <a:p>
                      <a:pPr algn="ctr"/>
                      <a:r>
                        <a:rPr lang="en-AU" sz="1200"/>
                        <a:t>87.2</a:t>
                      </a:r>
                    </a:p>
                  </a:txBody>
                  <a:tcPr>
                    <a:noFill/>
                  </a:tcPr>
                </a:tc>
                <a:tc>
                  <a:txBody>
                    <a:bodyPr/>
                    <a:lstStyle/>
                    <a:p>
                      <a:pPr algn="ctr"/>
                      <a:r>
                        <a:rPr lang="en-AU" sz="1200"/>
                        <a:t>87.2</a:t>
                      </a:r>
                    </a:p>
                  </a:txBody>
                  <a:tcPr>
                    <a:noFill/>
                  </a:tcPr>
                </a:tc>
                <a:extLst>
                  <a:ext uri="{0D108BD9-81ED-4DB2-BD59-A6C34878D82A}">
                    <a16:rowId xmlns:a16="http://schemas.microsoft.com/office/drawing/2014/main" val="676753699"/>
                  </a:ext>
                </a:extLst>
              </a:tr>
              <a:tr h="261876">
                <a:tc>
                  <a:txBody>
                    <a:bodyPr/>
                    <a:lstStyle/>
                    <a:p>
                      <a:r>
                        <a:rPr lang="en-AU" sz="1200" b="1"/>
                        <a:t>Implied Value per Share</a:t>
                      </a:r>
                    </a:p>
                  </a:txBody>
                  <a:tcPr>
                    <a:solidFill>
                      <a:schemeClr val="tx1">
                        <a:lumMod val="50000"/>
                        <a:lumOff val="50000"/>
                        <a:alpha val="20000"/>
                      </a:schemeClr>
                    </a:solidFill>
                  </a:tcPr>
                </a:tc>
                <a:tc>
                  <a:txBody>
                    <a:bodyPr/>
                    <a:lstStyle/>
                    <a:p>
                      <a:pPr algn="ctr"/>
                      <a:r>
                        <a:rPr lang="en-AU" sz="1200" b="1"/>
                        <a:t>8.12</a:t>
                      </a:r>
                    </a:p>
                  </a:txBody>
                  <a:tcPr>
                    <a:solidFill>
                      <a:schemeClr val="tx1">
                        <a:lumMod val="50000"/>
                        <a:lumOff val="50000"/>
                        <a:alpha val="20000"/>
                      </a:schemeClr>
                    </a:solidFill>
                  </a:tcPr>
                </a:tc>
                <a:tc>
                  <a:txBody>
                    <a:bodyPr/>
                    <a:lstStyle/>
                    <a:p>
                      <a:pPr algn="ctr"/>
                      <a:r>
                        <a:rPr lang="en-AU" sz="1200" b="1" dirty="0"/>
                        <a:t>9.61</a:t>
                      </a:r>
                    </a:p>
                  </a:txBody>
                  <a:tcPr>
                    <a:solidFill>
                      <a:schemeClr val="tx1">
                        <a:lumMod val="50000"/>
                        <a:lumOff val="50000"/>
                        <a:alpha val="20000"/>
                      </a:schemeClr>
                    </a:solidFill>
                  </a:tcPr>
                </a:tc>
                <a:extLst>
                  <a:ext uri="{0D108BD9-81ED-4DB2-BD59-A6C34878D82A}">
                    <a16:rowId xmlns:a16="http://schemas.microsoft.com/office/drawing/2014/main" val="2157058701"/>
                  </a:ext>
                </a:extLst>
              </a:tr>
            </a:tbl>
          </a:graphicData>
        </a:graphic>
      </p:graphicFrame>
      <p:pic>
        <p:nvPicPr>
          <p:cNvPr id="32" name="Picture 31">
            <a:extLst>
              <a:ext uri="{FF2B5EF4-FFF2-40B4-BE49-F238E27FC236}">
                <a16:creationId xmlns:a16="http://schemas.microsoft.com/office/drawing/2014/main" id="{10AF01C3-C7AB-8DF2-C950-4CEBD160DDB7}"/>
              </a:ext>
            </a:extLst>
          </p:cNvPr>
          <p:cNvPicPr>
            <a:picLocks noChangeAspect="1"/>
          </p:cNvPicPr>
          <p:nvPr/>
        </p:nvPicPr>
        <p:blipFill>
          <a:blip r:embed="rId2"/>
          <a:stretch>
            <a:fillRect/>
          </a:stretch>
        </p:blipFill>
        <p:spPr>
          <a:xfrm>
            <a:off x="301222" y="1540264"/>
            <a:ext cx="11396145" cy="1576538"/>
          </a:xfrm>
          <a:prstGeom prst="rect">
            <a:avLst/>
          </a:prstGeom>
        </p:spPr>
      </p:pic>
      <p:pic>
        <p:nvPicPr>
          <p:cNvPr id="5" name="Picture 4" descr="A picture containing text, clipart&#10;&#10;Description automatically generated">
            <a:extLst>
              <a:ext uri="{FF2B5EF4-FFF2-40B4-BE49-F238E27FC236}">
                <a16:creationId xmlns:a16="http://schemas.microsoft.com/office/drawing/2014/main" id="{EA7DF6DE-FBE8-87F9-A9E4-91400587A529}"/>
              </a:ext>
            </a:extLst>
          </p:cNvPr>
          <p:cNvPicPr>
            <a:picLocks noChangeAspect="1"/>
          </p:cNvPicPr>
          <p:nvPr/>
        </p:nvPicPr>
        <p:blipFill>
          <a:blip r:embed="rId3"/>
          <a:stretch>
            <a:fillRect/>
          </a:stretch>
        </p:blipFill>
        <p:spPr>
          <a:xfrm>
            <a:off x="210353" y="6317975"/>
            <a:ext cx="906857" cy="370354"/>
          </a:xfrm>
          <a:prstGeom prst="rect">
            <a:avLst/>
          </a:prstGeom>
        </p:spPr>
      </p:pic>
    </p:spTree>
    <p:extLst>
      <p:ext uri="{BB962C8B-B14F-4D97-AF65-F5344CB8AC3E}">
        <p14:creationId xmlns:p14="http://schemas.microsoft.com/office/powerpoint/2010/main" val="6045829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Picture 21" descr="Chart, waterfall chart&#10;&#10;Description automatically generated">
            <a:extLst>
              <a:ext uri="{FF2B5EF4-FFF2-40B4-BE49-F238E27FC236}">
                <a16:creationId xmlns:a16="http://schemas.microsoft.com/office/drawing/2014/main" id="{22C127EE-6349-65CA-1199-4E4577C965C9}"/>
              </a:ext>
            </a:extLst>
          </p:cNvPr>
          <p:cNvPicPr>
            <a:picLocks noChangeAspect="1"/>
          </p:cNvPicPr>
          <p:nvPr/>
        </p:nvPicPr>
        <p:blipFill rotWithShape="1">
          <a:blip r:embed="rId2"/>
          <a:srcRect l="667" t="2548" r="568" b="4458"/>
          <a:stretch/>
        </p:blipFill>
        <p:spPr>
          <a:xfrm>
            <a:off x="385478" y="4275455"/>
            <a:ext cx="11181596" cy="1684250"/>
          </a:xfrm>
          <a:prstGeom prst="rect">
            <a:avLst/>
          </a:prstGeom>
        </p:spPr>
      </p:pic>
      <p:sp>
        <p:nvSpPr>
          <p:cNvPr id="10" name="TextBox 9">
            <a:extLst>
              <a:ext uri="{FF2B5EF4-FFF2-40B4-BE49-F238E27FC236}">
                <a16:creationId xmlns:a16="http://schemas.microsoft.com/office/drawing/2014/main" id="{1F93AE4B-1AD3-DF49-A82D-15D970233F59}"/>
              </a:ext>
            </a:extLst>
          </p:cNvPr>
          <p:cNvSpPr txBox="1"/>
          <p:nvPr/>
        </p:nvSpPr>
        <p:spPr>
          <a:xfrm>
            <a:off x="1618156" y="6283641"/>
            <a:ext cx="2089727" cy="246221"/>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a:solidFill>
                  <a:schemeClr val="tx1">
                    <a:lumMod val="65000"/>
                    <a:lumOff val="35000"/>
                  </a:schemeClr>
                </a:solidFill>
                <a:latin typeface="Segoe UI Light"/>
                <a:cs typeface="Calibri"/>
              </a:rPr>
              <a:t>Source: Company Filings. </a:t>
            </a:r>
            <a:endParaRPr lang="en-US" sz="1000">
              <a:solidFill>
                <a:schemeClr val="tx1">
                  <a:lumMod val="65000"/>
                  <a:lumOff val="35000"/>
                </a:schemeClr>
              </a:solidFill>
              <a:latin typeface="Segoe UI Light"/>
            </a:endParaRPr>
          </a:p>
        </p:txBody>
      </p:sp>
      <p:sp>
        <p:nvSpPr>
          <p:cNvPr id="11" name="TextBox 10">
            <a:extLst>
              <a:ext uri="{FF2B5EF4-FFF2-40B4-BE49-F238E27FC236}">
                <a16:creationId xmlns:a16="http://schemas.microsoft.com/office/drawing/2014/main" id="{349C726F-08F9-3D0B-DA8D-F7DF6BF706F6}"/>
              </a:ext>
            </a:extLst>
          </p:cNvPr>
          <p:cNvSpPr txBox="1"/>
          <p:nvPr/>
        </p:nvSpPr>
        <p:spPr>
          <a:xfrm>
            <a:off x="8425996" y="6345909"/>
            <a:ext cx="3539745" cy="246221"/>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a:solidFill>
                  <a:schemeClr val="tx1">
                    <a:lumMod val="65000"/>
                    <a:lumOff val="35000"/>
                  </a:schemeClr>
                </a:solidFill>
                <a:latin typeface="Segoe UI Light"/>
                <a:cs typeface="Calibri"/>
              </a:rPr>
              <a:t>For use in the 2023 UBS IB Development Challenge only</a:t>
            </a:r>
          </a:p>
        </p:txBody>
      </p:sp>
      <p:sp>
        <p:nvSpPr>
          <p:cNvPr id="12" name="Slide Number Placeholder 11">
            <a:extLst>
              <a:ext uri="{FF2B5EF4-FFF2-40B4-BE49-F238E27FC236}">
                <a16:creationId xmlns:a16="http://schemas.microsoft.com/office/drawing/2014/main" id="{5D987FC4-D467-32CB-C941-EFCFA69E6111}"/>
              </a:ext>
            </a:extLst>
          </p:cNvPr>
          <p:cNvSpPr>
            <a:spLocks noGrp="1"/>
          </p:cNvSpPr>
          <p:nvPr>
            <p:ph type="sldNum" sz="quarter" idx="12"/>
          </p:nvPr>
        </p:nvSpPr>
        <p:spPr>
          <a:xfrm>
            <a:off x="9217240" y="6282370"/>
            <a:ext cx="2743200" cy="365125"/>
          </a:xfrm>
        </p:spPr>
        <p:txBody>
          <a:bodyPr/>
          <a:lstStyle/>
          <a:p>
            <a:fld id="{330EA680-D336-4FF7-8B7A-9848BB0A1C32}" type="slidenum">
              <a:rPr lang="en-US" sz="1000" b="1" dirty="0" smtClean="0">
                <a:latin typeface="Segoe UI Light"/>
                <a:cs typeface="Segoe UI Light"/>
              </a:rPr>
              <a:t>22</a:t>
            </a:fld>
            <a:endParaRPr lang="en-US" sz="1000" b="1">
              <a:latin typeface="Segoe UI Light"/>
              <a:cs typeface="Segoe UI Light"/>
            </a:endParaRPr>
          </a:p>
        </p:txBody>
      </p:sp>
      <p:sp>
        <p:nvSpPr>
          <p:cNvPr id="8" name="Title 2">
            <a:extLst>
              <a:ext uri="{FF2B5EF4-FFF2-40B4-BE49-F238E27FC236}">
                <a16:creationId xmlns:a16="http://schemas.microsoft.com/office/drawing/2014/main" id="{B908EC1E-5A39-3CBB-B02F-439A67C5FE08}"/>
              </a:ext>
            </a:extLst>
          </p:cNvPr>
          <p:cNvSpPr txBox="1">
            <a:spLocks/>
          </p:cNvSpPr>
          <p:nvPr/>
        </p:nvSpPr>
        <p:spPr>
          <a:xfrm>
            <a:off x="300038" y="328349"/>
            <a:ext cx="9065635" cy="40636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AU" sz="3200">
                <a:latin typeface="Segoe UI Light"/>
                <a:cs typeface="Calibri"/>
              </a:rPr>
              <a:t>Trading and Transaction Multiples</a:t>
            </a:r>
          </a:p>
        </p:txBody>
      </p:sp>
      <p:cxnSp>
        <p:nvCxnSpPr>
          <p:cNvPr id="14" name="Straight Arrow Connector 13">
            <a:extLst>
              <a:ext uri="{FF2B5EF4-FFF2-40B4-BE49-F238E27FC236}">
                <a16:creationId xmlns:a16="http://schemas.microsoft.com/office/drawing/2014/main" id="{43759147-50F0-8A1C-2335-2A294ABDC717}"/>
              </a:ext>
            </a:extLst>
          </p:cNvPr>
          <p:cNvCxnSpPr/>
          <p:nvPr/>
        </p:nvCxnSpPr>
        <p:spPr>
          <a:xfrm flipV="1">
            <a:off x="385619" y="763156"/>
            <a:ext cx="11178308" cy="43872"/>
          </a:xfrm>
          <a:prstGeom prst="straightConnector1">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D1FF0424-7EEC-BC55-F6E0-DD99F3F79E50}"/>
              </a:ext>
            </a:extLst>
          </p:cNvPr>
          <p:cNvSpPr txBox="1"/>
          <p:nvPr/>
        </p:nvSpPr>
        <p:spPr>
          <a:xfrm>
            <a:off x="307355" y="837382"/>
            <a:ext cx="10852727"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err="1">
                <a:solidFill>
                  <a:srgbClr val="FF0000"/>
                </a:solidFill>
                <a:latin typeface="Segoe UI Semilight"/>
                <a:cs typeface="Segoe UI Light"/>
              </a:rPr>
              <a:t>Summarised</a:t>
            </a:r>
            <a:r>
              <a:rPr lang="en-US">
                <a:solidFill>
                  <a:srgbClr val="FF0000"/>
                </a:solidFill>
                <a:latin typeface="Segoe UI Semilight"/>
                <a:cs typeface="Segoe UI Light"/>
              </a:rPr>
              <a:t> Below are Precedent Transaction Multiples and a FY21 Forward EBITDA Multiple Summary for Comparable Companies</a:t>
            </a:r>
          </a:p>
        </p:txBody>
      </p:sp>
      <p:pic>
        <p:nvPicPr>
          <p:cNvPr id="15" name="Picture 16" descr="Chart, waterfall chart&#10;&#10;Description automatically generated">
            <a:extLst>
              <a:ext uri="{FF2B5EF4-FFF2-40B4-BE49-F238E27FC236}">
                <a16:creationId xmlns:a16="http://schemas.microsoft.com/office/drawing/2014/main" id="{1E95FE24-BB44-FB32-B5F1-30DA3E068FCC}"/>
              </a:ext>
            </a:extLst>
          </p:cNvPr>
          <p:cNvPicPr>
            <a:picLocks noChangeAspect="1"/>
          </p:cNvPicPr>
          <p:nvPr/>
        </p:nvPicPr>
        <p:blipFill rotWithShape="1">
          <a:blip r:embed="rId3"/>
          <a:srcRect l="662" t="2596" r="607" b="3005"/>
          <a:stretch/>
        </p:blipFill>
        <p:spPr>
          <a:xfrm>
            <a:off x="810492" y="1903411"/>
            <a:ext cx="10328562" cy="1997480"/>
          </a:xfrm>
          <a:prstGeom prst="rect">
            <a:avLst/>
          </a:prstGeom>
        </p:spPr>
      </p:pic>
      <p:sp>
        <p:nvSpPr>
          <p:cNvPr id="19" name="TextBox 18">
            <a:extLst>
              <a:ext uri="{FF2B5EF4-FFF2-40B4-BE49-F238E27FC236}">
                <a16:creationId xmlns:a16="http://schemas.microsoft.com/office/drawing/2014/main" id="{6C9E0132-E071-4972-E0A2-E8467135C779}"/>
              </a:ext>
            </a:extLst>
          </p:cNvPr>
          <p:cNvSpPr txBox="1"/>
          <p:nvPr/>
        </p:nvSpPr>
        <p:spPr>
          <a:xfrm>
            <a:off x="309981" y="1625228"/>
            <a:ext cx="6299198"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b="1">
                <a:latin typeface="Segoe UI"/>
                <a:cs typeface="Segoe UI"/>
              </a:rPr>
              <a:t>Precedent Transaction - EV/EBITDA Multiple</a:t>
            </a:r>
          </a:p>
        </p:txBody>
      </p:sp>
      <p:sp>
        <p:nvSpPr>
          <p:cNvPr id="20" name="TextBox 19">
            <a:extLst>
              <a:ext uri="{FF2B5EF4-FFF2-40B4-BE49-F238E27FC236}">
                <a16:creationId xmlns:a16="http://schemas.microsoft.com/office/drawing/2014/main" id="{EEF777F5-F6BE-141B-0EB9-597CB24C8A58}"/>
              </a:ext>
            </a:extLst>
          </p:cNvPr>
          <p:cNvSpPr txBox="1"/>
          <p:nvPr/>
        </p:nvSpPr>
        <p:spPr>
          <a:xfrm>
            <a:off x="385025" y="4228728"/>
            <a:ext cx="6299198"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b="1">
                <a:latin typeface="Segoe UI"/>
                <a:cs typeface="Segoe UI"/>
              </a:rPr>
              <a:t>FY22 Forward EV/EBITDA Multiple</a:t>
            </a:r>
          </a:p>
        </p:txBody>
      </p:sp>
      <p:cxnSp>
        <p:nvCxnSpPr>
          <p:cNvPr id="2" name="Straight Arrow Connector 1">
            <a:extLst>
              <a:ext uri="{FF2B5EF4-FFF2-40B4-BE49-F238E27FC236}">
                <a16:creationId xmlns:a16="http://schemas.microsoft.com/office/drawing/2014/main" id="{5D1E18A6-F96D-560C-283A-117E2B61FA8F}"/>
              </a:ext>
            </a:extLst>
          </p:cNvPr>
          <p:cNvCxnSpPr>
            <a:cxnSpLocks/>
          </p:cNvCxnSpPr>
          <p:nvPr/>
        </p:nvCxnSpPr>
        <p:spPr>
          <a:xfrm flipH="1">
            <a:off x="1194012" y="2524225"/>
            <a:ext cx="9561522" cy="0"/>
          </a:xfrm>
          <a:prstGeom prst="straightConnector1">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10503C1A-E368-945C-0455-32AFCDE3AE13}"/>
              </a:ext>
            </a:extLst>
          </p:cNvPr>
          <p:cNvSpPr txBox="1"/>
          <p:nvPr/>
        </p:nvSpPr>
        <p:spPr>
          <a:xfrm>
            <a:off x="9807941" y="1947394"/>
            <a:ext cx="6299198"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b="1">
                <a:cs typeface="Segoe UI"/>
              </a:rPr>
              <a:t>Median – 13.6 </a:t>
            </a:r>
          </a:p>
        </p:txBody>
      </p:sp>
      <p:sp>
        <p:nvSpPr>
          <p:cNvPr id="18" name="TextBox 17">
            <a:extLst>
              <a:ext uri="{FF2B5EF4-FFF2-40B4-BE49-F238E27FC236}">
                <a16:creationId xmlns:a16="http://schemas.microsoft.com/office/drawing/2014/main" id="{1233E945-E64E-70EC-3966-59E285F040AB}"/>
              </a:ext>
            </a:extLst>
          </p:cNvPr>
          <p:cNvSpPr txBox="1"/>
          <p:nvPr/>
        </p:nvSpPr>
        <p:spPr>
          <a:xfrm>
            <a:off x="9844866" y="4742183"/>
            <a:ext cx="1487947"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b="1">
                <a:cs typeface="Segoe UI"/>
              </a:rPr>
              <a:t>Median – 8.1</a:t>
            </a:r>
          </a:p>
        </p:txBody>
      </p:sp>
      <p:cxnSp>
        <p:nvCxnSpPr>
          <p:cNvPr id="22" name="Straight Arrow Connector 21">
            <a:extLst>
              <a:ext uri="{FF2B5EF4-FFF2-40B4-BE49-F238E27FC236}">
                <a16:creationId xmlns:a16="http://schemas.microsoft.com/office/drawing/2014/main" id="{2DFA8E6F-3821-5506-56F2-8E984D5F80FB}"/>
              </a:ext>
            </a:extLst>
          </p:cNvPr>
          <p:cNvCxnSpPr>
            <a:cxnSpLocks/>
          </p:cNvCxnSpPr>
          <p:nvPr/>
        </p:nvCxnSpPr>
        <p:spPr>
          <a:xfrm flipH="1">
            <a:off x="810492" y="5444209"/>
            <a:ext cx="10503684" cy="0"/>
          </a:xfrm>
          <a:prstGeom prst="straightConnector1">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pic>
        <p:nvPicPr>
          <p:cNvPr id="4" name="Picture 4" descr="A picture containing text, clipart&#10;&#10;Description automatically generated">
            <a:extLst>
              <a:ext uri="{FF2B5EF4-FFF2-40B4-BE49-F238E27FC236}">
                <a16:creationId xmlns:a16="http://schemas.microsoft.com/office/drawing/2014/main" id="{3BA577EE-54DD-9B4D-6F63-487A0DE08419}"/>
              </a:ext>
            </a:extLst>
          </p:cNvPr>
          <p:cNvPicPr>
            <a:picLocks noChangeAspect="1"/>
          </p:cNvPicPr>
          <p:nvPr/>
        </p:nvPicPr>
        <p:blipFill>
          <a:blip r:embed="rId4"/>
          <a:stretch>
            <a:fillRect/>
          </a:stretch>
        </p:blipFill>
        <p:spPr>
          <a:xfrm>
            <a:off x="210353" y="6317975"/>
            <a:ext cx="906857" cy="370354"/>
          </a:xfrm>
          <a:prstGeom prst="rect">
            <a:avLst/>
          </a:prstGeom>
        </p:spPr>
      </p:pic>
    </p:spTree>
    <p:extLst>
      <p:ext uri="{BB962C8B-B14F-4D97-AF65-F5344CB8AC3E}">
        <p14:creationId xmlns:p14="http://schemas.microsoft.com/office/powerpoint/2010/main" val="2175660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F61FC415-B18A-741A-270E-F3B411A840E2}"/>
              </a:ext>
            </a:extLst>
          </p:cNvPr>
          <p:cNvSpPr txBox="1"/>
          <p:nvPr/>
        </p:nvSpPr>
        <p:spPr>
          <a:xfrm>
            <a:off x="301221" y="1739090"/>
            <a:ext cx="3741056" cy="227389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171450" indent="-171450">
              <a:lnSpc>
                <a:spcPct val="150000"/>
              </a:lnSpc>
              <a:buFont typeface="Arial"/>
              <a:buChar char="•"/>
            </a:pPr>
            <a:r>
              <a:rPr lang="en-US" sz="1200" dirty="0">
                <a:latin typeface="Segoe UI"/>
                <a:cs typeface="Segoe UI"/>
              </a:rPr>
              <a:t>Illustrative acquisition of Virtus for </a:t>
            </a:r>
            <a:r>
              <a:rPr lang="en-US" sz="1200" b="1">
                <a:latin typeface="Segoe UI"/>
                <a:cs typeface="Segoe UI"/>
              </a:rPr>
              <a:t>A$8.04</a:t>
            </a:r>
            <a:endParaRPr lang="en-US" b="1"/>
          </a:p>
          <a:p>
            <a:pPr marL="171450" indent="-171450">
              <a:lnSpc>
                <a:spcPct val="150000"/>
              </a:lnSpc>
              <a:buFont typeface="Arial"/>
              <a:buChar char="•"/>
            </a:pPr>
            <a:r>
              <a:rPr lang="en-US" sz="1200" dirty="0">
                <a:latin typeface="Segoe UI"/>
                <a:cs typeface="Segoe UI"/>
              </a:rPr>
              <a:t>Illustrative transaction and financing assumptions:</a:t>
            </a:r>
          </a:p>
          <a:p>
            <a:pPr marL="628650" lvl="1" indent="-171450">
              <a:lnSpc>
                <a:spcPct val="150000"/>
              </a:lnSpc>
              <a:buFont typeface="Arial"/>
              <a:buChar char="•"/>
            </a:pPr>
            <a:r>
              <a:rPr lang="en-US" sz="1200" dirty="0">
                <a:latin typeface="Segoe UI"/>
                <a:cs typeface="Segoe UI"/>
              </a:rPr>
              <a:t>Assumes transaction date of June 2022</a:t>
            </a:r>
          </a:p>
          <a:p>
            <a:pPr marL="628650" lvl="1" indent="-171450">
              <a:lnSpc>
                <a:spcPct val="150000"/>
              </a:lnSpc>
              <a:buFont typeface="Arial"/>
              <a:buChar char="•"/>
            </a:pPr>
            <a:r>
              <a:rPr lang="en-US" sz="1200" dirty="0">
                <a:latin typeface="Segoe UI"/>
                <a:cs typeface="Segoe UI"/>
              </a:rPr>
              <a:t>Indicative leverage of </a:t>
            </a:r>
            <a:r>
              <a:rPr lang="en-US" sz="1200" b="1">
                <a:latin typeface="Segoe UI"/>
                <a:cs typeface="Segoe UI"/>
              </a:rPr>
              <a:t>4.0x</a:t>
            </a:r>
            <a:r>
              <a:rPr lang="en-US" sz="1200" dirty="0">
                <a:latin typeface="Segoe UI"/>
                <a:cs typeface="Segoe UI"/>
              </a:rPr>
              <a:t> </a:t>
            </a:r>
            <a:r>
              <a:rPr lang="en-US" sz="1200">
                <a:latin typeface="Segoe UI"/>
                <a:cs typeface="Segoe UI"/>
              </a:rPr>
              <a:t>FY22</a:t>
            </a:r>
            <a:r>
              <a:rPr lang="en-US" sz="1200" dirty="0">
                <a:latin typeface="Segoe UI"/>
                <a:cs typeface="Segoe UI"/>
              </a:rPr>
              <a:t> EBITDA at a cost of </a:t>
            </a:r>
            <a:r>
              <a:rPr lang="en-US" sz="1200">
                <a:latin typeface="Segoe UI"/>
                <a:cs typeface="Segoe UI"/>
              </a:rPr>
              <a:t>rf rate at Mar-22 + 600bps</a:t>
            </a:r>
            <a:r>
              <a:rPr lang="en-US" sz="1200" dirty="0">
                <a:latin typeface="Segoe UI"/>
                <a:cs typeface="Segoe UI"/>
              </a:rPr>
              <a:t> all in</a:t>
            </a:r>
          </a:p>
          <a:p>
            <a:pPr marL="628650" lvl="1" indent="-171450">
              <a:lnSpc>
                <a:spcPct val="150000"/>
              </a:lnSpc>
              <a:buFont typeface="Arial"/>
              <a:buChar char="•"/>
            </a:pPr>
            <a:r>
              <a:rPr lang="en-US" sz="1200" dirty="0">
                <a:latin typeface="Segoe UI"/>
                <a:cs typeface="Segoe UI"/>
              </a:rPr>
              <a:t>Hold period of 5 years</a:t>
            </a:r>
          </a:p>
          <a:p>
            <a:pPr marL="628650" lvl="1" indent="-171450">
              <a:lnSpc>
                <a:spcPct val="150000"/>
              </a:lnSpc>
              <a:buFont typeface="Arial"/>
              <a:buChar char="•"/>
            </a:pPr>
            <a:r>
              <a:rPr lang="en-US" sz="1200" dirty="0">
                <a:latin typeface="Segoe UI"/>
                <a:cs typeface="Segoe UI"/>
              </a:rPr>
              <a:t>Entry multiple of </a:t>
            </a:r>
            <a:r>
              <a:rPr lang="en-US" sz="1200" b="1">
                <a:latin typeface="Segoe UI"/>
                <a:cs typeface="Segoe UI"/>
              </a:rPr>
              <a:t>8.1x </a:t>
            </a:r>
            <a:r>
              <a:rPr lang="en-US" sz="1200" dirty="0">
                <a:latin typeface="Segoe UI"/>
                <a:cs typeface="Segoe UI"/>
              </a:rPr>
              <a:t>LTM EBITDA</a:t>
            </a:r>
          </a:p>
          <a:p>
            <a:pPr marL="628650" lvl="1" indent="-171450">
              <a:lnSpc>
                <a:spcPct val="150000"/>
              </a:lnSpc>
              <a:buFont typeface="Arial"/>
              <a:buChar char="•"/>
            </a:pPr>
            <a:r>
              <a:rPr lang="en-US" sz="1200" dirty="0">
                <a:latin typeface="Segoe UI"/>
                <a:cs typeface="Segoe UI"/>
              </a:rPr>
              <a:t>Exit multiple of </a:t>
            </a:r>
            <a:r>
              <a:rPr lang="en-US" sz="1200" b="1">
                <a:latin typeface="Segoe UI"/>
                <a:cs typeface="Segoe UI"/>
              </a:rPr>
              <a:t>10x </a:t>
            </a:r>
            <a:r>
              <a:rPr lang="en-US" sz="1200" dirty="0">
                <a:latin typeface="Segoe UI"/>
                <a:cs typeface="Segoe UI"/>
              </a:rPr>
              <a:t>LTM EBITDA</a:t>
            </a:r>
          </a:p>
        </p:txBody>
      </p:sp>
      <p:sp>
        <p:nvSpPr>
          <p:cNvPr id="10" name="TextBox 9">
            <a:extLst>
              <a:ext uri="{FF2B5EF4-FFF2-40B4-BE49-F238E27FC236}">
                <a16:creationId xmlns:a16="http://schemas.microsoft.com/office/drawing/2014/main" id="{1F93AE4B-1AD3-DF49-A82D-15D970233F59}"/>
              </a:ext>
            </a:extLst>
          </p:cNvPr>
          <p:cNvSpPr txBox="1"/>
          <p:nvPr/>
        </p:nvSpPr>
        <p:spPr>
          <a:xfrm>
            <a:off x="1618156" y="6283641"/>
            <a:ext cx="2089727" cy="246221"/>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a:solidFill>
                  <a:schemeClr val="tx1">
                    <a:lumMod val="65000"/>
                    <a:lumOff val="35000"/>
                  </a:schemeClr>
                </a:solidFill>
                <a:latin typeface="Segoe UI Light"/>
                <a:cs typeface="Calibri"/>
              </a:rPr>
              <a:t>Source: Company Filings. </a:t>
            </a:r>
            <a:endParaRPr lang="en-US" sz="1000">
              <a:solidFill>
                <a:schemeClr val="tx1">
                  <a:lumMod val="65000"/>
                  <a:lumOff val="35000"/>
                </a:schemeClr>
              </a:solidFill>
              <a:latin typeface="Segoe UI Light"/>
            </a:endParaRPr>
          </a:p>
        </p:txBody>
      </p:sp>
      <p:sp>
        <p:nvSpPr>
          <p:cNvPr id="11" name="TextBox 10">
            <a:extLst>
              <a:ext uri="{FF2B5EF4-FFF2-40B4-BE49-F238E27FC236}">
                <a16:creationId xmlns:a16="http://schemas.microsoft.com/office/drawing/2014/main" id="{349C726F-08F9-3D0B-DA8D-F7DF6BF706F6}"/>
              </a:ext>
            </a:extLst>
          </p:cNvPr>
          <p:cNvSpPr txBox="1"/>
          <p:nvPr/>
        </p:nvSpPr>
        <p:spPr>
          <a:xfrm>
            <a:off x="8425996" y="6345909"/>
            <a:ext cx="3539745" cy="246221"/>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a:solidFill>
                  <a:schemeClr val="tx1">
                    <a:lumMod val="65000"/>
                    <a:lumOff val="35000"/>
                  </a:schemeClr>
                </a:solidFill>
                <a:latin typeface="Segoe UI Light"/>
                <a:cs typeface="Calibri"/>
              </a:rPr>
              <a:t>For use in the 2023 UBS IB Development Challenge only</a:t>
            </a:r>
          </a:p>
        </p:txBody>
      </p:sp>
      <p:sp>
        <p:nvSpPr>
          <p:cNvPr id="12" name="Slide Number Placeholder 11">
            <a:extLst>
              <a:ext uri="{FF2B5EF4-FFF2-40B4-BE49-F238E27FC236}">
                <a16:creationId xmlns:a16="http://schemas.microsoft.com/office/drawing/2014/main" id="{5D987FC4-D467-32CB-C941-EFCFA69E6111}"/>
              </a:ext>
            </a:extLst>
          </p:cNvPr>
          <p:cNvSpPr>
            <a:spLocks noGrp="1"/>
          </p:cNvSpPr>
          <p:nvPr>
            <p:ph type="sldNum" sz="quarter" idx="12"/>
          </p:nvPr>
        </p:nvSpPr>
        <p:spPr>
          <a:xfrm>
            <a:off x="9217240" y="6282370"/>
            <a:ext cx="2743200" cy="365125"/>
          </a:xfrm>
        </p:spPr>
        <p:txBody>
          <a:bodyPr/>
          <a:lstStyle/>
          <a:p>
            <a:fld id="{330EA680-D336-4FF7-8B7A-9848BB0A1C32}" type="slidenum">
              <a:rPr lang="en-US" sz="1000" b="1" dirty="0" smtClean="0">
                <a:latin typeface="Segoe UI Light"/>
                <a:cs typeface="Segoe UI Light"/>
              </a:rPr>
              <a:t>23</a:t>
            </a:fld>
            <a:endParaRPr lang="en-US" sz="1000" b="1">
              <a:latin typeface="Segoe UI Light"/>
              <a:cs typeface="Segoe UI Light"/>
            </a:endParaRPr>
          </a:p>
        </p:txBody>
      </p:sp>
      <p:sp>
        <p:nvSpPr>
          <p:cNvPr id="8" name="Title 2">
            <a:extLst>
              <a:ext uri="{FF2B5EF4-FFF2-40B4-BE49-F238E27FC236}">
                <a16:creationId xmlns:a16="http://schemas.microsoft.com/office/drawing/2014/main" id="{B908EC1E-5A39-3CBB-B02F-439A67C5FE08}"/>
              </a:ext>
            </a:extLst>
          </p:cNvPr>
          <p:cNvSpPr txBox="1">
            <a:spLocks/>
          </p:cNvSpPr>
          <p:nvPr/>
        </p:nvSpPr>
        <p:spPr>
          <a:xfrm>
            <a:off x="300038" y="328349"/>
            <a:ext cx="9065635" cy="40636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AU" sz="3200">
                <a:latin typeface="Segoe UI Light"/>
                <a:cs typeface="Calibri"/>
              </a:rPr>
              <a:t>LBO Analysis – BGH's Capacity to Pay</a:t>
            </a:r>
            <a:endParaRPr lang="en-US"/>
          </a:p>
        </p:txBody>
      </p:sp>
      <p:cxnSp>
        <p:nvCxnSpPr>
          <p:cNvPr id="14" name="Straight Arrow Connector 13">
            <a:extLst>
              <a:ext uri="{FF2B5EF4-FFF2-40B4-BE49-F238E27FC236}">
                <a16:creationId xmlns:a16="http://schemas.microsoft.com/office/drawing/2014/main" id="{43759147-50F0-8A1C-2335-2A294ABDC717}"/>
              </a:ext>
            </a:extLst>
          </p:cNvPr>
          <p:cNvCxnSpPr/>
          <p:nvPr/>
        </p:nvCxnSpPr>
        <p:spPr>
          <a:xfrm flipV="1">
            <a:off x="385619" y="763156"/>
            <a:ext cx="11178308" cy="43872"/>
          </a:xfrm>
          <a:prstGeom prst="straightConnector1">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D1FF0424-7EEC-BC55-F6E0-DD99F3F79E50}"/>
              </a:ext>
            </a:extLst>
          </p:cNvPr>
          <p:cNvSpPr txBox="1"/>
          <p:nvPr/>
        </p:nvSpPr>
        <p:spPr>
          <a:xfrm>
            <a:off x="307355" y="837382"/>
            <a:ext cx="10852727"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rgbClr val="FF0000"/>
                </a:solidFill>
                <a:latin typeface="Segoe UI Semilight"/>
                <a:cs typeface="Segoe UI Light"/>
              </a:rPr>
              <a:t>LBO analysis suggests a PE fund such as BGH could pay between </a:t>
            </a:r>
            <a:r>
              <a:rPr lang="en-US">
                <a:solidFill>
                  <a:srgbClr val="FF0000"/>
                </a:solidFill>
                <a:latin typeface="Segoe UI Semilight"/>
                <a:cs typeface="Segoe UI Light"/>
              </a:rPr>
              <a:t>A$8.08</a:t>
            </a:r>
            <a:r>
              <a:rPr lang="en-US" dirty="0">
                <a:solidFill>
                  <a:srgbClr val="FF0000"/>
                </a:solidFill>
                <a:latin typeface="Segoe UI Semilight"/>
                <a:cs typeface="Segoe UI Light"/>
              </a:rPr>
              <a:t> and </a:t>
            </a:r>
            <a:r>
              <a:rPr lang="en-US">
                <a:solidFill>
                  <a:srgbClr val="FF0000"/>
                </a:solidFill>
                <a:latin typeface="Segoe UI Semilight"/>
                <a:cs typeface="Segoe UI Light"/>
              </a:rPr>
              <a:t>A$9.83</a:t>
            </a:r>
            <a:r>
              <a:rPr lang="en-US" dirty="0">
                <a:solidFill>
                  <a:srgbClr val="FF0000"/>
                </a:solidFill>
                <a:latin typeface="Segoe UI Semilight"/>
                <a:cs typeface="Segoe UI Light"/>
              </a:rPr>
              <a:t> </a:t>
            </a:r>
            <a:r>
              <a:rPr lang="en-US">
                <a:solidFill>
                  <a:srgbClr val="FF0000"/>
                </a:solidFill>
                <a:latin typeface="Segoe UI Semilight"/>
                <a:cs typeface="Segoe UI Light"/>
              </a:rPr>
              <a:t>reflecting 16.2-26.3</a:t>
            </a:r>
            <a:r>
              <a:rPr lang="en-US" dirty="0">
                <a:solidFill>
                  <a:srgbClr val="FF0000"/>
                </a:solidFill>
                <a:latin typeface="Segoe UI Semilight"/>
                <a:cs typeface="Segoe UI Light"/>
              </a:rPr>
              <a:t>% IRR showing a greater capacity to pay beyond the current proposals</a:t>
            </a:r>
          </a:p>
        </p:txBody>
      </p:sp>
      <p:sp>
        <p:nvSpPr>
          <p:cNvPr id="19" name="TextBox 18">
            <a:extLst>
              <a:ext uri="{FF2B5EF4-FFF2-40B4-BE49-F238E27FC236}">
                <a16:creationId xmlns:a16="http://schemas.microsoft.com/office/drawing/2014/main" id="{6C9E0132-E071-4972-E0A2-E8467135C779}"/>
              </a:ext>
            </a:extLst>
          </p:cNvPr>
          <p:cNvSpPr txBox="1"/>
          <p:nvPr/>
        </p:nvSpPr>
        <p:spPr>
          <a:xfrm>
            <a:off x="309981" y="1555159"/>
            <a:ext cx="3741056"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b="1">
                <a:latin typeface="Segoe UI"/>
                <a:cs typeface="Segoe UI"/>
              </a:rPr>
              <a:t>Assumptions</a:t>
            </a:r>
          </a:p>
        </p:txBody>
      </p:sp>
      <p:sp>
        <p:nvSpPr>
          <p:cNvPr id="20" name="TextBox 19">
            <a:extLst>
              <a:ext uri="{FF2B5EF4-FFF2-40B4-BE49-F238E27FC236}">
                <a16:creationId xmlns:a16="http://schemas.microsoft.com/office/drawing/2014/main" id="{EEF777F5-F6BE-141B-0EB9-597CB24C8A58}"/>
              </a:ext>
            </a:extLst>
          </p:cNvPr>
          <p:cNvSpPr txBox="1"/>
          <p:nvPr/>
        </p:nvSpPr>
        <p:spPr>
          <a:xfrm>
            <a:off x="314956" y="4141142"/>
            <a:ext cx="3664856"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b="1">
                <a:latin typeface="Segoe UI"/>
                <a:cs typeface="Segoe UI"/>
              </a:rPr>
              <a:t>Exit Multiple Sensitivity</a:t>
            </a:r>
          </a:p>
        </p:txBody>
      </p:sp>
      <p:sp>
        <p:nvSpPr>
          <p:cNvPr id="3" name="Rectangle 2">
            <a:extLst>
              <a:ext uri="{FF2B5EF4-FFF2-40B4-BE49-F238E27FC236}">
                <a16:creationId xmlns:a16="http://schemas.microsoft.com/office/drawing/2014/main" id="{F487B56E-8B1E-756F-0E48-DC3488B07DFB}"/>
              </a:ext>
            </a:extLst>
          </p:cNvPr>
          <p:cNvSpPr/>
          <p:nvPr/>
        </p:nvSpPr>
        <p:spPr>
          <a:xfrm>
            <a:off x="-1881499" y="-28080"/>
            <a:ext cx="1744870" cy="706782"/>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a:cs typeface="Calibri"/>
            </a:endParaRPr>
          </a:p>
        </p:txBody>
      </p:sp>
      <p:sp>
        <p:nvSpPr>
          <p:cNvPr id="2" name="TextBox 1">
            <a:extLst>
              <a:ext uri="{FF2B5EF4-FFF2-40B4-BE49-F238E27FC236}">
                <a16:creationId xmlns:a16="http://schemas.microsoft.com/office/drawing/2014/main" id="{C33ED969-CC58-CA1B-360D-E9BBB73E0FE3}"/>
              </a:ext>
            </a:extLst>
          </p:cNvPr>
          <p:cNvSpPr txBox="1"/>
          <p:nvPr/>
        </p:nvSpPr>
        <p:spPr>
          <a:xfrm>
            <a:off x="7177710" y="1572613"/>
            <a:ext cx="3664856"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b="1">
                <a:latin typeface="Segoe UI"/>
                <a:cs typeface="Segoe UI"/>
              </a:rPr>
              <a:t>Sources &amp; Uses (</a:t>
            </a:r>
            <a:r>
              <a:rPr lang="en-US" sz="1200" b="1" err="1">
                <a:latin typeface="Segoe UI"/>
                <a:cs typeface="Segoe UI"/>
              </a:rPr>
              <a:t>A$m</a:t>
            </a:r>
            <a:r>
              <a:rPr lang="en-US" sz="1200" b="1">
                <a:latin typeface="Segoe UI"/>
                <a:cs typeface="Segoe UI"/>
              </a:rPr>
              <a:t>)</a:t>
            </a:r>
          </a:p>
        </p:txBody>
      </p:sp>
      <p:sp>
        <p:nvSpPr>
          <p:cNvPr id="6" name="Rectangle 5">
            <a:extLst>
              <a:ext uri="{FF2B5EF4-FFF2-40B4-BE49-F238E27FC236}">
                <a16:creationId xmlns:a16="http://schemas.microsoft.com/office/drawing/2014/main" id="{16925557-7ABE-163B-3895-15C9C6B5C446}"/>
              </a:ext>
            </a:extLst>
          </p:cNvPr>
          <p:cNvSpPr/>
          <p:nvPr/>
        </p:nvSpPr>
        <p:spPr>
          <a:xfrm>
            <a:off x="-3581546" y="1135941"/>
            <a:ext cx="3347696" cy="2270195"/>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t"/>
          <a:lstStyle/>
          <a:p>
            <a:r>
              <a:rPr lang="en-US" sz="1800">
                <a:solidFill>
                  <a:srgbClr val="FFFFFF"/>
                </a:solidFill>
                <a:latin typeface="Calibri"/>
              </a:rPr>
              <a:t>Adrian​</a:t>
            </a:r>
            <a:endParaRPr lang="en-US"/>
          </a:p>
          <a:p>
            <a:r>
              <a:rPr lang="en-US" sz="1800">
                <a:solidFill>
                  <a:srgbClr val="FFFFFF"/>
                </a:solidFill>
                <a:latin typeface="Calibri"/>
              </a:rPr>
              <a:t>interest rate assumption - rf rate at mar-22 + 600bps ​</a:t>
            </a:r>
            <a:endParaRPr lang="en-US" sz="1800">
              <a:solidFill>
                <a:srgbClr val="FFFFFF"/>
              </a:solidFill>
              <a:latin typeface="Calibri"/>
              <a:cs typeface="Calibri"/>
            </a:endParaRPr>
          </a:p>
          <a:p>
            <a:r>
              <a:rPr lang="en-US" sz="1800">
                <a:solidFill>
                  <a:srgbClr val="FFFFFF"/>
                </a:solidFill>
                <a:latin typeface="Calibri"/>
              </a:rPr>
              <a:t>equity cheque of ~$93m at low end of BGH mandate​</a:t>
            </a:r>
            <a:endParaRPr lang="en-US" sz="1800">
              <a:solidFill>
                <a:srgbClr val="FFFFFF"/>
              </a:solidFill>
              <a:latin typeface="Calibri"/>
              <a:cs typeface="Calibri"/>
            </a:endParaRPr>
          </a:p>
          <a:p>
            <a:r>
              <a:rPr lang="en-US" sz="1800">
                <a:solidFill>
                  <a:srgbClr val="FFFFFF"/>
                </a:solidFill>
                <a:latin typeface="Calibri"/>
              </a:rPr>
              <a:t>some reasoning on multiple accretion at exit ?​</a:t>
            </a:r>
            <a:endParaRPr lang="en-US" sz="1800">
              <a:solidFill>
                <a:srgbClr val="FFFFFF"/>
              </a:solidFill>
              <a:latin typeface="Calibri"/>
              <a:cs typeface="Calibri"/>
            </a:endParaRPr>
          </a:p>
          <a:p>
            <a:r>
              <a:rPr lang="en-US" sz="1800">
                <a:solidFill>
                  <a:srgbClr val="FFFFFF"/>
                </a:solidFill>
                <a:latin typeface="Calibri"/>
              </a:rPr>
              <a:t>​</a:t>
            </a:r>
            <a:endParaRPr lang="en-US">
              <a:cs typeface="Calibri"/>
            </a:endParaRPr>
          </a:p>
        </p:txBody>
      </p:sp>
      <p:pic>
        <p:nvPicPr>
          <p:cNvPr id="7" name="Picture 12" descr="Table&#10;&#10;Description automatically generated">
            <a:extLst>
              <a:ext uri="{FF2B5EF4-FFF2-40B4-BE49-F238E27FC236}">
                <a16:creationId xmlns:a16="http://schemas.microsoft.com/office/drawing/2014/main" id="{50ACC56A-35BF-FC20-1803-778AA7D0E4B0}"/>
              </a:ext>
            </a:extLst>
          </p:cNvPr>
          <p:cNvPicPr>
            <a:picLocks noChangeAspect="1"/>
          </p:cNvPicPr>
          <p:nvPr/>
        </p:nvPicPr>
        <p:blipFill>
          <a:blip r:embed="rId3"/>
          <a:stretch>
            <a:fillRect/>
          </a:stretch>
        </p:blipFill>
        <p:spPr>
          <a:xfrm>
            <a:off x="-2890910" y="6947407"/>
            <a:ext cx="8016239" cy="5104779"/>
          </a:xfrm>
          <a:prstGeom prst="rect">
            <a:avLst/>
          </a:prstGeom>
        </p:spPr>
      </p:pic>
      <p:pic>
        <p:nvPicPr>
          <p:cNvPr id="17" name="Picture 4" descr="A picture containing text, clipart&#10;&#10;Description automatically generated">
            <a:extLst>
              <a:ext uri="{FF2B5EF4-FFF2-40B4-BE49-F238E27FC236}">
                <a16:creationId xmlns:a16="http://schemas.microsoft.com/office/drawing/2014/main" id="{78328339-0B29-1971-8D70-0F93FEE9C389}"/>
              </a:ext>
            </a:extLst>
          </p:cNvPr>
          <p:cNvPicPr>
            <a:picLocks noChangeAspect="1"/>
          </p:cNvPicPr>
          <p:nvPr/>
        </p:nvPicPr>
        <p:blipFill>
          <a:blip r:embed="rId4"/>
          <a:stretch>
            <a:fillRect/>
          </a:stretch>
        </p:blipFill>
        <p:spPr>
          <a:xfrm>
            <a:off x="210353" y="6317975"/>
            <a:ext cx="906857" cy="370354"/>
          </a:xfrm>
          <a:prstGeom prst="rect">
            <a:avLst/>
          </a:prstGeom>
        </p:spPr>
      </p:pic>
      <p:graphicFrame>
        <p:nvGraphicFramePr>
          <p:cNvPr id="15" name="Table 14">
            <a:extLst>
              <a:ext uri="{FF2B5EF4-FFF2-40B4-BE49-F238E27FC236}">
                <a16:creationId xmlns:a16="http://schemas.microsoft.com/office/drawing/2014/main" id="{A3126A4F-6034-FCB9-A5B0-A5E997ECA493}"/>
              </a:ext>
            </a:extLst>
          </p:cNvPr>
          <p:cNvGraphicFramePr>
            <a:graphicFrameLocks noGrp="1"/>
          </p:cNvGraphicFramePr>
          <p:nvPr>
            <p:extLst>
              <p:ext uri="{D42A27DB-BD31-4B8C-83A1-F6EECF244321}">
                <p14:modId xmlns:p14="http://schemas.microsoft.com/office/powerpoint/2010/main" val="1749749058"/>
              </p:ext>
            </p:extLst>
          </p:nvPr>
        </p:nvGraphicFramePr>
        <p:xfrm>
          <a:off x="198306" y="4418138"/>
          <a:ext cx="5207413" cy="1874520"/>
        </p:xfrm>
        <a:graphic>
          <a:graphicData uri="http://schemas.openxmlformats.org/drawingml/2006/table">
            <a:tbl>
              <a:tblPr/>
              <a:tblGrid>
                <a:gridCol w="615264">
                  <a:extLst>
                    <a:ext uri="{9D8B030D-6E8A-4147-A177-3AD203B41FA5}">
                      <a16:colId xmlns:a16="http://schemas.microsoft.com/office/drawing/2014/main" val="1254796878"/>
                    </a:ext>
                  </a:extLst>
                </a:gridCol>
                <a:gridCol w="635111">
                  <a:extLst>
                    <a:ext uri="{9D8B030D-6E8A-4147-A177-3AD203B41FA5}">
                      <a16:colId xmlns:a16="http://schemas.microsoft.com/office/drawing/2014/main" val="3611109137"/>
                    </a:ext>
                  </a:extLst>
                </a:gridCol>
                <a:gridCol w="632630">
                  <a:extLst>
                    <a:ext uri="{9D8B030D-6E8A-4147-A177-3AD203B41FA5}">
                      <a16:colId xmlns:a16="http://schemas.microsoft.com/office/drawing/2014/main" val="1844065043"/>
                    </a:ext>
                  </a:extLst>
                </a:gridCol>
                <a:gridCol w="632630">
                  <a:extLst>
                    <a:ext uri="{9D8B030D-6E8A-4147-A177-3AD203B41FA5}">
                      <a16:colId xmlns:a16="http://schemas.microsoft.com/office/drawing/2014/main" val="2781116116"/>
                    </a:ext>
                  </a:extLst>
                </a:gridCol>
                <a:gridCol w="632630">
                  <a:extLst>
                    <a:ext uri="{9D8B030D-6E8A-4147-A177-3AD203B41FA5}">
                      <a16:colId xmlns:a16="http://schemas.microsoft.com/office/drawing/2014/main" val="905799781"/>
                    </a:ext>
                  </a:extLst>
                </a:gridCol>
                <a:gridCol w="632630">
                  <a:extLst>
                    <a:ext uri="{9D8B030D-6E8A-4147-A177-3AD203B41FA5}">
                      <a16:colId xmlns:a16="http://schemas.microsoft.com/office/drawing/2014/main" val="1338916118"/>
                    </a:ext>
                  </a:extLst>
                </a:gridCol>
                <a:gridCol w="632630">
                  <a:extLst>
                    <a:ext uri="{9D8B030D-6E8A-4147-A177-3AD203B41FA5}">
                      <a16:colId xmlns:a16="http://schemas.microsoft.com/office/drawing/2014/main" val="931180417"/>
                    </a:ext>
                  </a:extLst>
                </a:gridCol>
                <a:gridCol w="396944">
                  <a:extLst>
                    <a:ext uri="{9D8B030D-6E8A-4147-A177-3AD203B41FA5}">
                      <a16:colId xmlns:a16="http://schemas.microsoft.com/office/drawing/2014/main" val="2154663975"/>
                    </a:ext>
                  </a:extLst>
                </a:gridCol>
                <a:gridCol w="396944">
                  <a:extLst>
                    <a:ext uri="{9D8B030D-6E8A-4147-A177-3AD203B41FA5}">
                      <a16:colId xmlns:a16="http://schemas.microsoft.com/office/drawing/2014/main" val="3318092634"/>
                    </a:ext>
                  </a:extLst>
                </a:gridCol>
              </a:tblGrid>
              <a:tr h="207646">
                <a:tc>
                  <a:txBody>
                    <a:bodyPr/>
                    <a:lstStyle/>
                    <a:p>
                      <a:pPr algn="l" fontAlgn="b"/>
                      <a:endParaRPr lang="en-AU" sz="800" b="0" i="0" u="none" strike="noStrike">
                        <a:solidFill>
                          <a:srgbClr val="000000"/>
                        </a:solidFill>
                        <a:effectLst/>
                        <a:latin typeface="Calibri" panose="020F0502020204030204" pitchFamily="34" charset="0"/>
                      </a:endParaRPr>
                    </a:p>
                  </a:txBody>
                  <a:tcPr marL="9525" marR="9525" marT="9525" anchor="b">
                    <a:lnL>
                      <a:noFill/>
                    </a:lnL>
                    <a:lnR>
                      <a:noFill/>
                    </a:lnR>
                    <a:lnT>
                      <a:noFill/>
                    </a:lnT>
                    <a:lnB>
                      <a:noFill/>
                    </a:lnB>
                  </a:tcPr>
                </a:tc>
                <a:tc>
                  <a:txBody>
                    <a:bodyPr/>
                    <a:lstStyle/>
                    <a:p>
                      <a:pPr algn="l" fontAlgn="b"/>
                      <a:endParaRPr lang="en-AU" sz="1100" b="0" i="0" u="none" strike="noStrike">
                        <a:solidFill>
                          <a:srgbClr val="000000"/>
                        </a:solidFill>
                        <a:effectLst/>
                        <a:latin typeface="Calibri" panose="020F0502020204030204" pitchFamily="34" charset="0"/>
                      </a:endParaRPr>
                    </a:p>
                  </a:txBody>
                  <a:tcPr marL="9525" marR="9525" marT="9525" anchor="b">
                    <a:lnL>
                      <a:noFill/>
                    </a:lnL>
                    <a:lnR>
                      <a:noFill/>
                    </a:lnR>
                    <a:lnT>
                      <a:noFill/>
                    </a:lnT>
                    <a:lnB w="6350" cap="flat" cmpd="sng" algn="ctr">
                      <a:solidFill>
                        <a:srgbClr val="3F3F3F"/>
                      </a:solidFill>
                      <a:prstDash val="solid"/>
                      <a:round/>
                      <a:headEnd type="none" w="med" len="med"/>
                      <a:tailEnd type="none" w="med" len="med"/>
                    </a:lnB>
                  </a:tcPr>
                </a:tc>
                <a:tc gridSpan="5">
                  <a:txBody>
                    <a:bodyPr/>
                    <a:lstStyle/>
                    <a:p>
                      <a:pPr algn="ctr" fontAlgn="b"/>
                      <a:r>
                        <a:rPr lang="en-AU" sz="1000" b="1" i="0" u="none" strike="noStrike" dirty="0">
                          <a:solidFill>
                            <a:srgbClr val="000000"/>
                          </a:solidFill>
                          <a:effectLst/>
                          <a:latin typeface="Calibri" panose="020F0502020204030204" pitchFamily="34" charset="0"/>
                        </a:rPr>
                        <a:t>% Debt Finance at Acquisition</a:t>
                      </a:r>
                    </a:p>
                  </a:txBody>
                  <a:tcPr marL="9525" marR="9525" marT="9525" anchor="b">
                    <a:lnL>
                      <a:noFill/>
                    </a:lnL>
                    <a:lnR>
                      <a:noFill/>
                    </a:lnR>
                    <a:lnT>
                      <a:noFill/>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endParaRPr lang="en-AU" sz="800" b="0" i="0" u="none" strike="noStrike">
                        <a:solidFill>
                          <a:srgbClr val="000000"/>
                        </a:solidFill>
                        <a:effectLst/>
                        <a:latin typeface="Arial" panose="020B0604020202020204" pitchFamily="34" charset="0"/>
                      </a:endParaRPr>
                    </a:p>
                  </a:txBody>
                  <a:tcPr marL="9525" marR="9525" marT="9525" anchor="b">
                    <a:lnL>
                      <a:noFill/>
                    </a:lnL>
                    <a:lnR>
                      <a:noFill/>
                    </a:lnR>
                    <a:lnT>
                      <a:noFill/>
                    </a:lnT>
                    <a:lnB>
                      <a:noFill/>
                    </a:lnB>
                  </a:tcPr>
                </a:tc>
                <a:tc>
                  <a:txBody>
                    <a:bodyPr/>
                    <a:lstStyle/>
                    <a:p>
                      <a:pPr algn="l" fontAlgn="b"/>
                      <a:endParaRPr lang="en-AU" sz="800" b="0" i="0" u="none" strike="noStrike">
                        <a:solidFill>
                          <a:srgbClr val="000000"/>
                        </a:solidFill>
                        <a:effectLst/>
                        <a:latin typeface="Arial" panose="020B0604020202020204" pitchFamily="34" charset="0"/>
                      </a:endParaRPr>
                    </a:p>
                  </a:txBody>
                  <a:tcPr marL="9525" marR="9525" marT="9525" anchor="b">
                    <a:lnL>
                      <a:noFill/>
                    </a:lnL>
                    <a:lnR>
                      <a:noFill/>
                    </a:lnR>
                    <a:lnT>
                      <a:noFill/>
                    </a:lnT>
                    <a:lnB>
                      <a:noFill/>
                    </a:lnB>
                  </a:tcPr>
                </a:tc>
                <a:extLst>
                  <a:ext uri="{0D108BD9-81ED-4DB2-BD59-A6C34878D82A}">
                    <a16:rowId xmlns:a16="http://schemas.microsoft.com/office/drawing/2014/main" val="720927618"/>
                  </a:ext>
                </a:extLst>
              </a:tr>
              <a:tr h="207646">
                <a:tc>
                  <a:txBody>
                    <a:bodyPr/>
                    <a:lstStyle/>
                    <a:p>
                      <a:pPr algn="l" fontAlgn="b"/>
                      <a:endParaRPr lang="en-AU" sz="1000" b="1" i="0" u="none" strike="noStrike" dirty="0">
                        <a:solidFill>
                          <a:srgbClr val="000000"/>
                        </a:solidFill>
                        <a:effectLst/>
                        <a:latin typeface="Calibri" panose="020F0502020204030204" pitchFamily="34" charset="0"/>
                      </a:endParaRPr>
                    </a:p>
                  </a:txBody>
                  <a:tcPr marL="9525" marR="9525" marT="9525" anchor="b">
                    <a:lnL>
                      <a:noFill/>
                    </a:lnL>
                    <a:lnR w="6350" cap="flat" cmpd="sng" algn="ctr">
                      <a:solidFill>
                        <a:srgbClr val="3F3F3F"/>
                      </a:solidFill>
                      <a:prstDash val="solid"/>
                      <a:round/>
                      <a:headEnd type="none" w="med" len="med"/>
                      <a:tailEnd type="none" w="med" len="med"/>
                    </a:lnR>
                    <a:lnT>
                      <a:noFill/>
                    </a:lnT>
                    <a:lnB>
                      <a:noFill/>
                    </a:lnB>
                  </a:tcPr>
                </a:tc>
                <a:tc>
                  <a:txBody>
                    <a:bodyPr/>
                    <a:lstStyle/>
                    <a:p>
                      <a:pPr algn="ctr" fontAlgn="b"/>
                      <a:r>
                        <a:rPr lang="en-AU" sz="1100" b="1" i="0" u="none" strike="noStrike">
                          <a:solidFill>
                            <a:srgbClr val="0070C0"/>
                          </a:solidFill>
                          <a:effectLst/>
                          <a:latin typeface="Calibri" panose="020F0502020204030204" pitchFamily="34" charset="0"/>
                        </a:rPr>
                        <a:t>21.7%</a:t>
                      </a:r>
                    </a:p>
                  </a:txBody>
                  <a:tcPr marL="9525" marR="9525" marT="9525" anchor="b">
                    <a:lnL w="6350" cap="flat" cmpd="sng" algn="ctr">
                      <a:solidFill>
                        <a:srgbClr val="3F3F3F"/>
                      </a:solidFill>
                      <a:prstDash val="solid"/>
                      <a:round/>
                      <a:headEnd type="none" w="med" len="med"/>
                      <a:tailEnd type="none" w="med" len="med"/>
                    </a:lnL>
                    <a:lnR w="6350" cap="flat" cmpd="sng" algn="ctr">
                      <a:solidFill>
                        <a:srgbClr val="3F3F3F"/>
                      </a:solidFill>
                      <a:prstDash val="solid"/>
                      <a:round/>
                      <a:headEnd type="none" w="med" len="med"/>
                      <a:tailEnd type="none" w="med" len="med"/>
                    </a:lnR>
                    <a:lnT w="6350" cap="flat" cmpd="sng" algn="ctr">
                      <a:solidFill>
                        <a:srgbClr val="3F3F3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r>
                        <a:rPr lang="en-AU" sz="1100" b="1" i="0" u="none" strike="noStrike">
                          <a:solidFill>
                            <a:srgbClr val="0000FF"/>
                          </a:solidFill>
                          <a:effectLst/>
                          <a:latin typeface="Calibri" panose="020F0502020204030204" pitchFamily="34" charset="0"/>
                        </a:rPr>
                        <a:t>70%</a:t>
                      </a:r>
                    </a:p>
                  </a:txBody>
                  <a:tcPr marL="9525" marR="9525" marT="9525" anchor="b">
                    <a:lnL w="6350" cap="flat" cmpd="sng" algn="ctr">
                      <a:solidFill>
                        <a:srgbClr val="3F3F3F"/>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AU" sz="1100" b="1" i="0" u="none" strike="noStrike">
                          <a:solidFill>
                            <a:srgbClr val="0000FF"/>
                          </a:solidFill>
                          <a:effectLst/>
                          <a:latin typeface="Calibri" panose="020F0502020204030204" pitchFamily="34" charset="0"/>
                        </a:rPr>
                        <a:t>75%</a:t>
                      </a:r>
                    </a:p>
                  </a:txBody>
                  <a:tcPr marL="9525" marR="9525" marT="9525"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AU" sz="1100" b="1" i="0" u="none" strike="noStrike">
                          <a:solidFill>
                            <a:srgbClr val="0000FF"/>
                          </a:solidFill>
                          <a:effectLst/>
                          <a:latin typeface="Calibri" panose="020F0502020204030204" pitchFamily="34" charset="0"/>
                        </a:rPr>
                        <a:t>80%</a:t>
                      </a:r>
                    </a:p>
                  </a:txBody>
                  <a:tcPr marL="9525" marR="9525" marT="9525"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AU" sz="1100" b="1" i="0" u="none" strike="noStrike">
                          <a:solidFill>
                            <a:srgbClr val="0000FF"/>
                          </a:solidFill>
                          <a:effectLst/>
                          <a:latin typeface="Calibri" panose="020F0502020204030204" pitchFamily="34" charset="0"/>
                        </a:rPr>
                        <a:t>85%</a:t>
                      </a:r>
                    </a:p>
                  </a:txBody>
                  <a:tcPr marL="9525" marR="9525" marT="9525"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AU" sz="1100" b="1" i="0" u="none" strike="noStrike">
                          <a:solidFill>
                            <a:srgbClr val="0000FF"/>
                          </a:solidFill>
                          <a:effectLst/>
                          <a:latin typeface="Calibri" panose="020F0502020204030204" pitchFamily="34" charset="0"/>
                        </a:rPr>
                        <a:t>90%</a:t>
                      </a:r>
                    </a:p>
                  </a:txBody>
                  <a:tcPr marL="9525" marR="9525" marT="9525"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en-AU" sz="800" b="0" i="0" u="none" strike="noStrike">
                        <a:solidFill>
                          <a:srgbClr val="000000"/>
                        </a:solidFill>
                        <a:effectLst/>
                        <a:latin typeface="Arial" panose="020B0604020202020204" pitchFamily="34" charset="0"/>
                      </a:endParaRPr>
                    </a:p>
                  </a:txBody>
                  <a:tcPr marL="9525" marR="9525" marT="9525"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l" fontAlgn="b"/>
                      <a:endParaRPr lang="en-AU" sz="800" b="0" i="0" u="none" strike="noStrike">
                        <a:solidFill>
                          <a:srgbClr val="000000"/>
                        </a:solidFill>
                        <a:effectLst/>
                        <a:latin typeface="Arial" panose="020B0604020202020204" pitchFamily="34" charset="0"/>
                      </a:endParaRPr>
                    </a:p>
                  </a:txBody>
                  <a:tcPr marL="9525" marR="9525" marT="9525" anchor="b">
                    <a:lnL>
                      <a:noFill/>
                    </a:lnL>
                    <a:lnR>
                      <a:noFill/>
                    </a:lnR>
                    <a:lnT>
                      <a:noFill/>
                    </a:lnT>
                    <a:lnB>
                      <a:noFill/>
                    </a:lnB>
                  </a:tcPr>
                </a:tc>
                <a:extLst>
                  <a:ext uri="{0D108BD9-81ED-4DB2-BD59-A6C34878D82A}">
                    <a16:rowId xmlns:a16="http://schemas.microsoft.com/office/drawing/2014/main" val="3883493483"/>
                  </a:ext>
                </a:extLst>
              </a:tr>
              <a:tr h="335429">
                <a:tc>
                  <a:txBody>
                    <a:bodyPr/>
                    <a:lstStyle/>
                    <a:p>
                      <a:pPr algn="l" fontAlgn="b"/>
                      <a:r>
                        <a:rPr lang="en-AU" sz="1000" b="1" i="0" u="none" strike="noStrike" dirty="0">
                          <a:solidFill>
                            <a:srgbClr val="000000"/>
                          </a:solidFill>
                          <a:effectLst/>
                          <a:latin typeface="Calibri" panose="020F0502020204030204" pitchFamily="34" charset="0"/>
                        </a:rPr>
                        <a:t>Exit Multiple</a:t>
                      </a:r>
                    </a:p>
                  </a:txBody>
                  <a:tcPr marL="9525" marR="9525" marT="9525" anchor="b">
                    <a:lnL>
                      <a:noFill/>
                    </a:lnL>
                    <a:lnR w="6350" cap="flat" cmpd="sng" algn="ctr">
                      <a:solidFill>
                        <a:srgbClr val="000000"/>
                      </a:solidFill>
                      <a:prstDash val="solid"/>
                      <a:round/>
                      <a:headEnd type="none" w="med" len="med"/>
                      <a:tailEnd type="none" w="med" len="med"/>
                    </a:lnR>
                    <a:lnT>
                      <a:noFill/>
                    </a:lnT>
                    <a:lnB>
                      <a:noFill/>
                    </a:lnB>
                  </a:tcPr>
                </a:tc>
                <a:tc>
                  <a:txBody>
                    <a:bodyPr/>
                    <a:lstStyle/>
                    <a:p>
                      <a:pPr algn="ctr" fontAlgn="b"/>
                      <a:r>
                        <a:rPr lang="en-AU" sz="1100" b="1" i="0" u="none" strike="noStrike" dirty="0">
                          <a:solidFill>
                            <a:srgbClr val="0000FF"/>
                          </a:solidFill>
                          <a:effectLst/>
                          <a:latin typeface="Calibri" panose="020F0502020204030204" pitchFamily="34" charset="0"/>
                        </a:rPr>
                        <a:t>12.0x</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c>
                  <a:txBody>
                    <a:bodyPr/>
                    <a:lstStyle/>
                    <a:p>
                      <a:pPr algn="ctr" fontAlgn="b"/>
                      <a:r>
                        <a:rPr lang="en-AU" sz="1100" b="0" i="0" u="none" strike="noStrike">
                          <a:solidFill>
                            <a:srgbClr val="000000"/>
                          </a:solidFill>
                          <a:effectLst/>
                          <a:latin typeface="Calibri" panose="020F0502020204030204" pitchFamily="34" charset="0"/>
                        </a:rPr>
                        <a:t>23.7%</a:t>
                      </a:r>
                    </a:p>
                  </a:txBody>
                  <a:tcPr marL="9525" marR="9525" marT="9525"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FAFAFA"/>
                    </a:solidFill>
                  </a:tcPr>
                </a:tc>
                <a:tc>
                  <a:txBody>
                    <a:bodyPr/>
                    <a:lstStyle/>
                    <a:p>
                      <a:pPr algn="ctr" fontAlgn="b"/>
                      <a:r>
                        <a:rPr lang="en-AU" sz="1100" b="0" i="0" u="none" strike="noStrike">
                          <a:solidFill>
                            <a:srgbClr val="000000"/>
                          </a:solidFill>
                          <a:effectLst/>
                          <a:latin typeface="Calibri" panose="020F0502020204030204" pitchFamily="34" charset="0"/>
                        </a:rPr>
                        <a:t>24.4%</a:t>
                      </a:r>
                    </a:p>
                  </a:txBody>
                  <a:tcPr marL="9525" marR="9525" marT="9525" anchor="b">
                    <a:lnL>
                      <a:noFill/>
                    </a:lnL>
                    <a:lnR>
                      <a:noFill/>
                    </a:lnR>
                    <a:lnT w="6350" cap="flat" cmpd="sng" algn="ctr">
                      <a:solidFill>
                        <a:srgbClr val="000000"/>
                      </a:solidFill>
                      <a:prstDash val="solid"/>
                      <a:round/>
                      <a:headEnd type="none" w="med" len="med"/>
                      <a:tailEnd type="none" w="med" len="med"/>
                    </a:lnT>
                    <a:lnB>
                      <a:noFill/>
                    </a:lnB>
                    <a:solidFill>
                      <a:srgbClr val="FAFAFA"/>
                    </a:solidFill>
                  </a:tcPr>
                </a:tc>
                <a:tc>
                  <a:txBody>
                    <a:bodyPr/>
                    <a:lstStyle/>
                    <a:p>
                      <a:pPr algn="ctr" fontAlgn="b"/>
                      <a:r>
                        <a:rPr lang="en-AU" sz="1100" b="0" i="0" u="none" strike="noStrike">
                          <a:solidFill>
                            <a:srgbClr val="000000"/>
                          </a:solidFill>
                          <a:effectLst/>
                          <a:latin typeface="Calibri" panose="020F0502020204030204" pitchFamily="34" charset="0"/>
                        </a:rPr>
                        <a:t>25.0%</a:t>
                      </a:r>
                    </a:p>
                  </a:txBody>
                  <a:tcPr marL="9525" marR="9525" marT="9525" anchor="b">
                    <a:lnL>
                      <a:noFill/>
                    </a:lnL>
                    <a:lnR>
                      <a:noFill/>
                    </a:lnR>
                    <a:lnT w="6350" cap="flat" cmpd="sng" algn="ctr">
                      <a:solidFill>
                        <a:srgbClr val="000000"/>
                      </a:solidFill>
                      <a:prstDash val="solid"/>
                      <a:round/>
                      <a:headEnd type="none" w="med" len="med"/>
                      <a:tailEnd type="none" w="med" len="med"/>
                    </a:lnT>
                    <a:lnB>
                      <a:noFill/>
                    </a:lnB>
                    <a:solidFill>
                      <a:srgbClr val="ACB9CA"/>
                    </a:solidFill>
                  </a:tcPr>
                </a:tc>
                <a:tc>
                  <a:txBody>
                    <a:bodyPr/>
                    <a:lstStyle/>
                    <a:p>
                      <a:pPr algn="ctr" fontAlgn="b"/>
                      <a:r>
                        <a:rPr lang="en-AU" sz="1100" b="0" i="0" u="none" strike="noStrike">
                          <a:solidFill>
                            <a:srgbClr val="000000"/>
                          </a:solidFill>
                          <a:effectLst/>
                          <a:latin typeface="Calibri" panose="020F0502020204030204" pitchFamily="34" charset="0"/>
                        </a:rPr>
                        <a:t>25.6%</a:t>
                      </a:r>
                    </a:p>
                  </a:txBody>
                  <a:tcPr marL="9525" marR="9525" marT="9525" anchor="b">
                    <a:lnL>
                      <a:noFill/>
                    </a:lnL>
                    <a:lnR>
                      <a:noFill/>
                    </a:lnR>
                    <a:lnT w="6350" cap="flat" cmpd="sng" algn="ctr">
                      <a:solidFill>
                        <a:srgbClr val="000000"/>
                      </a:solidFill>
                      <a:prstDash val="solid"/>
                      <a:round/>
                      <a:headEnd type="none" w="med" len="med"/>
                      <a:tailEnd type="none" w="med" len="med"/>
                    </a:lnT>
                    <a:lnB>
                      <a:noFill/>
                    </a:lnB>
                    <a:solidFill>
                      <a:srgbClr val="FAFAFA"/>
                    </a:solidFill>
                  </a:tcPr>
                </a:tc>
                <a:tc>
                  <a:txBody>
                    <a:bodyPr/>
                    <a:lstStyle/>
                    <a:p>
                      <a:pPr algn="ctr" fontAlgn="b"/>
                      <a:r>
                        <a:rPr lang="en-AU" sz="1100" b="0" i="0" u="none" strike="noStrike">
                          <a:solidFill>
                            <a:srgbClr val="000000"/>
                          </a:solidFill>
                          <a:effectLst/>
                          <a:latin typeface="Calibri" panose="020F0502020204030204" pitchFamily="34" charset="0"/>
                        </a:rPr>
                        <a:t>26.3%</a:t>
                      </a:r>
                    </a:p>
                  </a:txBody>
                  <a:tcPr marL="9525" marR="9525" marT="9525"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AFAFA"/>
                    </a:solidFill>
                  </a:tcPr>
                </a:tc>
                <a:tc>
                  <a:txBody>
                    <a:bodyPr/>
                    <a:lstStyle/>
                    <a:p>
                      <a:pPr algn="l" fontAlgn="b"/>
                      <a:endParaRPr lang="en-AU" sz="800" b="0" i="0" u="none" strike="noStrike">
                        <a:solidFill>
                          <a:srgbClr val="000000"/>
                        </a:solidFill>
                        <a:effectLst/>
                        <a:latin typeface="Arial" panose="020B0604020202020204" pitchFamily="34" charset="0"/>
                      </a:endParaRPr>
                    </a:p>
                  </a:txBody>
                  <a:tcPr marL="9525" marR="9525" marT="9525"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l" fontAlgn="b"/>
                      <a:endParaRPr lang="en-AU" sz="800" b="0" i="0" u="none" strike="noStrike">
                        <a:solidFill>
                          <a:srgbClr val="000000"/>
                        </a:solidFill>
                        <a:effectLst/>
                        <a:latin typeface="Arial" panose="020B0604020202020204" pitchFamily="34" charset="0"/>
                      </a:endParaRPr>
                    </a:p>
                  </a:txBody>
                  <a:tcPr marL="9525" marR="9525" marT="9525" anchor="b">
                    <a:lnL>
                      <a:noFill/>
                    </a:lnL>
                    <a:lnR>
                      <a:noFill/>
                    </a:lnR>
                    <a:lnT>
                      <a:noFill/>
                    </a:lnT>
                    <a:lnB>
                      <a:noFill/>
                    </a:lnB>
                  </a:tcPr>
                </a:tc>
                <a:extLst>
                  <a:ext uri="{0D108BD9-81ED-4DB2-BD59-A6C34878D82A}">
                    <a16:rowId xmlns:a16="http://schemas.microsoft.com/office/drawing/2014/main" val="2563135696"/>
                  </a:ext>
                </a:extLst>
              </a:tr>
              <a:tr h="207646">
                <a:tc>
                  <a:txBody>
                    <a:bodyPr/>
                    <a:lstStyle/>
                    <a:p>
                      <a:pPr algn="l" fontAlgn="b"/>
                      <a:endParaRPr lang="en-AU" sz="800" b="0" i="0" u="none" strike="noStrike" dirty="0">
                        <a:solidFill>
                          <a:srgbClr val="000000"/>
                        </a:solidFill>
                        <a:effectLst/>
                        <a:latin typeface="Calibri" panose="020F0502020204030204" pitchFamily="34" charset="0"/>
                      </a:endParaRPr>
                    </a:p>
                  </a:txBody>
                  <a:tcPr marL="9525" marR="9525" marT="9525" anchor="b">
                    <a:lnL>
                      <a:noFill/>
                    </a:lnL>
                    <a:lnR w="6350" cap="flat" cmpd="sng" algn="ctr">
                      <a:solidFill>
                        <a:srgbClr val="000000"/>
                      </a:solidFill>
                      <a:prstDash val="solid"/>
                      <a:round/>
                      <a:headEnd type="none" w="med" len="med"/>
                      <a:tailEnd type="none" w="med" len="med"/>
                    </a:lnR>
                    <a:lnT>
                      <a:noFill/>
                    </a:lnT>
                    <a:lnB>
                      <a:noFill/>
                    </a:lnB>
                  </a:tcPr>
                </a:tc>
                <a:tc>
                  <a:txBody>
                    <a:bodyPr/>
                    <a:lstStyle/>
                    <a:p>
                      <a:pPr algn="ctr" fontAlgn="b"/>
                      <a:r>
                        <a:rPr lang="en-AU" sz="1100" b="1" i="0" u="none" strike="noStrike">
                          <a:solidFill>
                            <a:srgbClr val="0000FF"/>
                          </a:solidFill>
                          <a:effectLst/>
                          <a:latin typeface="Calibri" panose="020F0502020204030204" pitchFamily="34" charset="0"/>
                        </a:rPr>
                        <a:t>11.0x</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b"/>
                      <a:r>
                        <a:rPr lang="en-AU" sz="1100" b="0" i="0" u="none" strike="noStrike">
                          <a:solidFill>
                            <a:srgbClr val="000000"/>
                          </a:solidFill>
                          <a:effectLst/>
                          <a:latin typeface="Calibri" panose="020F0502020204030204" pitchFamily="34" charset="0"/>
                        </a:rPr>
                        <a:t>22.0%</a:t>
                      </a:r>
                    </a:p>
                  </a:txBody>
                  <a:tcPr marL="9525" marR="9525" marT="9525" anchor="b">
                    <a:lnL w="6350" cap="flat" cmpd="sng" algn="ctr">
                      <a:solidFill>
                        <a:srgbClr val="000000"/>
                      </a:solidFill>
                      <a:prstDash val="solid"/>
                      <a:round/>
                      <a:headEnd type="none" w="med" len="med"/>
                      <a:tailEnd type="none" w="med" len="med"/>
                    </a:lnL>
                    <a:lnR>
                      <a:noFill/>
                    </a:lnR>
                    <a:lnT>
                      <a:noFill/>
                    </a:lnT>
                    <a:lnB>
                      <a:noFill/>
                    </a:lnB>
                    <a:solidFill>
                      <a:srgbClr val="FAFAFA"/>
                    </a:solidFill>
                  </a:tcPr>
                </a:tc>
                <a:tc>
                  <a:txBody>
                    <a:bodyPr/>
                    <a:lstStyle/>
                    <a:p>
                      <a:pPr algn="ctr" fontAlgn="b"/>
                      <a:r>
                        <a:rPr lang="en-AU" sz="1100" b="0" i="0" u="none" strike="noStrike" dirty="0">
                          <a:solidFill>
                            <a:srgbClr val="000000"/>
                          </a:solidFill>
                          <a:effectLst/>
                          <a:latin typeface="Calibri" panose="020F0502020204030204" pitchFamily="34" charset="0"/>
                        </a:rPr>
                        <a:t>22.7%</a:t>
                      </a:r>
                    </a:p>
                  </a:txBody>
                  <a:tcPr marL="9525" marR="9525" marT="9525" anchor="b">
                    <a:lnL>
                      <a:noFill/>
                    </a:lnL>
                    <a:lnR>
                      <a:noFill/>
                    </a:lnR>
                    <a:lnT>
                      <a:noFill/>
                    </a:lnT>
                    <a:lnB>
                      <a:noFill/>
                    </a:lnB>
                    <a:solidFill>
                      <a:srgbClr val="FAFAFA"/>
                    </a:solidFill>
                  </a:tcPr>
                </a:tc>
                <a:tc>
                  <a:txBody>
                    <a:bodyPr/>
                    <a:lstStyle/>
                    <a:p>
                      <a:pPr algn="ctr" fontAlgn="b"/>
                      <a:r>
                        <a:rPr lang="en-AU" sz="1100" b="0" i="0" u="none" strike="noStrike">
                          <a:solidFill>
                            <a:srgbClr val="000000"/>
                          </a:solidFill>
                          <a:effectLst/>
                          <a:latin typeface="Calibri" panose="020F0502020204030204" pitchFamily="34" charset="0"/>
                        </a:rPr>
                        <a:t>23.4%</a:t>
                      </a:r>
                    </a:p>
                  </a:txBody>
                  <a:tcPr marL="9525" marR="9525" marT="9525" anchor="b">
                    <a:lnL>
                      <a:noFill/>
                    </a:lnL>
                    <a:lnR>
                      <a:noFill/>
                    </a:lnR>
                    <a:lnT>
                      <a:noFill/>
                    </a:lnT>
                    <a:lnB w="12700" cap="flat" cmpd="sng" algn="ctr">
                      <a:solidFill>
                        <a:srgbClr val="000000"/>
                      </a:solidFill>
                      <a:prstDash val="solid"/>
                      <a:round/>
                      <a:headEnd type="none" w="med" len="med"/>
                      <a:tailEnd type="none" w="med" len="med"/>
                    </a:lnB>
                    <a:solidFill>
                      <a:srgbClr val="ACB9CA"/>
                    </a:solidFill>
                  </a:tcPr>
                </a:tc>
                <a:tc>
                  <a:txBody>
                    <a:bodyPr/>
                    <a:lstStyle/>
                    <a:p>
                      <a:pPr algn="ctr" fontAlgn="b"/>
                      <a:r>
                        <a:rPr lang="en-AU" sz="1100" b="0" i="0" u="none" strike="noStrike">
                          <a:solidFill>
                            <a:srgbClr val="000000"/>
                          </a:solidFill>
                          <a:effectLst/>
                          <a:latin typeface="Calibri" panose="020F0502020204030204" pitchFamily="34" charset="0"/>
                        </a:rPr>
                        <a:t>24.0%</a:t>
                      </a:r>
                    </a:p>
                  </a:txBody>
                  <a:tcPr marL="9525" marR="9525" marT="9525" anchor="b">
                    <a:lnL>
                      <a:noFill/>
                    </a:lnL>
                    <a:lnR>
                      <a:noFill/>
                    </a:lnR>
                    <a:lnT>
                      <a:noFill/>
                    </a:lnT>
                    <a:lnB>
                      <a:noFill/>
                    </a:lnB>
                    <a:solidFill>
                      <a:srgbClr val="FAFAFA"/>
                    </a:solidFill>
                  </a:tcPr>
                </a:tc>
                <a:tc>
                  <a:txBody>
                    <a:bodyPr/>
                    <a:lstStyle/>
                    <a:p>
                      <a:pPr algn="ctr" fontAlgn="b"/>
                      <a:r>
                        <a:rPr lang="en-AU" sz="1100" b="0" i="0" u="none" strike="noStrike" dirty="0">
                          <a:solidFill>
                            <a:srgbClr val="000000"/>
                          </a:solidFill>
                          <a:effectLst/>
                          <a:latin typeface="Calibri" panose="020F0502020204030204" pitchFamily="34" charset="0"/>
                        </a:rPr>
                        <a:t>24.7%</a:t>
                      </a:r>
                    </a:p>
                  </a:txBody>
                  <a:tcPr marL="9525" marR="9525" marT="9525" anchor="b">
                    <a:lnL>
                      <a:noFill/>
                    </a:lnL>
                    <a:lnR w="6350" cap="flat" cmpd="sng" algn="ctr">
                      <a:solidFill>
                        <a:srgbClr val="000000"/>
                      </a:solidFill>
                      <a:prstDash val="solid"/>
                      <a:round/>
                      <a:headEnd type="none" w="med" len="med"/>
                      <a:tailEnd type="none" w="med" len="med"/>
                    </a:lnR>
                    <a:lnT>
                      <a:noFill/>
                    </a:lnT>
                    <a:lnB>
                      <a:noFill/>
                    </a:lnB>
                    <a:solidFill>
                      <a:srgbClr val="FAFAFA"/>
                    </a:solidFill>
                  </a:tcPr>
                </a:tc>
                <a:tc>
                  <a:txBody>
                    <a:bodyPr/>
                    <a:lstStyle/>
                    <a:p>
                      <a:pPr algn="l" fontAlgn="b"/>
                      <a:endParaRPr lang="en-AU" sz="800" b="0" i="0" u="none" strike="noStrike">
                        <a:solidFill>
                          <a:srgbClr val="000000"/>
                        </a:solidFill>
                        <a:effectLst/>
                        <a:latin typeface="Arial" panose="020B0604020202020204" pitchFamily="34" charset="0"/>
                      </a:endParaRPr>
                    </a:p>
                  </a:txBody>
                  <a:tcPr marL="9525" marR="9525" marT="9525"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l" fontAlgn="b"/>
                      <a:endParaRPr lang="en-AU" sz="800" b="0" i="0" u="none" strike="noStrike">
                        <a:solidFill>
                          <a:srgbClr val="000000"/>
                        </a:solidFill>
                        <a:effectLst/>
                        <a:latin typeface="Arial" panose="020B0604020202020204" pitchFamily="34" charset="0"/>
                      </a:endParaRPr>
                    </a:p>
                  </a:txBody>
                  <a:tcPr marL="9525" marR="9525" marT="9525" anchor="b">
                    <a:lnL>
                      <a:noFill/>
                    </a:lnL>
                    <a:lnR>
                      <a:noFill/>
                    </a:lnR>
                    <a:lnT>
                      <a:noFill/>
                    </a:lnT>
                    <a:lnB>
                      <a:noFill/>
                    </a:lnB>
                  </a:tcPr>
                </a:tc>
                <a:extLst>
                  <a:ext uri="{0D108BD9-81ED-4DB2-BD59-A6C34878D82A}">
                    <a16:rowId xmlns:a16="http://schemas.microsoft.com/office/drawing/2014/main" val="421194084"/>
                  </a:ext>
                </a:extLst>
              </a:tr>
              <a:tr h="207646">
                <a:tc>
                  <a:txBody>
                    <a:bodyPr/>
                    <a:lstStyle/>
                    <a:p>
                      <a:pPr algn="l" fontAlgn="b"/>
                      <a:endParaRPr lang="en-AU" sz="800" b="0" i="0" u="none" strike="noStrike" dirty="0">
                        <a:solidFill>
                          <a:srgbClr val="000000"/>
                        </a:solidFill>
                        <a:effectLst/>
                        <a:latin typeface="Calibri" panose="020F0502020204030204" pitchFamily="34" charset="0"/>
                      </a:endParaRPr>
                    </a:p>
                  </a:txBody>
                  <a:tcPr marL="9525" marR="9525" marT="9525" anchor="b">
                    <a:lnL>
                      <a:noFill/>
                    </a:lnL>
                    <a:lnR w="6350" cap="flat" cmpd="sng" algn="ctr">
                      <a:solidFill>
                        <a:srgbClr val="000000"/>
                      </a:solidFill>
                      <a:prstDash val="solid"/>
                      <a:round/>
                      <a:headEnd type="none" w="med" len="med"/>
                      <a:tailEnd type="none" w="med" len="med"/>
                    </a:lnR>
                    <a:lnT>
                      <a:noFill/>
                    </a:lnT>
                    <a:lnB>
                      <a:noFill/>
                    </a:lnB>
                  </a:tcPr>
                </a:tc>
                <a:tc>
                  <a:txBody>
                    <a:bodyPr/>
                    <a:lstStyle/>
                    <a:p>
                      <a:pPr algn="ctr" fontAlgn="b"/>
                      <a:r>
                        <a:rPr lang="en-AU" sz="1100" b="1" i="0" u="none" strike="noStrike">
                          <a:solidFill>
                            <a:srgbClr val="0000FF"/>
                          </a:solidFill>
                          <a:effectLst/>
                          <a:latin typeface="Calibri" panose="020F0502020204030204" pitchFamily="34" charset="0"/>
                        </a:rPr>
                        <a:t>10.0x</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b"/>
                      <a:r>
                        <a:rPr lang="en-AU" sz="1100" b="0" i="0" u="none" strike="noStrike">
                          <a:solidFill>
                            <a:srgbClr val="000000"/>
                          </a:solidFill>
                          <a:effectLst/>
                          <a:latin typeface="Calibri" panose="020F0502020204030204" pitchFamily="34" charset="0"/>
                        </a:rPr>
                        <a:t>20.2%</a:t>
                      </a:r>
                    </a:p>
                  </a:txBody>
                  <a:tcPr marL="9525" marR="9525" marT="9525" anchor="b">
                    <a:lnL w="6350" cap="flat" cmpd="sng" algn="ctr">
                      <a:solidFill>
                        <a:srgbClr val="000000"/>
                      </a:solidFill>
                      <a:prstDash val="solid"/>
                      <a:round/>
                      <a:headEnd type="none" w="med" len="med"/>
                      <a:tailEnd type="none" w="med" len="med"/>
                    </a:lnL>
                    <a:lnR>
                      <a:noFill/>
                    </a:lnR>
                    <a:lnT>
                      <a:noFill/>
                    </a:lnT>
                    <a:lnB>
                      <a:noFill/>
                    </a:lnB>
                    <a:solidFill>
                      <a:srgbClr val="ACB9CA"/>
                    </a:solidFill>
                  </a:tcPr>
                </a:tc>
                <a:tc>
                  <a:txBody>
                    <a:bodyPr/>
                    <a:lstStyle/>
                    <a:p>
                      <a:pPr algn="ctr" fontAlgn="b"/>
                      <a:r>
                        <a:rPr lang="en-AU" sz="1100" b="0" i="0" u="none" strike="noStrike">
                          <a:solidFill>
                            <a:srgbClr val="000000"/>
                          </a:solidFill>
                          <a:effectLst/>
                          <a:latin typeface="Calibri" panose="020F0502020204030204" pitchFamily="34" charset="0"/>
                        </a:rPr>
                        <a:t>20.9%</a:t>
                      </a:r>
                    </a:p>
                  </a:txBody>
                  <a:tcPr marL="9525" marR="9525" marT="9525" anchor="b">
                    <a:lnL>
                      <a:noFill/>
                    </a:lnL>
                    <a:lnR w="12700" cap="flat" cmpd="sng" algn="ctr">
                      <a:solidFill>
                        <a:srgbClr val="000000"/>
                      </a:solidFill>
                      <a:prstDash val="solid"/>
                      <a:round/>
                      <a:headEnd type="none" w="med" len="med"/>
                      <a:tailEnd type="none" w="med" len="med"/>
                    </a:lnR>
                    <a:lnT>
                      <a:noFill/>
                    </a:lnT>
                    <a:lnB>
                      <a:noFill/>
                    </a:lnB>
                    <a:solidFill>
                      <a:srgbClr val="ACB9CA"/>
                    </a:solidFill>
                  </a:tcPr>
                </a:tc>
                <a:tc>
                  <a:txBody>
                    <a:bodyPr/>
                    <a:lstStyle/>
                    <a:p>
                      <a:pPr algn="ctr" fontAlgn="b"/>
                      <a:r>
                        <a:rPr lang="en-AU" sz="1100" b="1" i="0" u="none" strike="noStrike">
                          <a:solidFill>
                            <a:srgbClr val="FFFFFF"/>
                          </a:solidFill>
                          <a:effectLst/>
                          <a:latin typeface="Calibri" panose="020F0502020204030204" pitchFamily="34" charset="0"/>
                        </a:rPr>
                        <a:t>21.7%</a:t>
                      </a:r>
                    </a:p>
                  </a:txBody>
                  <a:tcPr marL="9525" marR="9525" marT="9525"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333F4F"/>
                    </a:solidFill>
                  </a:tcPr>
                </a:tc>
                <a:tc>
                  <a:txBody>
                    <a:bodyPr/>
                    <a:lstStyle/>
                    <a:p>
                      <a:pPr algn="ctr" fontAlgn="b"/>
                      <a:r>
                        <a:rPr lang="en-AU" sz="1100" b="0" i="0" u="none" strike="noStrike">
                          <a:solidFill>
                            <a:srgbClr val="000000"/>
                          </a:solidFill>
                          <a:effectLst/>
                          <a:latin typeface="Calibri" panose="020F0502020204030204" pitchFamily="34" charset="0"/>
                        </a:rPr>
                        <a:t>22.4%</a:t>
                      </a:r>
                    </a:p>
                  </a:txBody>
                  <a:tcPr marL="9525" marR="9525" marT="9525" anchor="b">
                    <a:lnL w="12700" cap="flat" cmpd="sng" algn="ctr">
                      <a:solidFill>
                        <a:srgbClr val="000000"/>
                      </a:solidFill>
                      <a:prstDash val="solid"/>
                      <a:round/>
                      <a:headEnd type="none" w="med" len="med"/>
                      <a:tailEnd type="none" w="med" len="med"/>
                    </a:lnL>
                    <a:lnR>
                      <a:noFill/>
                    </a:lnR>
                    <a:lnT>
                      <a:noFill/>
                    </a:lnT>
                    <a:lnB>
                      <a:noFill/>
                    </a:lnB>
                    <a:solidFill>
                      <a:srgbClr val="ACB9CA"/>
                    </a:solidFill>
                  </a:tcPr>
                </a:tc>
                <a:tc>
                  <a:txBody>
                    <a:bodyPr/>
                    <a:lstStyle/>
                    <a:p>
                      <a:pPr algn="ctr" fontAlgn="b"/>
                      <a:r>
                        <a:rPr lang="en-AU" sz="1100" b="0" i="0" u="none" strike="noStrike" dirty="0">
                          <a:solidFill>
                            <a:srgbClr val="000000"/>
                          </a:solidFill>
                          <a:effectLst/>
                          <a:latin typeface="Calibri" panose="020F0502020204030204" pitchFamily="34" charset="0"/>
                        </a:rPr>
                        <a:t>23.0%</a:t>
                      </a:r>
                    </a:p>
                  </a:txBody>
                  <a:tcPr marL="9525" marR="9525" marT="9525" anchor="b">
                    <a:lnL>
                      <a:noFill/>
                    </a:lnL>
                    <a:lnR w="6350" cap="flat" cmpd="sng" algn="ctr">
                      <a:solidFill>
                        <a:srgbClr val="000000"/>
                      </a:solidFill>
                      <a:prstDash val="solid"/>
                      <a:round/>
                      <a:headEnd type="none" w="med" len="med"/>
                      <a:tailEnd type="none" w="med" len="med"/>
                    </a:lnR>
                    <a:lnT>
                      <a:noFill/>
                    </a:lnT>
                    <a:lnB>
                      <a:noFill/>
                    </a:lnB>
                    <a:solidFill>
                      <a:srgbClr val="ACB9CA"/>
                    </a:solidFill>
                  </a:tcPr>
                </a:tc>
                <a:tc>
                  <a:txBody>
                    <a:bodyPr/>
                    <a:lstStyle/>
                    <a:p>
                      <a:pPr algn="l" fontAlgn="b"/>
                      <a:endParaRPr lang="en-AU" sz="800" b="0" i="0" u="none" strike="noStrike">
                        <a:solidFill>
                          <a:srgbClr val="000000"/>
                        </a:solidFill>
                        <a:effectLst/>
                        <a:latin typeface="Arial" panose="020B0604020202020204" pitchFamily="34" charset="0"/>
                      </a:endParaRPr>
                    </a:p>
                  </a:txBody>
                  <a:tcPr marL="9525" marR="9525" marT="9525"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l" fontAlgn="b"/>
                      <a:endParaRPr lang="en-AU" sz="800" b="0" i="0" u="none" strike="noStrike">
                        <a:solidFill>
                          <a:srgbClr val="000000"/>
                        </a:solidFill>
                        <a:effectLst/>
                        <a:latin typeface="Arial" panose="020B0604020202020204" pitchFamily="34" charset="0"/>
                      </a:endParaRPr>
                    </a:p>
                  </a:txBody>
                  <a:tcPr marL="9525" marR="9525" marT="9525" anchor="b">
                    <a:lnL>
                      <a:noFill/>
                    </a:lnL>
                    <a:lnR>
                      <a:noFill/>
                    </a:lnR>
                    <a:lnT>
                      <a:noFill/>
                    </a:lnT>
                    <a:lnB>
                      <a:noFill/>
                    </a:lnB>
                  </a:tcPr>
                </a:tc>
                <a:extLst>
                  <a:ext uri="{0D108BD9-81ED-4DB2-BD59-A6C34878D82A}">
                    <a16:rowId xmlns:a16="http://schemas.microsoft.com/office/drawing/2014/main" val="4085851067"/>
                  </a:ext>
                </a:extLst>
              </a:tr>
              <a:tr h="207646">
                <a:tc>
                  <a:txBody>
                    <a:bodyPr/>
                    <a:lstStyle/>
                    <a:p>
                      <a:pPr algn="l" fontAlgn="b"/>
                      <a:endParaRPr lang="en-AU" sz="800" b="0" i="0" u="none" strike="noStrike" dirty="0">
                        <a:solidFill>
                          <a:srgbClr val="000000"/>
                        </a:solidFill>
                        <a:effectLst/>
                        <a:latin typeface="Calibri" panose="020F0502020204030204" pitchFamily="34" charset="0"/>
                      </a:endParaRPr>
                    </a:p>
                  </a:txBody>
                  <a:tcPr marL="9525" marR="9525" marT="9525" anchor="b">
                    <a:lnL>
                      <a:noFill/>
                    </a:lnL>
                    <a:lnR w="6350" cap="flat" cmpd="sng" algn="ctr">
                      <a:solidFill>
                        <a:srgbClr val="000000"/>
                      </a:solidFill>
                      <a:prstDash val="solid"/>
                      <a:round/>
                      <a:headEnd type="none" w="med" len="med"/>
                      <a:tailEnd type="none" w="med" len="med"/>
                    </a:lnR>
                    <a:lnT>
                      <a:noFill/>
                    </a:lnT>
                    <a:lnB>
                      <a:noFill/>
                    </a:lnB>
                  </a:tcPr>
                </a:tc>
                <a:tc>
                  <a:txBody>
                    <a:bodyPr/>
                    <a:lstStyle/>
                    <a:p>
                      <a:pPr algn="ctr" fontAlgn="b"/>
                      <a:r>
                        <a:rPr lang="en-AU" sz="1100" b="1" i="0" u="none" strike="noStrike">
                          <a:solidFill>
                            <a:srgbClr val="0000FF"/>
                          </a:solidFill>
                          <a:effectLst/>
                          <a:latin typeface="Calibri" panose="020F0502020204030204" pitchFamily="34" charset="0"/>
                        </a:rPr>
                        <a:t>9.0x</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b"/>
                      <a:r>
                        <a:rPr lang="en-AU" sz="1100" b="0" i="0" u="none" strike="noStrike">
                          <a:solidFill>
                            <a:srgbClr val="000000"/>
                          </a:solidFill>
                          <a:effectLst/>
                          <a:latin typeface="Calibri" panose="020F0502020204030204" pitchFamily="34" charset="0"/>
                        </a:rPr>
                        <a:t>18.3%</a:t>
                      </a:r>
                    </a:p>
                  </a:txBody>
                  <a:tcPr marL="9525" marR="9525" marT="9525" anchor="b">
                    <a:lnL w="6350" cap="flat" cmpd="sng" algn="ctr">
                      <a:solidFill>
                        <a:srgbClr val="000000"/>
                      </a:solidFill>
                      <a:prstDash val="solid"/>
                      <a:round/>
                      <a:headEnd type="none" w="med" len="med"/>
                      <a:tailEnd type="none" w="med" len="med"/>
                    </a:lnL>
                    <a:lnR>
                      <a:noFill/>
                    </a:lnR>
                    <a:lnT>
                      <a:noFill/>
                    </a:lnT>
                    <a:lnB>
                      <a:noFill/>
                    </a:lnB>
                    <a:solidFill>
                      <a:srgbClr val="FAFAFA"/>
                    </a:solidFill>
                  </a:tcPr>
                </a:tc>
                <a:tc>
                  <a:txBody>
                    <a:bodyPr/>
                    <a:lstStyle/>
                    <a:p>
                      <a:pPr algn="ctr" fontAlgn="b"/>
                      <a:r>
                        <a:rPr lang="en-AU" sz="1100" b="0" i="0" u="none" strike="noStrike">
                          <a:solidFill>
                            <a:srgbClr val="000000"/>
                          </a:solidFill>
                          <a:effectLst/>
                          <a:latin typeface="Calibri" panose="020F0502020204030204" pitchFamily="34" charset="0"/>
                        </a:rPr>
                        <a:t>19.1%</a:t>
                      </a:r>
                    </a:p>
                  </a:txBody>
                  <a:tcPr marL="9525" marR="9525" marT="9525" anchor="b">
                    <a:lnL>
                      <a:noFill/>
                    </a:lnL>
                    <a:lnR>
                      <a:noFill/>
                    </a:lnR>
                    <a:lnT>
                      <a:noFill/>
                    </a:lnT>
                    <a:lnB>
                      <a:noFill/>
                    </a:lnB>
                    <a:solidFill>
                      <a:srgbClr val="FAFAFA"/>
                    </a:solidFill>
                  </a:tcPr>
                </a:tc>
                <a:tc>
                  <a:txBody>
                    <a:bodyPr/>
                    <a:lstStyle/>
                    <a:p>
                      <a:pPr algn="ctr" fontAlgn="b"/>
                      <a:r>
                        <a:rPr lang="en-AU" sz="1100" b="0" i="0" u="none" strike="noStrike">
                          <a:solidFill>
                            <a:srgbClr val="000000"/>
                          </a:solidFill>
                          <a:effectLst/>
                          <a:latin typeface="Calibri" panose="020F0502020204030204" pitchFamily="34" charset="0"/>
                        </a:rPr>
                        <a:t>19.8%</a:t>
                      </a:r>
                    </a:p>
                  </a:txBody>
                  <a:tcPr marL="9525" marR="9525" marT="9525" anchor="b">
                    <a:lnL>
                      <a:noFill/>
                    </a:lnL>
                    <a:lnR>
                      <a:noFill/>
                    </a:lnR>
                    <a:lnT w="12700" cap="flat" cmpd="sng" algn="ctr">
                      <a:solidFill>
                        <a:srgbClr val="000000"/>
                      </a:solidFill>
                      <a:prstDash val="solid"/>
                      <a:round/>
                      <a:headEnd type="none" w="med" len="med"/>
                      <a:tailEnd type="none" w="med" len="med"/>
                    </a:lnT>
                    <a:lnB>
                      <a:noFill/>
                    </a:lnB>
                    <a:solidFill>
                      <a:srgbClr val="ACB9CA"/>
                    </a:solidFill>
                  </a:tcPr>
                </a:tc>
                <a:tc>
                  <a:txBody>
                    <a:bodyPr/>
                    <a:lstStyle/>
                    <a:p>
                      <a:pPr algn="ctr" fontAlgn="b"/>
                      <a:r>
                        <a:rPr lang="en-AU" sz="1100" b="0" i="0" u="none" strike="noStrike">
                          <a:solidFill>
                            <a:srgbClr val="000000"/>
                          </a:solidFill>
                          <a:effectLst/>
                          <a:latin typeface="Calibri" panose="020F0502020204030204" pitchFamily="34" charset="0"/>
                        </a:rPr>
                        <a:t>20.6%</a:t>
                      </a:r>
                    </a:p>
                  </a:txBody>
                  <a:tcPr marL="9525" marR="9525" marT="9525" anchor="b">
                    <a:lnL>
                      <a:noFill/>
                    </a:lnL>
                    <a:lnR>
                      <a:noFill/>
                    </a:lnR>
                    <a:lnT>
                      <a:noFill/>
                    </a:lnT>
                    <a:lnB>
                      <a:noFill/>
                    </a:lnB>
                    <a:solidFill>
                      <a:srgbClr val="FAFAFA"/>
                    </a:solidFill>
                  </a:tcPr>
                </a:tc>
                <a:tc>
                  <a:txBody>
                    <a:bodyPr/>
                    <a:lstStyle/>
                    <a:p>
                      <a:pPr algn="ctr" fontAlgn="b"/>
                      <a:r>
                        <a:rPr lang="en-AU" sz="1100" b="0" i="0" u="none" strike="noStrike">
                          <a:solidFill>
                            <a:srgbClr val="000000"/>
                          </a:solidFill>
                          <a:effectLst/>
                          <a:latin typeface="Calibri" panose="020F0502020204030204" pitchFamily="34" charset="0"/>
                        </a:rPr>
                        <a:t>21.3%</a:t>
                      </a:r>
                    </a:p>
                  </a:txBody>
                  <a:tcPr marL="9525" marR="9525" marT="9525" anchor="b">
                    <a:lnL>
                      <a:noFill/>
                    </a:lnL>
                    <a:lnR w="6350" cap="flat" cmpd="sng" algn="ctr">
                      <a:solidFill>
                        <a:srgbClr val="000000"/>
                      </a:solidFill>
                      <a:prstDash val="solid"/>
                      <a:round/>
                      <a:headEnd type="none" w="med" len="med"/>
                      <a:tailEnd type="none" w="med" len="med"/>
                    </a:lnR>
                    <a:lnT>
                      <a:noFill/>
                    </a:lnT>
                    <a:lnB>
                      <a:noFill/>
                    </a:lnB>
                    <a:solidFill>
                      <a:srgbClr val="FAFAFA"/>
                    </a:solidFill>
                  </a:tcPr>
                </a:tc>
                <a:tc>
                  <a:txBody>
                    <a:bodyPr/>
                    <a:lstStyle/>
                    <a:p>
                      <a:pPr algn="l" fontAlgn="b"/>
                      <a:endParaRPr lang="en-AU" sz="800" b="0" i="0" u="none" strike="noStrike">
                        <a:solidFill>
                          <a:srgbClr val="000000"/>
                        </a:solidFill>
                        <a:effectLst/>
                        <a:latin typeface="Arial" panose="020B0604020202020204" pitchFamily="34" charset="0"/>
                      </a:endParaRPr>
                    </a:p>
                  </a:txBody>
                  <a:tcPr marL="9525" marR="9525" marT="9525"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l" fontAlgn="b"/>
                      <a:endParaRPr lang="en-AU" sz="800" b="0" i="0" u="none" strike="noStrike">
                        <a:solidFill>
                          <a:srgbClr val="000000"/>
                        </a:solidFill>
                        <a:effectLst/>
                        <a:latin typeface="Arial" panose="020B0604020202020204" pitchFamily="34" charset="0"/>
                      </a:endParaRPr>
                    </a:p>
                  </a:txBody>
                  <a:tcPr marL="9525" marR="9525" marT="9525" anchor="b">
                    <a:lnL>
                      <a:noFill/>
                    </a:lnL>
                    <a:lnR>
                      <a:noFill/>
                    </a:lnR>
                    <a:lnT>
                      <a:noFill/>
                    </a:lnT>
                    <a:lnB>
                      <a:noFill/>
                    </a:lnB>
                  </a:tcPr>
                </a:tc>
                <a:extLst>
                  <a:ext uri="{0D108BD9-81ED-4DB2-BD59-A6C34878D82A}">
                    <a16:rowId xmlns:a16="http://schemas.microsoft.com/office/drawing/2014/main" val="2027794168"/>
                  </a:ext>
                </a:extLst>
              </a:tr>
              <a:tr h="207646">
                <a:tc>
                  <a:txBody>
                    <a:bodyPr/>
                    <a:lstStyle/>
                    <a:p>
                      <a:pPr algn="l" fontAlgn="b"/>
                      <a:endParaRPr lang="en-AU" sz="800" b="0" i="0" u="none" strike="noStrike" dirty="0">
                        <a:solidFill>
                          <a:srgbClr val="000000"/>
                        </a:solidFill>
                        <a:effectLst/>
                        <a:latin typeface="Calibri" panose="020F0502020204030204" pitchFamily="34" charset="0"/>
                      </a:endParaRPr>
                    </a:p>
                  </a:txBody>
                  <a:tcPr marL="9525" marR="9525" marT="9525" anchor="b">
                    <a:lnL>
                      <a:noFill/>
                    </a:lnL>
                    <a:lnR w="6350" cap="flat" cmpd="sng" algn="ctr">
                      <a:solidFill>
                        <a:srgbClr val="000000"/>
                      </a:solidFill>
                      <a:prstDash val="solid"/>
                      <a:round/>
                      <a:headEnd type="none" w="med" len="med"/>
                      <a:tailEnd type="none" w="med" len="med"/>
                    </a:lnR>
                    <a:lnT>
                      <a:noFill/>
                    </a:lnT>
                    <a:lnB>
                      <a:noFill/>
                    </a:lnB>
                  </a:tcPr>
                </a:tc>
                <a:tc>
                  <a:txBody>
                    <a:bodyPr/>
                    <a:lstStyle/>
                    <a:p>
                      <a:pPr algn="ctr" fontAlgn="b"/>
                      <a:r>
                        <a:rPr lang="en-AU" sz="1100" b="1" i="0" u="none" strike="noStrike">
                          <a:solidFill>
                            <a:srgbClr val="0000FF"/>
                          </a:solidFill>
                          <a:effectLst/>
                          <a:latin typeface="Calibri" panose="020F0502020204030204" pitchFamily="34" charset="0"/>
                        </a:rPr>
                        <a:t>8.0x</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c>
                  <a:txBody>
                    <a:bodyPr/>
                    <a:lstStyle/>
                    <a:p>
                      <a:pPr algn="ctr" fontAlgn="b"/>
                      <a:r>
                        <a:rPr lang="en-AU" sz="1100" b="0" i="0" u="none" strike="noStrike">
                          <a:solidFill>
                            <a:srgbClr val="000000"/>
                          </a:solidFill>
                          <a:effectLst/>
                          <a:latin typeface="Calibri" panose="020F0502020204030204" pitchFamily="34" charset="0"/>
                        </a:rPr>
                        <a:t>16.2%</a:t>
                      </a:r>
                    </a:p>
                  </a:txBody>
                  <a:tcPr marL="9525" marR="9525" marT="9525" anchor="b">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rgbClr val="FAFAFA"/>
                    </a:solidFill>
                  </a:tcPr>
                </a:tc>
                <a:tc>
                  <a:txBody>
                    <a:bodyPr/>
                    <a:lstStyle/>
                    <a:p>
                      <a:pPr algn="ctr" fontAlgn="b"/>
                      <a:r>
                        <a:rPr lang="en-AU" sz="1100" b="0" i="0" u="none" strike="noStrike">
                          <a:solidFill>
                            <a:srgbClr val="000000"/>
                          </a:solidFill>
                          <a:effectLst/>
                          <a:latin typeface="Calibri" panose="020F0502020204030204" pitchFamily="34" charset="0"/>
                        </a:rPr>
                        <a:t>17.1%</a:t>
                      </a:r>
                    </a:p>
                  </a:txBody>
                  <a:tcPr marL="9525" marR="9525" marT="9525" anchor="b">
                    <a:lnL>
                      <a:noFill/>
                    </a:lnL>
                    <a:lnR>
                      <a:noFill/>
                    </a:lnR>
                    <a:lnT>
                      <a:noFill/>
                    </a:lnT>
                    <a:lnB w="6350" cap="flat" cmpd="sng" algn="ctr">
                      <a:solidFill>
                        <a:srgbClr val="000000"/>
                      </a:solidFill>
                      <a:prstDash val="solid"/>
                      <a:round/>
                      <a:headEnd type="none" w="med" len="med"/>
                      <a:tailEnd type="none" w="med" len="med"/>
                    </a:lnB>
                    <a:solidFill>
                      <a:srgbClr val="FAFAFA"/>
                    </a:solidFill>
                  </a:tcPr>
                </a:tc>
                <a:tc>
                  <a:txBody>
                    <a:bodyPr/>
                    <a:lstStyle/>
                    <a:p>
                      <a:pPr algn="ctr" fontAlgn="b"/>
                      <a:r>
                        <a:rPr lang="en-AU" sz="1100" b="0" i="0" u="none" strike="noStrike">
                          <a:solidFill>
                            <a:srgbClr val="000000"/>
                          </a:solidFill>
                          <a:effectLst/>
                          <a:latin typeface="Calibri" panose="020F0502020204030204" pitchFamily="34" charset="0"/>
                        </a:rPr>
                        <a:t>17.9%</a:t>
                      </a:r>
                    </a:p>
                  </a:txBody>
                  <a:tcPr marL="9525" marR="9525" marT="9525" anchor="b">
                    <a:lnL>
                      <a:noFill/>
                    </a:lnL>
                    <a:lnR>
                      <a:noFill/>
                    </a:lnR>
                    <a:lnT>
                      <a:noFill/>
                    </a:lnT>
                    <a:lnB w="6350" cap="flat" cmpd="sng" algn="ctr">
                      <a:solidFill>
                        <a:srgbClr val="000000"/>
                      </a:solidFill>
                      <a:prstDash val="solid"/>
                      <a:round/>
                      <a:headEnd type="none" w="med" len="med"/>
                      <a:tailEnd type="none" w="med" len="med"/>
                    </a:lnB>
                    <a:solidFill>
                      <a:srgbClr val="ACB9CA"/>
                    </a:solidFill>
                  </a:tcPr>
                </a:tc>
                <a:tc>
                  <a:txBody>
                    <a:bodyPr/>
                    <a:lstStyle/>
                    <a:p>
                      <a:pPr algn="ctr" fontAlgn="b"/>
                      <a:r>
                        <a:rPr lang="en-AU" sz="1100" b="0" i="0" u="none" strike="noStrike">
                          <a:solidFill>
                            <a:srgbClr val="000000"/>
                          </a:solidFill>
                          <a:effectLst/>
                          <a:latin typeface="Calibri" panose="020F0502020204030204" pitchFamily="34" charset="0"/>
                        </a:rPr>
                        <a:t>18.7%</a:t>
                      </a:r>
                    </a:p>
                  </a:txBody>
                  <a:tcPr marL="9525" marR="9525" marT="9525" anchor="b">
                    <a:lnL>
                      <a:noFill/>
                    </a:lnL>
                    <a:lnR>
                      <a:noFill/>
                    </a:lnR>
                    <a:lnT>
                      <a:noFill/>
                    </a:lnT>
                    <a:lnB w="6350" cap="flat" cmpd="sng" algn="ctr">
                      <a:solidFill>
                        <a:srgbClr val="000000"/>
                      </a:solidFill>
                      <a:prstDash val="solid"/>
                      <a:round/>
                      <a:headEnd type="none" w="med" len="med"/>
                      <a:tailEnd type="none" w="med" len="med"/>
                    </a:lnB>
                    <a:solidFill>
                      <a:srgbClr val="FAFAFA"/>
                    </a:solidFill>
                  </a:tcPr>
                </a:tc>
                <a:tc>
                  <a:txBody>
                    <a:bodyPr/>
                    <a:lstStyle/>
                    <a:p>
                      <a:pPr algn="ctr" fontAlgn="b"/>
                      <a:r>
                        <a:rPr lang="en-AU" sz="1100" b="0" i="0" u="none" strike="noStrike">
                          <a:solidFill>
                            <a:srgbClr val="000000"/>
                          </a:solidFill>
                          <a:effectLst/>
                          <a:latin typeface="Calibri" panose="020F0502020204030204" pitchFamily="34" charset="0"/>
                        </a:rPr>
                        <a:t>19.4%</a:t>
                      </a:r>
                    </a:p>
                  </a:txBody>
                  <a:tcPr marL="9525" marR="9525" marT="9525" anchor="b">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AFAFA"/>
                    </a:solidFill>
                  </a:tcPr>
                </a:tc>
                <a:tc>
                  <a:txBody>
                    <a:bodyPr/>
                    <a:lstStyle/>
                    <a:p>
                      <a:pPr algn="l" fontAlgn="b"/>
                      <a:endParaRPr lang="en-AU" sz="800" b="0" i="0" u="none" strike="noStrike">
                        <a:solidFill>
                          <a:srgbClr val="000000"/>
                        </a:solidFill>
                        <a:effectLst/>
                        <a:latin typeface="Arial" panose="020B0604020202020204" pitchFamily="34" charset="0"/>
                      </a:endParaRPr>
                    </a:p>
                  </a:txBody>
                  <a:tcPr marL="9525" marR="9525" marT="9525"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l" fontAlgn="b"/>
                      <a:endParaRPr lang="en-AU" sz="800" b="0" i="0" u="none" strike="noStrike">
                        <a:solidFill>
                          <a:srgbClr val="000000"/>
                        </a:solidFill>
                        <a:effectLst/>
                        <a:latin typeface="Arial" panose="020B0604020202020204" pitchFamily="34" charset="0"/>
                      </a:endParaRPr>
                    </a:p>
                  </a:txBody>
                  <a:tcPr marL="9525" marR="9525" marT="9525" anchor="b">
                    <a:lnL>
                      <a:noFill/>
                    </a:lnL>
                    <a:lnR>
                      <a:noFill/>
                    </a:lnR>
                    <a:lnT>
                      <a:noFill/>
                    </a:lnT>
                    <a:lnB>
                      <a:noFill/>
                    </a:lnB>
                  </a:tcPr>
                </a:tc>
                <a:extLst>
                  <a:ext uri="{0D108BD9-81ED-4DB2-BD59-A6C34878D82A}">
                    <a16:rowId xmlns:a16="http://schemas.microsoft.com/office/drawing/2014/main" val="178656467"/>
                  </a:ext>
                </a:extLst>
              </a:tr>
              <a:tr h="165052">
                <a:tc>
                  <a:txBody>
                    <a:bodyPr/>
                    <a:lstStyle/>
                    <a:p>
                      <a:pPr algn="l" fontAlgn="b"/>
                      <a:endParaRPr lang="en-AU" sz="800" b="0" i="0" u="none" strike="noStrike" dirty="0">
                        <a:solidFill>
                          <a:srgbClr val="000000"/>
                        </a:solidFill>
                        <a:effectLst/>
                        <a:latin typeface="Arial" panose="020B0604020202020204" pitchFamily="34" charset="0"/>
                      </a:endParaRPr>
                    </a:p>
                  </a:txBody>
                  <a:tcPr marL="9525" marR="9525" marT="9525" anchor="b">
                    <a:lnL>
                      <a:noFill/>
                    </a:lnL>
                    <a:lnR>
                      <a:noFill/>
                    </a:lnR>
                    <a:lnT>
                      <a:noFill/>
                    </a:lnT>
                    <a:lnB>
                      <a:noFill/>
                    </a:lnB>
                  </a:tcPr>
                </a:tc>
                <a:tc>
                  <a:txBody>
                    <a:bodyPr/>
                    <a:lstStyle/>
                    <a:p>
                      <a:pPr algn="l" fontAlgn="b"/>
                      <a:endParaRPr lang="en-AU" sz="800" b="0" i="0" u="none" strike="noStrike">
                        <a:solidFill>
                          <a:srgbClr val="000000"/>
                        </a:solidFill>
                        <a:effectLst/>
                        <a:latin typeface="Arial" panose="020B0604020202020204" pitchFamily="34" charset="0"/>
                      </a:endParaRPr>
                    </a:p>
                  </a:txBody>
                  <a:tcPr marL="9525" marR="9525" marT="9525"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b"/>
                      <a:endParaRPr lang="en-AU" sz="800" b="0" i="0" u="none" strike="noStrike">
                        <a:solidFill>
                          <a:srgbClr val="000000"/>
                        </a:solidFill>
                        <a:effectLst/>
                        <a:latin typeface="Arial" panose="020B0604020202020204" pitchFamily="34" charset="0"/>
                      </a:endParaRPr>
                    </a:p>
                  </a:txBody>
                  <a:tcPr marL="9525" marR="9525" marT="9525"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b"/>
                      <a:endParaRPr lang="en-AU" sz="800" b="0" i="0" u="none" strike="noStrike">
                        <a:solidFill>
                          <a:srgbClr val="000000"/>
                        </a:solidFill>
                        <a:effectLst/>
                        <a:latin typeface="Arial" panose="020B0604020202020204" pitchFamily="34" charset="0"/>
                      </a:endParaRPr>
                    </a:p>
                  </a:txBody>
                  <a:tcPr marL="9525" marR="9525" marT="9525"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b"/>
                      <a:endParaRPr lang="en-AU" sz="800" b="0" i="0" u="none" strike="noStrike">
                        <a:solidFill>
                          <a:srgbClr val="000000"/>
                        </a:solidFill>
                        <a:effectLst/>
                        <a:latin typeface="Arial" panose="020B0604020202020204" pitchFamily="34" charset="0"/>
                      </a:endParaRPr>
                    </a:p>
                  </a:txBody>
                  <a:tcPr marL="9525" marR="9525" marT="9525"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b"/>
                      <a:endParaRPr lang="en-AU" sz="800" b="0" i="0" u="none" strike="noStrike">
                        <a:solidFill>
                          <a:srgbClr val="000000"/>
                        </a:solidFill>
                        <a:effectLst/>
                        <a:latin typeface="Arial" panose="020B0604020202020204" pitchFamily="34" charset="0"/>
                      </a:endParaRPr>
                    </a:p>
                  </a:txBody>
                  <a:tcPr marL="9525" marR="9525" marT="9525"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b"/>
                      <a:endParaRPr lang="en-AU" sz="800" b="0" i="0" u="none" strike="noStrike">
                        <a:solidFill>
                          <a:srgbClr val="000000"/>
                        </a:solidFill>
                        <a:effectLst/>
                        <a:latin typeface="Arial" panose="020B0604020202020204" pitchFamily="34" charset="0"/>
                      </a:endParaRPr>
                    </a:p>
                  </a:txBody>
                  <a:tcPr marL="9525" marR="9525" marT="9525"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b"/>
                      <a:endParaRPr lang="en-AU" sz="800" b="0" i="0" u="none" strike="noStrike">
                        <a:solidFill>
                          <a:srgbClr val="000000"/>
                        </a:solidFill>
                        <a:effectLst/>
                        <a:latin typeface="Arial" panose="020B0604020202020204" pitchFamily="34" charset="0"/>
                      </a:endParaRPr>
                    </a:p>
                  </a:txBody>
                  <a:tcPr marL="9525" marR="9525" marT="9525" anchor="b">
                    <a:lnL>
                      <a:noFill/>
                    </a:lnL>
                    <a:lnR>
                      <a:noFill/>
                    </a:lnR>
                    <a:lnT>
                      <a:noFill/>
                    </a:lnT>
                    <a:lnB>
                      <a:noFill/>
                    </a:lnB>
                  </a:tcPr>
                </a:tc>
                <a:tc>
                  <a:txBody>
                    <a:bodyPr/>
                    <a:lstStyle/>
                    <a:p>
                      <a:pPr algn="l" fontAlgn="b"/>
                      <a:endParaRPr lang="en-AU" sz="800" b="0" i="0" u="none" strike="noStrike" dirty="0">
                        <a:solidFill>
                          <a:srgbClr val="000000"/>
                        </a:solidFill>
                        <a:effectLst/>
                        <a:latin typeface="Arial" panose="020B0604020202020204" pitchFamily="34" charset="0"/>
                      </a:endParaRPr>
                    </a:p>
                  </a:txBody>
                  <a:tcPr marL="9525" marR="9525" marT="9525" anchor="b">
                    <a:lnL>
                      <a:noFill/>
                    </a:lnL>
                    <a:lnR>
                      <a:noFill/>
                    </a:lnR>
                    <a:lnT>
                      <a:noFill/>
                    </a:lnT>
                    <a:lnB>
                      <a:noFill/>
                    </a:lnB>
                  </a:tcPr>
                </a:tc>
                <a:extLst>
                  <a:ext uri="{0D108BD9-81ED-4DB2-BD59-A6C34878D82A}">
                    <a16:rowId xmlns:a16="http://schemas.microsoft.com/office/drawing/2014/main" val="4159777992"/>
                  </a:ext>
                </a:extLst>
              </a:tr>
            </a:tbl>
          </a:graphicData>
        </a:graphic>
      </p:graphicFrame>
      <p:graphicFrame>
        <p:nvGraphicFramePr>
          <p:cNvPr id="22" name="Table 22">
            <a:extLst>
              <a:ext uri="{FF2B5EF4-FFF2-40B4-BE49-F238E27FC236}">
                <a16:creationId xmlns:a16="http://schemas.microsoft.com/office/drawing/2014/main" id="{D0BBC3DE-D024-8B3E-DE47-8D302C055B7C}"/>
              </a:ext>
            </a:extLst>
          </p:cNvPr>
          <p:cNvGraphicFramePr>
            <a:graphicFrameLocks noGrp="1"/>
          </p:cNvGraphicFramePr>
          <p:nvPr>
            <p:extLst>
              <p:ext uri="{D42A27DB-BD31-4B8C-83A1-F6EECF244321}">
                <p14:modId xmlns:p14="http://schemas.microsoft.com/office/powerpoint/2010/main" val="2484407219"/>
              </p:ext>
            </p:extLst>
          </p:nvPr>
        </p:nvGraphicFramePr>
        <p:xfrm>
          <a:off x="5416421" y="1868179"/>
          <a:ext cx="2996063" cy="2017374"/>
        </p:xfrm>
        <a:graphic>
          <a:graphicData uri="http://schemas.openxmlformats.org/drawingml/2006/table">
            <a:tbl>
              <a:tblPr firstRow="1" bandRow="1">
                <a:tableStyleId>{5C22544A-7EE6-4342-B048-85BDC9FD1C3A}</a:tableStyleId>
              </a:tblPr>
              <a:tblGrid>
                <a:gridCol w="1514178">
                  <a:extLst>
                    <a:ext uri="{9D8B030D-6E8A-4147-A177-3AD203B41FA5}">
                      <a16:colId xmlns:a16="http://schemas.microsoft.com/office/drawing/2014/main" val="4147209866"/>
                    </a:ext>
                  </a:extLst>
                </a:gridCol>
                <a:gridCol w="483197">
                  <a:extLst>
                    <a:ext uri="{9D8B030D-6E8A-4147-A177-3AD203B41FA5}">
                      <a16:colId xmlns:a16="http://schemas.microsoft.com/office/drawing/2014/main" val="3283563181"/>
                    </a:ext>
                  </a:extLst>
                </a:gridCol>
                <a:gridCol w="998688">
                  <a:extLst>
                    <a:ext uri="{9D8B030D-6E8A-4147-A177-3AD203B41FA5}">
                      <a16:colId xmlns:a16="http://schemas.microsoft.com/office/drawing/2014/main" val="3398321835"/>
                    </a:ext>
                  </a:extLst>
                </a:gridCol>
              </a:tblGrid>
              <a:tr h="336014">
                <a:tc gridSpan="3">
                  <a:txBody>
                    <a:bodyPr/>
                    <a:lstStyle/>
                    <a:p>
                      <a:pPr algn="ctr"/>
                      <a:r>
                        <a:rPr lang="en-US" sz="1200">
                          <a:latin typeface="Segoe UI Symbol"/>
                          <a:ea typeface="Segoe UI Symbol"/>
                        </a:rPr>
                        <a:t>Sources</a:t>
                      </a:r>
                    </a:p>
                  </a:txBody>
                  <a:tcPr>
                    <a:solidFill>
                      <a:schemeClr val="tx1"/>
                    </a:solidFill>
                  </a:tcPr>
                </a:tc>
                <a:tc hMerge="1">
                  <a:txBody>
                    <a:bodyPr/>
                    <a:lstStyle/>
                    <a:p>
                      <a:endParaRPr lang="en-US"/>
                    </a:p>
                  </a:txBody>
                  <a:tcPr/>
                </a:tc>
                <a:tc hMerge="1">
                  <a:txBody>
                    <a:bodyPr/>
                    <a:lstStyle/>
                    <a:p>
                      <a:endParaRPr lang="en-US" dirty="0"/>
                    </a:p>
                  </a:txBody>
                  <a:tcPr/>
                </a:tc>
                <a:extLst>
                  <a:ext uri="{0D108BD9-81ED-4DB2-BD59-A6C34878D82A}">
                    <a16:rowId xmlns:a16="http://schemas.microsoft.com/office/drawing/2014/main" val="2241528117"/>
                  </a:ext>
                </a:extLst>
              </a:tr>
              <a:tr h="336014">
                <a:tc>
                  <a:txBody>
                    <a:bodyPr/>
                    <a:lstStyle/>
                    <a:p>
                      <a:r>
                        <a:rPr lang="en-US" sz="1200">
                          <a:latin typeface="Segoe UI Symbol"/>
                          <a:ea typeface="Segoe UI Symbol"/>
                        </a:rPr>
                        <a:t>Sponsor equity</a:t>
                      </a:r>
                    </a:p>
                  </a:txBody>
                  <a:tcPr>
                    <a:noFill/>
                  </a:tcPr>
                </a:tc>
                <a:tc>
                  <a:txBody>
                    <a:bodyPr/>
                    <a:lstStyle/>
                    <a:p>
                      <a:r>
                        <a:rPr lang="en-US" sz="1200">
                          <a:latin typeface="Segoe UI Symbol"/>
                          <a:ea typeface="Segoe UI Symbol"/>
                        </a:rPr>
                        <a:t>A$</a:t>
                      </a:r>
                    </a:p>
                  </a:txBody>
                  <a:tcPr>
                    <a:noFill/>
                  </a:tcPr>
                </a:tc>
                <a:tc>
                  <a:txBody>
                    <a:bodyPr/>
                    <a:lstStyle/>
                    <a:p>
                      <a:r>
                        <a:rPr lang="en-US" sz="1200">
                          <a:latin typeface="Segoe UI Symbol"/>
                          <a:ea typeface="Segoe UI Symbol"/>
                        </a:rPr>
                        <a:t>92,875,393</a:t>
                      </a:r>
                    </a:p>
                  </a:txBody>
                  <a:tcPr>
                    <a:noFill/>
                  </a:tcPr>
                </a:tc>
                <a:extLst>
                  <a:ext uri="{0D108BD9-81ED-4DB2-BD59-A6C34878D82A}">
                    <a16:rowId xmlns:a16="http://schemas.microsoft.com/office/drawing/2014/main" val="1795357043"/>
                  </a:ext>
                </a:extLst>
              </a:tr>
              <a:tr h="336014">
                <a:tc>
                  <a:txBody>
                    <a:bodyPr/>
                    <a:lstStyle/>
                    <a:p>
                      <a:r>
                        <a:rPr lang="en-US" sz="1200">
                          <a:latin typeface="Segoe UI Symbol"/>
                          <a:ea typeface="Segoe UI Symbol"/>
                        </a:rPr>
                        <a:t>Acquisition debt</a:t>
                      </a:r>
                    </a:p>
                  </a:txBody>
                  <a:tcPr>
                    <a:noFill/>
                  </a:tcPr>
                </a:tc>
                <a:tc>
                  <a:txBody>
                    <a:bodyPr/>
                    <a:lstStyle/>
                    <a:p>
                      <a:r>
                        <a:rPr lang="en-US" sz="1200">
                          <a:latin typeface="Segoe UI Symbol"/>
                          <a:ea typeface="Segoe UI Symbol"/>
                        </a:rPr>
                        <a:t>A$</a:t>
                      </a:r>
                    </a:p>
                  </a:txBody>
                  <a:tcPr>
                    <a:noFill/>
                  </a:tcPr>
                </a:tc>
                <a:tc>
                  <a:txBody>
                    <a:bodyPr/>
                    <a:lstStyle/>
                    <a:p>
                      <a:r>
                        <a:rPr lang="en-US" sz="1200">
                          <a:latin typeface="Segoe UI Symbol"/>
                          <a:ea typeface="Segoe UI Symbol"/>
                        </a:rPr>
                        <a:t>631,883,054</a:t>
                      </a:r>
                    </a:p>
                  </a:txBody>
                  <a:tcPr>
                    <a:noFill/>
                  </a:tcPr>
                </a:tc>
                <a:extLst>
                  <a:ext uri="{0D108BD9-81ED-4DB2-BD59-A6C34878D82A}">
                    <a16:rowId xmlns:a16="http://schemas.microsoft.com/office/drawing/2014/main" val="3316216714"/>
                  </a:ext>
                </a:extLst>
              </a:tr>
              <a:tr h="673318">
                <a:tc>
                  <a:txBody>
                    <a:bodyPr/>
                    <a:lstStyle/>
                    <a:p>
                      <a:r>
                        <a:rPr lang="en-US" sz="1200">
                          <a:latin typeface="Segoe UI Symbol"/>
                          <a:ea typeface="Segoe UI Symbol"/>
                        </a:rPr>
                        <a:t>Cash on balance sheet</a:t>
                      </a:r>
                    </a:p>
                  </a:txBody>
                  <a:tcPr>
                    <a:lnB w="28575" cap="flat" cmpd="sng" algn="ctr">
                      <a:solidFill>
                        <a:schemeClr val="tx1"/>
                      </a:solidFill>
                      <a:prstDash val="solid"/>
                      <a:round/>
                      <a:headEnd type="none" w="med" len="med"/>
                      <a:tailEnd type="none" w="med" len="med"/>
                    </a:lnB>
                    <a:noFill/>
                  </a:tcPr>
                </a:tc>
                <a:tc>
                  <a:txBody>
                    <a:bodyPr/>
                    <a:lstStyle/>
                    <a:p>
                      <a:r>
                        <a:rPr lang="en-US" sz="1200">
                          <a:latin typeface="Segoe UI Symbol"/>
                          <a:ea typeface="Segoe UI Symbol"/>
                        </a:rPr>
                        <a:t>A$</a:t>
                      </a:r>
                    </a:p>
                  </a:txBody>
                  <a:tcPr>
                    <a:lnB w="28575" cap="flat" cmpd="sng" algn="ctr">
                      <a:solidFill>
                        <a:schemeClr val="tx1"/>
                      </a:solidFill>
                      <a:prstDash val="solid"/>
                      <a:round/>
                      <a:headEnd type="none" w="med" len="med"/>
                      <a:tailEnd type="none" w="med" len="med"/>
                    </a:lnB>
                    <a:noFill/>
                  </a:tcPr>
                </a:tc>
                <a:tc>
                  <a:txBody>
                    <a:bodyPr/>
                    <a:lstStyle/>
                    <a:p>
                      <a:r>
                        <a:rPr lang="en-US" sz="1200">
                          <a:latin typeface="Segoe UI Symbol"/>
                          <a:ea typeface="Segoe UI Symbol"/>
                        </a:rPr>
                        <a:t>69,601,535</a:t>
                      </a:r>
                    </a:p>
                  </a:txBody>
                  <a:tcPr>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31548968"/>
                  </a:ext>
                </a:extLst>
              </a:tr>
              <a:tr h="336014">
                <a:tc>
                  <a:txBody>
                    <a:bodyPr/>
                    <a:lstStyle/>
                    <a:p>
                      <a:r>
                        <a:rPr lang="en-US" sz="1200">
                          <a:latin typeface="Segoe UI Symbol"/>
                          <a:ea typeface="Segoe UI Symbol"/>
                        </a:rPr>
                        <a:t>Total</a:t>
                      </a:r>
                    </a:p>
                  </a:txBody>
                  <a:tcPr>
                    <a:lnT w="28575" cap="flat" cmpd="sng" algn="ctr">
                      <a:solidFill>
                        <a:schemeClr val="tx1"/>
                      </a:solidFill>
                      <a:prstDash val="solid"/>
                      <a:round/>
                      <a:headEnd type="none" w="med" len="med"/>
                      <a:tailEnd type="none" w="med" len="med"/>
                    </a:lnT>
                    <a:noFill/>
                  </a:tcPr>
                </a:tc>
                <a:tc>
                  <a:txBody>
                    <a:bodyPr/>
                    <a:lstStyle/>
                    <a:p>
                      <a:r>
                        <a:rPr lang="en-US" sz="1200" dirty="0">
                          <a:latin typeface="Segoe UI Symbol"/>
                          <a:ea typeface="Segoe UI Symbol"/>
                        </a:rPr>
                        <a:t>A$</a:t>
                      </a:r>
                    </a:p>
                  </a:txBody>
                  <a:tcPr>
                    <a:lnT w="28575" cap="flat" cmpd="sng" algn="ctr">
                      <a:solidFill>
                        <a:schemeClr val="tx1"/>
                      </a:solidFill>
                      <a:prstDash val="solid"/>
                      <a:round/>
                      <a:headEnd type="none" w="med" len="med"/>
                      <a:tailEnd type="none" w="med" len="med"/>
                    </a:lnT>
                    <a:noFill/>
                  </a:tcPr>
                </a:tc>
                <a:tc>
                  <a:txBody>
                    <a:bodyPr/>
                    <a:lstStyle/>
                    <a:p>
                      <a:r>
                        <a:rPr lang="en-US" sz="1200" dirty="0">
                          <a:latin typeface="Segoe UI Symbol"/>
                          <a:ea typeface="Segoe UI Symbol"/>
                        </a:rPr>
                        <a:t>794,359,982</a:t>
                      </a:r>
                    </a:p>
                  </a:txBody>
                  <a:tcPr>
                    <a:lnT w="28575"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1266779154"/>
                  </a:ext>
                </a:extLst>
              </a:tr>
            </a:tbl>
          </a:graphicData>
        </a:graphic>
      </p:graphicFrame>
      <p:graphicFrame>
        <p:nvGraphicFramePr>
          <p:cNvPr id="23" name="Table 22">
            <a:extLst>
              <a:ext uri="{FF2B5EF4-FFF2-40B4-BE49-F238E27FC236}">
                <a16:creationId xmlns:a16="http://schemas.microsoft.com/office/drawing/2014/main" id="{4DE61E3C-434D-7E26-0E82-D4DA53362B57}"/>
              </a:ext>
            </a:extLst>
          </p:cNvPr>
          <p:cNvGraphicFramePr>
            <a:graphicFrameLocks noGrp="1"/>
          </p:cNvGraphicFramePr>
          <p:nvPr>
            <p:extLst>
              <p:ext uri="{D42A27DB-BD31-4B8C-83A1-F6EECF244321}">
                <p14:modId xmlns:p14="http://schemas.microsoft.com/office/powerpoint/2010/main" val="3043835431"/>
              </p:ext>
            </p:extLst>
          </p:nvPr>
        </p:nvGraphicFramePr>
        <p:xfrm>
          <a:off x="8500219" y="1874254"/>
          <a:ext cx="3099029" cy="1974128"/>
        </p:xfrm>
        <a:graphic>
          <a:graphicData uri="http://schemas.openxmlformats.org/drawingml/2006/table">
            <a:tbl>
              <a:tblPr firstRow="1" bandRow="1">
                <a:tableStyleId>{5C22544A-7EE6-4342-B048-85BDC9FD1C3A}</a:tableStyleId>
              </a:tblPr>
              <a:tblGrid>
                <a:gridCol w="1566216">
                  <a:extLst>
                    <a:ext uri="{9D8B030D-6E8A-4147-A177-3AD203B41FA5}">
                      <a16:colId xmlns:a16="http://schemas.microsoft.com/office/drawing/2014/main" val="3201057007"/>
                    </a:ext>
                  </a:extLst>
                </a:gridCol>
                <a:gridCol w="499803">
                  <a:extLst>
                    <a:ext uri="{9D8B030D-6E8A-4147-A177-3AD203B41FA5}">
                      <a16:colId xmlns:a16="http://schemas.microsoft.com/office/drawing/2014/main" val="2989302459"/>
                    </a:ext>
                  </a:extLst>
                </a:gridCol>
                <a:gridCol w="1033010">
                  <a:extLst>
                    <a:ext uri="{9D8B030D-6E8A-4147-A177-3AD203B41FA5}">
                      <a16:colId xmlns:a16="http://schemas.microsoft.com/office/drawing/2014/main" val="3154624208"/>
                    </a:ext>
                  </a:extLst>
                </a:gridCol>
              </a:tblGrid>
              <a:tr h="328612">
                <a:tc gridSpan="3">
                  <a:txBody>
                    <a:bodyPr/>
                    <a:lstStyle/>
                    <a:p>
                      <a:pPr algn="ctr"/>
                      <a:r>
                        <a:rPr lang="en-US" sz="1200">
                          <a:solidFill>
                            <a:schemeClr val="bg1"/>
                          </a:solidFill>
                          <a:latin typeface="Segoe UI Symbol"/>
                          <a:ea typeface="Segoe UI Symbol"/>
                        </a:rPr>
                        <a:t>Uses</a:t>
                      </a:r>
                    </a:p>
                  </a:txBody>
                  <a:tcPr>
                    <a:solidFill>
                      <a:schemeClr val="tx1"/>
                    </a:solidFill>
                  </a:tcPr>
                </a:tc>
                <a:tc hMerge="1">
                  <a:txBody>
                    <a:bodyPr/>
                    <a:lstStyle/>
                    <a:p>
                      <a:endParaRPr lang="en-US"/>
                    </a:p>
                  </a:txBody>
                  <a:tcPr/>
                </a:tc>
                <a:tc hMerge="1">
                  <a:txBody>
                    <a:bodyPr/>
                    <a:lstStyle/>
                    <a:p>
                      <a:endParaRPr lang="en-US" dirty="0"/>
                    </a:p>
                  </a:txBody>
                  <a:tcPr/>
                </a:tc>
                <a:extLst>
                  <a:ext uri="{0D108BD9-81ED-4DB2-BD59-A6C34878D82A}">
                    <a16:rowId xmlns:a16="http://schemas.microsoft.com/office/drawing/2014/main" val="2781376801"/>
                  </a:ext>
                </a:extLst>
              </a:tr>
              <a:tr h="484272">
                <a:tc>
                  <a:txBody>
                    <a:bodyPr/>
                    <a:lstStyle/>
                    <a:p>
                      <a:r>
                        <a:rPr lang="en-US" sz="1200">
                          <a:latin typeface="Segoe UI Symbol"/>
                          <a:ea typeface="Segoe UI Symbol"/>
                        </a:rPr>
                        <a:t>Equity purchase price</a:t>
                      </a:r>
                    </a:p>
                  </a:txBody>
                  <a:tcPr>
                    <a:noFill/>
                  </a:tcPr>
                </a:tc>
                <a:tc>
                  <a:txBody>
                    <a:bodyPr/>
                    <a:lstStyle/>
                    <a:p>
                      <a:r>
                        <a:rPr lang="en-US" sz="1200">
                          <a:latin typeface="Segoe UI Symbol"/>
                          <a:ea typeface="Segoe UI Symbol"/>
                        </a:rPr>
                        <a:t>A$</a:t>
                      </a:r>
                    </a:p>
                  </a:txBody>
                  <a:tcPr>
                    <a:noFill/>
                  </a:tcPr>
                </a:tc>
                <a:tc>
                  <a:txBody>
                    <a:bodyPr/>
                    <a:lstStyle/>
                    <a:p>
                      <a:r>
                        <a:rPr lang="en-US" sz="1200">
                          <a:latin typeface="Segoe UI Symbol"/>
                          <a:ea typeface="Segoe UI Symbol"/>
                        </a:rPr>
                        <a:t>701,173,466</a:t>
                      </a:r>
                    </a:p>
                  </a:txBody>
                  <a:tcPr>
                    <a:noFill/>
                  </a:tcPr>
                </a:tc>
                <a:extLst>
                  <a:ext uri="{0D108BD9-81ED-4DB2-BD59-A6C34878D82A}">
                    <a16:rowId xmlns:a16="http://schemas.microsoft.com/office/drawing/2014/main" val="2402276472"/>
                  </a:ext>
                </a:extLst>
              </a:tr>
              <a:tr h="294021">
                <a:tc>
                  <a:txBody>
                    <a:bodyPr/>
                    <a:lstStyle/>
                    <a:p>
                      <a:r>
                        <a:rPr lang="en-US" sz="1200">
                          <a:latin typeface="Segoe UI Symbol"/>
                          <a:ea typeface="Segoe UI Symbol"/>
                        </a:rPr>
                        <a:t>Refinance debt</a:t>
                      </a:r>
                    </a:p>
                  </a:txBody>
                  <a:tcPr>
                    <a:noFill/>
                  </a:tcPr>
                </a:tc>
                <a:tc>
                  <a:txBody>
                    <a:bodyPr/>
                    <a:lstStyle/>
                    <a:p>
                      <a:r>
                        <a:rPr lang="en-US" sz="1200">
                          <a:latin typeface="Segoe UI Symbol"/>
                          <a:ea typeface="Segoe UI Symbol"/>
                        </a:rPr>
                        <a:t>A$</a:t>
                      </a:r>
                    </a:p>
                  </a:txBody>
                  <a:tcPr>
                    <a:noFill/>
                  </a:tcPr>
                </a:tc>
                <a:tc>
                  <a:txBody>
                    <a:bodyPr/>
                    <a:lstStyle/>
                    <a:p>
                      <a:r>
                        <a:rPr lang="en-US" sz="1200">
                          <a:latin typeface="Segoe UI Symbol"/>
                          <a:ea typeface="Segoe UI Symbol"/>
                        </a:rPr>
                        <a:t>75,872,000</a:t>
                      </a:r>
                    </a:p>
                  </a:txBody>
                  <a:tcPr>
                    <a:noFill/>
                  </a:tcPr>
                </a:tc>
                <a:extLst>
                  <a:ext uri="{0D108BD9-81ED-4DB2-BD59-A6C34878D82A}">
                    <a16:rowId xmlns:a16="http://schemas.microsoft.com/office/drawing/2014/main" val="443581918"/>
                  </a:ext>
                </a:extLst>
              </a:tr>
              <a:tr h="294021">
                <a:tc>
                  <a:txBody>
                    <a:bodyPr/>
                    <a:lstStyle/>
                    <a:p>
                      <a:r>
                        <a:rPr lang="en-US" sz="1200">
                          <a:latin typeface="Segoe UI Symbol"/>
                          <a:ea typeface="Segoe UI Symbol"/>
                        </a:rPr>
                        <a:t>Financing Fees</a:t>
                      </a:r>
                    </a:p>
                  </a:txBody>
                  <a:tcPr>
                    <a:noFill/>
                  </a:tcPr>
                </a:tc>
                <a:tc>
                  <a:txBody>
                    <a:bodyPr/>
                    <a:lstStyle/>
                    <a:p>
                      <a:r>
                        <a:rPr lang="en-US" sz="1200">
                          <a:latin typeface="Segoe UI Symbol"/>
                          <a:ea typeface="Segoe UI Symbol"/>
                        </a:rPr>
                        <a:t>A$</a:t>
                      </a:r>
                    </a:p>
                  </a:txBody>
                  <a:tcPr>
                    <a:noFill/>
                  </a:tcPr>
                </a:tc>
                <a:tc>
                  <a:txBody>
                    <a:bodyPr/>
                    <a:lstStyle/>
                    <a:p>
                      <a:r>
                        <a:rPr lang="en-US" sz="1200">
                          <a:latin typeface="Segoe UI Symbol"/>
                          <a:ea typeface="Segoe UI Symbol"/>
                        </a:rPr>
                        <a:t>1,517,440</a:t>
                      </a:r>
                    </a:p>
                  </a:txBody>
                  <a:tcPr>
                    <a:noFill/>
                  </a:tcPr>
                </a:tc>
                <a:extLst>
                  <a:ext uri="{0D108BD9-81ED-4DB2-BD59-A6C34878D82A}">
                    <a16:rowId xmlns:a16="http://schemas.microsoft.com/office/drawing/2014/main" val="3859074698"/>
                  </a:ext>
                </a:extLst>
              </a:tr>
              <a:tr h="279181">
                <a:tc>
                  <a:txBody>
                    <a:bodyPr/>
                    <a:lstStyle/>
                    <a:p>
                      <a:r>
                        <a:rPr lang="en-US" sz="1200">
                          <a:latin typeface="Segoe UI Symbol"/>
                          <a:ea typeface="Segoe UI Symbol"/>
                        </a:rPr>
                        <a:t>Transaction Costs</a:t>
                      </a:r>
                    </a:p>
                  </a:txBody>
                  <a:tcPr>
                    <a:lnB w="12700">
                      <a:solidFill>
                        <a:schemeClr val="tx1"/>
                      </a:solidFill>
                    </a:lnB>
                    <a:noFill/>
                  </a:tcPr>
                </a:tc>
                <a:tc>
                  <a:txBody>
                    <a:bodyPr/>
                    <a:lstStyle/>
                    <a:p>
                      <a:r>
                        <a:rPr lang="en-US" sz="1200">
                          <a:latin typeface="Segoe UI Symbol"/>
                          <a:ea typeface="Segoe UI Symbol"/>
                        </a:rPr>
                        <a:t>A$</a:t>
                      </a:r>
                    </a:p>
                  </a:txBody>
                  <a:tcPr>
                    <a:lnB w="12700">
                      <a:solidFill>
                        <a:schemeClr val="tx1"/>
                      </a:solidFill>
                    </a:lnB>
                    <a:noFill/>
                  </a:tcPr>
                </a:tc>
                <a:tc>
                  <a:txBody>
                    <a:bodyPr/>
                    <a:lstStyle/>
                    <a:p>
                      <a:r>
                        <a:rPr lang="en-US" sz="1200">
                          <a:latin typeface="Segoe UI Symbol"/>
                          <a:ea typeface="Segoe UI Symbol"/>
                        </a:rPr>
                        <a:t>15,797,076</a:t>
                      </a:r>
                    </a:p>
                  </a:txBody>
                  <a:tcPr>
                    <a:lnB w="12700">
                      <a:solidFill>
                        <a:schemeClr val="tx1"/>
                      </a:solidFill>
                    </a:lnB>
                    <a:noFill/>
                  </a:tcPr>
                </a:tc>
                <a:extLst>
                  <a:ext uri="{0D108BD9-81ED-4DB2-BD59-A6C34878D82A}">
                    <a16:rowId xmlns:a16="http://schemas.microsoft.com/office/drawing/2014/main" val="4272791065"/>
                  </a:ext>
                </a:extLst>
              </a:tr>
              <a:tr h="294021">
                <a:tc>
                  <a:txBody>
                    <a:bodyPr/>
                    <a:lstStyle/>
                    <a:p>
                      <a:r>
                        <a:rPr lang="en-US" sz="1200">
                          <a:latin typeface="Segoe UI Symbol"/>
                          <a:ea typeface="Segoe UI Symbol"/>
                        </a:rPr>
                        <a:t>Total</a:t>
                      </a:r>
                    </a:p>
                  </a:txBody>
                  <a:tcPr>
                    <a:lnT w="12700">
                      <a:solidFill>
                        <a:schemeClr val="tx1"/>
                      </a:solidFill>
                    </a:lnT>
                    <a:noFill/>
                  </a:tcPr>
                </a:tc>
                <a:tc>
                  <a:txBody>
                    <a:bodyPr/>
                    <a:lstStyle/>
                    <a:p>
                      <a:r>
                        <a:rPr lang="en-US" sz="1200">
                          <a:latin typeface="Segoe UI Symbol"/>
                          <a:ea typeface="Segoe UI Symbol"/>
                        </a:rPr>
                        <a:t>A$</a:t>
                      </a:r>
                    </a:p>
                  </a:txBody>
                  <a:tcPr>
                    <a:lnT w="12700">
                      <a:solidFill>
                        <a:schemeClr val="tx1"/>
                      </a:solidFill>
                    </a:lnT>
                    <a:noFill/>
                  </a:tcPr>
                </a:tc>
                <a:tc>
                  <a:txBody>
                    <a:bodyPr/>
                    <a:lstStyle/>
                    <a:p>
                      <a:r>
                        <a:rPr lang="en-US" sz="1200" dirty="0">
                          <a:latin typeface="Segoe UI Symbol"/>
                          <a:ea typeface="Segoe UI Symbol"/>
                        </a:rPr>
                        <a:t>794,359,982</a:t>
                      </a:r>
                    </a:p>
                  </a:txBody>
                  <a:tcPr>
                    <a:lnT w="12700">
                      <a:solidFill>
                        <a:schemeClr val="tx1"/>
                      </a:solidFill>
                    </a:lnT>
                    <a:noFill/>
                  </a:tcPr>
                </a:tc>
                <a:extLst>
                  <a:ext uri="{0D108BD9-81ED-4DB2-BD59-A6C34878D82A}">
                    <a16:rowId xmlns:a16="http://schemas.microsoft.com/office/drawing/2014/main" val="2508510760"/>
                  </a:ext>
                </a:extLst>
              </a:tr>
            </a:tbl>
          </a:graphicData>
        </a:graphic>
      </p:graphicFrame>
      <mc:AlternateContent xmlns:mc="http://schemas.openxmlformats.org/markup-compatibility/2006" xmlns:cx4="http://schemas.microsoft.com/office/drawing/2016/5/10/chartex">
        <mc:Choice Requires="cx4">
          <p:graphicFrame>
            <p:nvGraphicFramePr>
              <p:cNvPr id="26" name="Chart 25">
                <a:extLst>
                  <a:ext uri="{FF2B5EF4-FFF2-40B4-BE49-F238E27FC236}">
                    <a16:creationId xmlns:a16="http://schemas.microsoft.com/office/drawing/2014/main" id="{2D73D7F5-4B5B-4A6C-8170-C06C84CDAC26}"/>
                  </a:ext>
                </a:extLst>
              </p:cNvPr>
              <p:cNvGraphicFramePr/>
              <p:nvPr>
                <p:extLst>
                  <p:ext uri="{D42A27DB-BD31-4B8C-83A1-F6EECF244321}">
                    <p14:modId xmlns:p14="http://schemas.microsoft.com/office/powerpoint/2010/main" val="1964376762"/>
                  </p:ext>
                </p:extLst>
              </p:nvPr>
            </p:nvGraphicFramePr>
            <p:xfrm>
              <a:off x="5522369" y="4093385"/>
              <a:ext cx="6041558" cy="2081862"/>
            </p:xfrm>
            <a:graphic>
              <a:graphicData uri="http://schemas.microsoft.com/office/drawing/2014/chartex">
                <cx:chart xmlns:cx="http://schemas.microsoft.com/office/drawing/2014/chartex" xmlns:r="http://schemas.openxmlformats.org/officeDocument/2006/relationships" r:id="rId5"/>
              </a:graphicData>
            </a:graphic>
          </p:graphicFrame>
        </mc:Choice>
        <mc:Fallback xmlns="">
          <p:pic>
            <p:nvPicPr>
              <p:cNvPr id="26" name="Chart 25">
                <a:extLst>
                  <a:ext uri="{FF2B5EF4-FFF2-40B4-BE49-F238E27FC236}">
                    <a16:creationId xmlns:a16="http://schemas.microsoft.com/office/drawing/2014/main" id="{2D73D7F5-4B5B-4A6C-8170-C06C84CDAC26}"/>
                  </a:ext>
                </a:extLst>
              </p:cNvPr>
              <p:cNvPicPr>
                <a:picLocks noGrp="1" noRot="1" noChangeAspect="1" noMove="1" noResize="1" noEditPoints="1" noAdjustHandles="1" noChangeArrowheads="1" noChangeShapeType="1"/>
              </p:cNvPicPr>
              <p:nvPr/>
            </p:nvPicPr>
            <p:blipFill>
              <a:blip r:embed="rId6"/>
              <a:stretch>
                <a:fillRect/>
              </a:stretch>
            </p:blipFill>
            <p:spPr>
              <a:xfrm>
                <a:off x="5522369" y="4093385"/>
                <a:ext cx="6041558" cy="2081862"/>
              </a:xfrm>
              <a:prstGeom prst="rect">
                <a:avLst/>
              </a:prstGeom>
            </p:spPr>
          </p:pic>
        </mc:Fallback>
      </mc:AlternateContent>
    </p:spTree>
    <p:extLst>
      <p:ext uri="{BB962C8B-B14F-4D97-AF65-F5344CB8AC3E}">
        <p14:creationId xmlns:p14="http://schemas.microsoft.com/office/powerpoint/2010/main" val="24688287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349C726F-08F9-3D0B-DA8D-F7DF6BF706F6}"/>
              </a:ext>
            </a:extLst>
          </p:cNvPr>
          <p:cNvSpPr txBox="1"/>
          <p:nvPr/>
        </p:nvSpPr>
        <p:spPr>
          <a:xfrm>
            <a:off x="8425996" y="6345909"/>
            <a:ext cx="3539745" cy="246221"/>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a:solidFill>
                  <a:schemeClr val="tx1">
                    <a:lumMod val="65000"/>
                    <a:lumOff val="35000"/>
                  </a:schemeClr>
                </a:solidFill>
                <a:latin typeface="Segoe UI Light"/>
                <a:cs typeface="Calibri"/>
              </a:rPr>
              <a:t>For use in the 2023 UBS IB Development Challenge only</a:t>
            </a:r>
          </a:p>
        </p:txBody>
      </p:sp>
      <p:sp>
        <p:nvSpPr>
          <p:cNvPr id="12" name="Slide Number Placeholder 11">
            <a:extLst>
              <a:ext uri="{FF2B5EF4-FFF2-40B4-BE49-F238E27FC236}">
                <a16:creationId xmlns:a16="http://schemas.microsoft.com/office/drawing/2014/main" id="{5D987FC4-D467-32CB-C941-EFCFA69E6111}"/>
              </a:ext>
            </a:extLst>
          </p:cNvPr>
          <p:cNvSpPr>
            <a:spLocks noGrp="1"/>
          </p:cNvSpPr>
          <p:nvPr>
            <p:ph type="sldNum" sz="quarter" idx="12"/>
          </p:nvPr>
        </p:nvSpPr>
        <p:spPr>
          <a:xfrm>
            <a:off x="9217240" y="6282370"/>
            <a:ext cx="2743200" cy="365125"/>
          </a:xfrm>
        </p:spPr>
        <p:txBody>
          <a:bodyPr/>
          <a:lstStyle/>
          <a:p>
            <a:fld id="{330EA680-D336-4FF7-8B7A-9848BB0A1C32}" type="slidenum">
              <a:rPr lang="en-US" sz="1000" b="1" dirty="0" smtClean="0">
                <a:latin typeface="Segoe UI Light"/>
                <a:cs typeface="Segoe UI Light"/>
              </a:rPr>
              <a:t>24</a:t>
            </a:fld>
            <a:endParaRPr lang="en-US" sz="1000" b="1">
              <a:latin typeface="Segoe UI Light"/>
              <a:cs typeface="Segoe UI Light"/>
            </a:endParaRPr>
          </a:p>
        </p:txBody>
      </p:sp>
      <p:sp>
        <p:nvSpPr>
          <p:cNvPr id="4" name="Title 2">
            <a:extLst>
              <a:ext uri="{FF2B5EF4-FFF2-40B4-BE49-F238E27FC236}">
                <a16:creationId xmlns:a16="http://schemas.microsoft.com/office/drawing/2014/main" id="{D4BD33E0-9529-560A-D81D-4D02C7CF1DB1}"/>
              </a:ext>
            </a:extLst>
          </p:cNvPr>
          <p:cNvSpPr txBox="1">
            <a:spLocks/>
          </p:cNvSpPr>
          <p:nvPr/>
        </p:nvSpPr>
        <p:spPr>
          <a:xfrm>
            <a:off x="300038" y="328349"/>
            <a:ext cx="4821224" cy="29953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AU" sz="3200">
                <a:latin typeface="Segoe UI Light"/>
                <a:cs typeface="Calibri"/>
              </a:rPr>
              <a:t>Virtus Health</a:t>
            </a:r>
          </a:p>
        </p:txBody>
      </p:sp>
      <p:cxnSp>
        <p:nvCxnSpPr>
          <p:cNvPr id="14" name="Straight Arrow Connector 13">
            <a:extLst>
              <a:ext uri="{FF2B5EF4-FFF2-40B4-BE49-F238E27FC236}">
                <a16:creationId xmlns:a16="http://schemas.microsoft.com/office/drawing/2014/main" id="{5A842CD4-BBD0-E99C-101A-FB1BFBA4E72D}"/>
              </a:ext>
            </a:extLst>
          </p:cNvPr>
          <p:cNvCxnSpPr/>
          <p:nvPr/>
        </p:nvCxnSpPr>
        <p:spPr>
          <a:xfrm flipV="1">
            <a:off x="385619" y="763156"/>
            <a:ext cx="11178308" cy="43872"/>
          </a:xfrm>
          <a:prstGeom prst="straightConnector1">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B2C54276-F9FB-108A-DF8E-BFFAA41844FA}"/>
              </a:ext>
            </a:extLst>
          </p:cNvPr>
          <p:cNvSpPr txBox="1"/>
          <p:nvPr/>
        </p:nvSpPr>
        <p:spPr>
          <a:xfrm>
            <a:off x="307355" y="837382"/>
            <a:ext cx="1085272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a:solidFill>
                  <a:srgbClr val="FF0000"/>
                </a:solidFill>
                <a:latin typeface="Segoe UI Semilight"/>
                <a:cs typeface="Segoe UI Light"/>
              </a:rPr>
              <a:t>Virtus Health is a global leader in Assisted Reproductive Services with a presence across multiple countries</a:t>
            </a:r>
            <a:endParaRPr lang="en-US">
              <a:solidFill>
                <a:srgbClr val="FF0000"/>
              </a:solidFill>
              <a:latin typeface="Segoe UI Semilight"/>
              <a:cs typeface="Segoe UI Light"/>
            </a:endParaRPr>
          </a:p>
        </p:txBody>
      </p:sp>
      <p:graphicFrame>
        <p:nvGraphicFramePr>
          <p:cNvPr id="2" name="Table 26">
            <a:extLst>
              <a:ext uri="{FF2B5EF4-FFF2-40B4-BE49-F238E27FC236}">
                <a16:creationId xmlns:a16="http://schemas.microsoft.com/office/drawing/2014/main" id="{1A8B5163-E38F-1197-D21A-670FC79A3706}"/>
              </a:ext>
            </a:extLst>
          </p:cNvPr>
          <p:cNvGraphicFramePr>
            <a:graphicFrameLocks noGrp="1"/>
          </p:cNvGraphicFramePr>
          <p:nvPr>
            <p:extLst>
              <p:ext uri="{D42A27DB-BD31-4B8C-83A1-F6EECF244321}">
                <p14:modId xmlns:p14="http://schemas.microsoft.com/office/powerpoint/2010/main" val="3745672777"/>
              </p:ext>
            </p:extLst>
          </p:nvPr>
        </p:nvGraphicFramePr>
        <p:xfrm>
          <a:off x="307355" y="1362544"/>
          <a:ext cx="11349812" cy="4437433"/>
        </p:xfrm>
        <a:graphic>
          <a:graphicData uri="http://schemas.openxmlformats.org/drawingml/2006/table">
            <a:tbl>
              <a:tblPr firstRow="1" bandRow="1">
                <a:tableStyleId>{5C22544A-7EE6-4342-B048-85BDC9FD1C3A}</a:tableStyleId>
              </a:tblPr>
              <a:tblGrid>
                <a:gridCol w="5674906">
                  <a:extLst>
                    <a:ext uri="{9D8B030D-6E8A-4147-A177-3AD203B41FA5}">
                      <a16:colId xmlns:a16="http://schemas.microsoft.com/office/drawing/2014/main" val="2929818628"/>
                    </a:ext>
                  </a:extLst>
                </a:gridCol>
                <a:gridCol w="5674906">
                  <a:extLst>
                    <a:ext uri="{9D8B030D-6E8A-4147-A177-3AD203B41FA5}">
                      <a16:colId xmlns:a16="http://schemas.microsoft.com/office/drawing/2014/main" val="1600806769"/>
                    </a:ext>
                  </a:extLst>
                </a:gridCol>
              </a:tblGrid>
              <a:tr h="2464246">
                <a:tc>
                  <a:txBody>
                    <a:bodyPr/>
                    <a:lstStyle/>
                    <a:p>
                      <a:pPr indent="0"/>
                      <a:r>
                        <a:rPr lang="en-US" sz="1400" b="1" i="0">
                          <a:solidFill>
                            <a:schemeClr val="tx1"/>
                          </a:solidFill>
                          <a:latin typeface="Segoe UI"/>
                        </a:rPr>
                        <a:t>Company Overview</a:t>
                      </a:r>
                    </a:p>
                    <a:p>
                      <a:pPr marL="285750" lvl="0" indent="-285750">
                        <a:lnSpc>
                          <a:spcPct val="100000"/>
                        </a:lnSpc>
                        <a:spcBef>
                          <a:spcPts val="0"/>
                        </a:spcBef>
                        <a:spcAft>
                          <a:spcPts val="1000"/>
                        </a:spcAft>
                        <a:buFont typeface="Wingdings"/>
                        <a:buChar char="§"/>
                      </a:pPr>
                      <a:r>
                        <a:rPr lang="en-US" sz="1400" b="0" i="0">
                          <a:solidFill>
                            <a:schemeClr val="tx1"/>
                          </a:solidFill>
                          <a:latin typeface="Segoe UI Light"/>
                        </a:rPr>
                        <a:t>Virtus Health (ASX: VRT) started in 2002 through a combination of key state fertility groups and has expanded to be </a:t>
                      </a:r>
                      <a:r>
                        <a:rPr lang="en-GB" sz="1400" b="0" i="0">
                          <a:solidFill>
                            <a:schemeClr val="tx1"/>
                          </a:solidFill>
                          <a:latin typeface="Segoe UI Light"/>
                        </a:rPr>
                        <a:t>one of the top five global providers of Assisted Reproductive Services in 2021</a:t>
                      </a:r>
                    </a:p>
                    <a:p>
                      <a:pPr marL="285750" lvl="0" indent="-285750">
                        <a:lnSpc>
                          <a:spcPct val="100000"/>
                        </a:lnSpc>
                        <a:spcBef>
                          <a:spcPts val="0"/>
                        </a:spcBef>
                        <a:spcAft>
                          <a:spcPts val="1000"/>
                        </a:spcAft>
                        <a:buFont typeface="Wingdings"/>
                        <a:buChar char="§"/>
                      </a:pPr>
                      <a:r>
                        <a:rPr lang="en-US" sz="1400" b="0" i="0">
                          <a:solidFill>
                            <a:schemeClr val="tx1"/>
                          </a:solidFill>
                          <a:latin typeface="Segoe UI Light"/>
                        </a:rPr>
                        <a:t>Virtus operates 44 fertility clinics, 54 laboratories, 10 diagnostic centers and 7- day hospitals in Australia, Ireland, Denmark, UK and Singapore, with a majority holding in Australia</a:t>
                      </a:r>
                    </a:p>
                    <a:p>
                      <a:pPr marL="285750" lvl="0" indent="-285750">
                        <a:lnSpc>
                          <a:spcPct val="100000"/>
                        </a:lnSpc>
                        <a:spcBef>
                          <a:spcPts val="0"/>
                        </a:spcBef>
                        <a:spcAft>
                          <a:spcPts val="1000"/>
                        </a:spcAft>
                        <a:buFont typeface="Wingdings"/>
                        <a:buChar char="§"/>
                      </a:pPr>
                      <a:r>
                        <a:rPr lang="en-GB" sz="1400" b="0" i="0">
                          <a:solidFill>
                            <a:schemeClr val="tx1"/>
                          </a:solidFill>
                          <a:latin typeface="Segoe UI Light"/>
                        </a:rPr>
                        <a:t>After being acquired by Quadrant Private Equity in 2008, Virtus Health went public through an IPO in June 2013</a:t>
                      </a:r>
                      <a:endParaRPr lang="en-US" sz="1400" b="0" i="0">
                        <a:solidFill>
                          <a:schemeClr val="tx1"/>
                        </a:solidFill>
                        <a:latin typeface="Segoe UI Light"/>
                      </a:endParaRPr>
                    </a:p>
                  </a:txBody>
                  <a:tcPr>
                    <a:lnL w="0">
                      <a:noFill/>
                    </a:lnL>
                    <a:lnR w="0">
                      <a:noFill/>
                    </a:lnR>
                    <a:lnT w="0">
                      <a:noFill/>
                    </a:lnT>
                    <a:lnB w="0">
                      <a:noFill/>
                    </a:lnB>
                    <a:solidFill>
                      <a:schemeClr val="bg1"/>
                    </a:solidFill>
                  </a:tcPr>
                </a:tc>
                <a:tc>
                  <a:txBody>
                    <a:bodyPr/>
                    <a:lstStyle/>
                    <a:p>
                      <a:pPr lvl="0">
                        <a:buNone/>
                      </a:pPr>
                      <a:r>
                        <a:rPr lang="en-US" sz="1400" b="1" i="0">
                          <a:solidFill>
                            <a:schemeClr val="tx1"/>
                          </a:solidFill>
                          <a:latin typeface="Segoe UI"/>
                        </a:rPr>
                        <a:t>   Key Metrics</a:t>
                      </a:r>
                    </a:p>
                    <a:p>
                      <a:pPr lvl="0">
                        <a:buNone/>
                      </a:pPr>
                      <a:endParaRPr lang="en-US" sz="1400" b="1" i="0">
                        <a:solidFill>
                          <a:schemeClr val="tx1"/>
                        </a:solidFill>
                        <a:latin typeface="Segoe UI"/>
                      </a:endParaRPr>
                    </a:p>
                  </a:txBody>
                  <a:tcPr>
                    <a:lnL w="0">
                      <a:noFill/>
                    </a:lnL>
                    <a:lnR w="0">
                      <a:noFill/>
                    </a:lnR>
                    <a:lnT w="0">
                      <a:noFill/>
                    </a:lnT>
                    <a:lnB w="0">
                      <a:noFill/>
                    </a:lnB>
                    <a:solidFill>
                      <a:schemeClr val="bg1"/>
                    </a:solidFill>
                  </a:tcPr>
                </a:tc>
                <a:extLst>
                  <a:ext uri="{0D108BD9-81ED-4DB2-BD59-A6C34878D82A}">
                    <a16:rowId xmlns:a16="http://schemas.microsoft.com/office/drawing/2014/main" val="2398524099"/>
                  </a:ext>
                </a:extLst>
              </a:tr>
              <a:tr h="1973187">
                <a:tc>
                  <a:txBody>
                    <a:bodyPr/>
                    <a:lstStyle/>
                    <a:p>
                      <a:pPr indent="0"/>
                      <a:r>
                        <a:rPr lang="en-US" sz="1400" b="1" i="0" dirty="0">
                          <a:solidFill>
                            <a:schemeClr val="tx1"/>
                          </a:solidFill>
                          <a:latin typeface="Segoe UI"/>
                        </a:rPr>
                        <a:t>Share Price Performance (A$) – Last 3 Years</a:t>
                      </a:r>
                    </a:p>
                    <a:p>
                      <a:pPr lvl="0" indent="0">
                        <a:buNone/>
                      </a:pPr>
                      <a:endParaRPr lang="en-US" sz="1400" dirty="0">
                        <a:latin typeface="Segoe UI Light"/>
                      </a:endParaRPr>
                    </a:p>
                  </a:txBody>
                  <a:tcPr>
                    <a:lnL w="0">
                      <a:noFill/>
                    </a:lnL>
                    <a:lnR w="0">
                      <a:noFill/>
                    </a:lnR>
                    <a:lnT w="0">
                      <a:noFill/>
                    </a:lnT>
                    <a:lnB w="0">
                      <a:noFill/>
                    </a:lnB>
                    <a:solidFill>
                      <a:schemeClr val="bg1"/>
                    </a:solidFill>
                  </a:tcPr>
                </a:tc>
                <a:tc>
                  <a:txBody>
                    <a:bodyPr/>
                    <a:lstStyle/>
                    <a:p>
                      <a:r>
                        <a:rPr lang="en-US" sz="1400" b="1" i="0" dirty="0">
                          <a:solidFill>
                            <a:schemeClr val="tx1"/>
                          </a:solidFill>
                          <a:latin typeface="Segoe UI"/>
                        </a:rPr>
                        <a:t>Revenue Breakdown – 1H22A</a:t>
                      </a:r>
                    </a:p>
                    <a:p>
                      <a:pPr lvl="0">
                        <a:buNone/>
                      </a:pPr>
                      <a:endParaRPr lang="en-US" sz="1400" b="0" dirty="0">
                        <a:solidFill>
                          <a:schemeClr val="tx1"/>
                        </a:solidFill>
                        <a:latin typeface="Segoe UI Light"/>
                      </a:endParaRPr>
                    </a:p>
                  </a:txBody>
                  <a:tcPr>
                    <a:lnL w="0">
                      <a:noFill/>
                    </a:lnL>
                    <a:lnR w="0">
                      <a:noFill/>
                    </a:lnR>
                    <a:lnT w="0">
                      <a:noFill/>
                    </a:lnT>
                    <a:lnB w="0">
                      <a:noFill/>
                    </a:lnB>
                    <a:solidFill>
                      <a:schemeClr val="bg1"/>
                    </a:solidFill>
                  </a:tcPr>
                </a:tc>
                <a:extLst>
                  <a:ext uri="{0D108BD9-81ED-4DB2-BD59-A6C34878D82A}">
                    <a16:rowId xmlns:a16="http://schemas.microsoft.com/office/drawing/2014/main" val="941749254"/>
                  </a:ext>
                </a:extLst>
              </a:tr>
            </a:tbl>
          </a:graphicData>
        </a:graphic>
      </p:graphicFrame>
      <p:sp>
        <p:nvSpPr>
          <p:cNvPr id="5" name="TextBox 4">
            <a:extLst>
              <a:ext uri="{FF2B5EF4-FFF2-40B4-BE49-F238E27FC236}">
                <a16:creationId xmlns:a16="http://schemas.microsoft.com/office/drawing/2014/main" id="{77D2FEB0-CC84-5118-6A69-D7E54955B2B6}"/>
              </a:ext>
            </a:extLst>
          </p:cNvPr>
          <p:cNvSpPr txBox="1"/>
          <p:nvPr/>
        </p:nvSpPr>
        <p:spPr>
          <a:xfrm>
            <a:off x="1639421" y="6283430"/>
            <a:ext cx="5654514" cy="246221"/>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000" dirty="0">
                <a:solidFill>
                  <a:schemeClr val="tx1">
                    <a:lumMod val="65000"/>
                    <a:lumOff val="35000"/>
                  </a:schemeClr>
                </a:solidFill>
                <a:latin typeface="Segoe UI Light"/>
                <a:cs typeface="Calibri"/>
              </a:rPr>
              <a:t>Source: </a:t>
            </a:r>
            <a:r>
              <a:rPr lang="en-GB" sz="1000" dirty="0" err="1">
                <a:solidFill>
                  <a:schemeClr val="tx1">
                    <a:lumMod val="65000"/>
                    <a:lumOff val="35000"/>
                  </a:schemeClr>
                </a:solidFill>
                <a:latin typeface="Segoe UI Light"/>
                <a:cs typeface="Calibri"/>
              </a:rPr>
              <a:t>IBISworld</a:t>
            </a:r>
            <a:r>
              <a:rPr lang="en-GB" sz="1000" dirty="0">
                <a:solidFill>
                  <a:schemeClr val="tx1">
                    <a:lumMod val="65000"/>
                    <a:lumOff val="35000"/>
                  </a:schemeClr>
                </a:solidFill>
                <a:latin typeface="Segoe UI Light"/>
                <a:cs typeface="Calibri"/>
              </a:rPr>
              <a:t> Industry Report and Company Fillings. </a:t>
            </a:r>
            <a:r>
              <a:rPr lang="en-GB" sz="1000" dirty="0" err="1">
                <a:solidFill>
                  <a:schemeClr val="tx1">
                    <a:lumMod val="65000"/>
                    <a:lumOff val="35000"/>
                  </a:schemeClr>
                </a:solidFill>
                <a:latin typeface="Segoe UI Light"/>
                <a:cs typeface="Calibri"/>
              </a:rPr>
              <a:t>Barchart</a:t>
            </a:r>
            <a:r>
              <a:rPr lang="en-GB" sz="1000" dirty="0">
                <a:solidFill>
                  <a:schemeClr val="tx1">
                    <a:lumMod val="65000"/>
                    <a:lumOff val="35000"/>
                  </a:schemeClr>
                </a:solidFill>
                <a:latin typeface="Segoe UI Light"/>
                <a:cs typeface="Calibri"/>
              </a:rPr>
              <a:t> as of 31 June 2021 and 31 Dec 2021.</a:t>
            </a:r>
            <a:endParaRPr lang="en-US" sz="1000" dirty="0">
              <a:solidFill>
                <a:schemeClr val="tx1">
                  <a:lumMod val="65000"/>
                  <a:lumOff val="35000"/>
                </a:schemeClr>
              </a:solidFill>
              <a:latin typeface="Segoe UI Light"/>
            </a:endParaRPr>
          </a:p>
        </p:txBody>
      </p:sp>
      <p:sp>
        <p:nvSpPr>
          <p:cNvPr id="10" name="TextBox 9">
            <a:extLst>
              <a:ext uri="{FF2B5EF4-FFF2-40B4-BE49-F238E27FC236}">
                <a16:creationId xmlns:a16="http://schemas.microsoft.com/office/drawing/2014/main" id="{6BA20780-C055-1451-4C03-DD59832D9138}"/>
              </a:ext>
            </a:extLst>
          </p:cNvPr>
          <p:cNvSpPr txBox="1"/>
          <p:nvPr/>
        </p:nvSpPr>
        <p:spPr>
          <a:xfrm>
            <a:off x="7756842" y="1776430"/>
            <a:ext cx="1439334" cy="307777"/>
          </a:xfrm>
          <a:prstGeom prst="rect">
            <a:avLst/>
          </a:prstGeom>
          <a:noFill/>
        </p:spPr>
        <p:txBody>
          <a:bodyPr wrap="square" rtlCol="0">
            <a:spAutoFit/>
          </a:bodyPr>
          <a:lstStyle/>
          <a:p>
            <a:pPr algn="ctr"/>
            <a:r>
              <a:rPr lang="en-AU" sz="1400">
                <a:latin typeface="Segoe UI Light" panose="020B0502040204020203" pitchFamily="34" charset="0"/>
                <a:cs typeface="Segoe UI Light" panose="020B0502040204020203" pitchFamily="34" charset="0"/>
              </a:rPr>
              <a:t>$444.2m</a:t>
            </a:r>
          </a:p>
        </p:txBody>
      </p:sp>
      <p:sp>
        <p:nvSpPr>
          <p:cNvPr id="18" name="TextBox 17">
            <a:extLst>
              <a:ext uri="{FF2B5EF4-FFF2-40B4-BE49-F238E27FC236}">
                <a16:creationId xmlns:a16="http://schemas.microsoft.com/office/drawing/2014/main" id="{33405EAF-29FE-2A55-8A16-14F5521D8D0F}"/>
              </a:ext>
            </a:extLst>
          </p:cNvPr>
          <p:cNvSpPr txBox="1"/>
          <p:nvPr/>
        </p:nvSpPr>
        <p:spPr>
          <a:xfrm>
            <a:off x="10645052" y="1781972"/>
            <a:ext cx="1439334" cy="307777"/>
          </a:xfrm>
          <a:prstGeom prst="rect">
            <a:avLst/>
          </a:prstGeom>
          <a:noFill/>
        </p:spPr>
        <p:txBody>
          <a:bodyPr wrap="square" rtlCol="0">
            <a:spAutoFit/>
          </a:bodyPr>
          <a:lstStyle/>
          <a:p>
            <a:pPr algn="ctr"/>
            <a:r>
              <a:rPr lang="en-AU" sz="1400">
                <a:latin typeface="Segoe UI Light" panose="020B0502040204020203" pitchFamily="34" charset="0"/>
                <a:cs typeface="Segoe UI Light" panose="020B0502040204020203" pitchFamily="34" charset="0"/>
              </a:rPr>
              <a:t>$520.2m</a:t>
            </a:r>
          </a:p>
        </p:txBody>
      </p:sp>
      <p:sp>
        <p:nvSpPr>
          <p:cNvPr id="22" name="TextBox 21">
            <a:extLst>
              <a:ext uri="{FF2B5EF4-FFF2-40B4-BE49-F238E27FC236}">
                <a16:creationId xmlns:a16="http://schemas.microsoft.com/office/drawing/2014/main" id="{41E379C2-4BDE-DFC7-4C81-E2A6B73DB92A}"/>
              </a:ext>
            </a:extLst>
          </p:cNvPr>
          <p:cNvSpPr txBox="1"/>
          <p:nvPr/>
        </p:nvSpPr>
        <p:spPr>
          <a:xfrm>
            <a:off x="10677702" y="2528348"/>
            <a:ext cx="1439334" cy="307777"/>
          </a:xfrm>
          <a:prstGeom prst="rect">
            <a:avLst/>
          </a:prstGeom>
          <a:noFill/>
        </p:spPr>
        <p:txBody>
          <a:bodyPr wrap="square" rtlCol="0">
            <a:spAutoFit/>
          </a:bodyPr>
          <a:lstStyle/>
          <a:p>
            <a:pPr algn="ctr"/>
            <a:r>
              <a:rPr lang="en-AU" sz="1400">
                <a:latin typeface="Segoe UI Light" panose="020B0502040204020203" pitchFamily="34" charset="0"/>
                <a:cs typeface="Segoe UI Light" panose="020B0502040204020203" pitchFamily="34" charset="0"/>
              </a:rPr>
              <a:t>5.57x</a:t>
            </a:r>
          </a:p>
        </p:txBody>
      </p:sp>
      <p:sp>
        <p:nvSpPr>
          <p:cNvPr id="23" name="TextBox 22">
            <a:extLst>
              <a:ext uri="{FF2B5EF4-FFF2-40B4-BE49-F238E27FC236}">
                <a16:creationId xmlns:a16="http://schemas.microsoft.com/office/drawing/2014/main" id="{64710FFB-542C-386B-0426-3096D5DDBE08}"/>
              </a:ext>
            </a:extLst>
          </p:cNvPr>
          <p:cNvSpPr txBox="1"/>
          <p:nvPr/>
        </p:nvSpPr>
        <p:spPr>
          <a:xfrm>
            <a:off x="10677702" y="3324128"/>
            <a:ext cx="1439334" cy="307777"/>
          </a:xfrm>
          <a:prstGeom prst="rect">
            <a:avLst/>
          </a:prstGeom>
          <a:noFill/>
        </p:spPr>
        <p:txBody>
          <a:bodyPr wrap="square" rtlCol="0">
            <a:spAutoFit/>
          </a:bodyPr>
          <a:lstStyle/>
          <a:p>
            <a:pPr algn="ctr"/>
            <a:r>
              <a:rPr lang="en-AU" sz="1400">
                <a:latin typeface="Segoe UI Light" panose="020B0502040204020203" pitchFamily="34" charset="0"/>
                <a:cs typeface="Segoe UI Light" panose="020B0502040204020203" pitchFamily="34" charset="0"/>
              </a:rPr>
              <a:t>12.41x</a:t>
            </a:r>
          </a:p>
        </p:txBody>
      </p:sp>
      <p:sp>
        <p:nvSpPr>
          <p:cNvPr id="24" name="TextBox 23">
            <a:extLst>
              <a:ext uri="{FF2B5EF4-FFF2-40B4-BE49-F238E27FC236}">
                <a16:creationId xmlns:a16="http://schemas.microsoft.com/office/drawing/2014/main" id="{11C43C69-C745-E441-FFDA-B12749382EB5}"/>
              </a:ext>
            </a:extLst>
          </p:cNvPr>
          <p:cNvSpPr txBox="1"/>
          <p:nvPr/>
        </p:nvSpPr>
        <p:spPr>
          <a:xfrm>
            <a:off x="7714619" y="2527312"/>
            <a:ext cx="1439334" cy="307777"/>
          </a:xfrm>
          <a:prstGeom prst="rect">
            <a:avLst/>
          </a:prstGeom>
          <a:noFill/>
        </p:spPr>
        <p:txBody>
          <a:bodyPr wrap="square" rtlCol="0">
            <a:spAutoFit/>
          </a:bodyPr>
          <a:lstStyle/>
          <a:p>
            <a:pPr algn="ctr"/>
            <a:r>
              <a:rPr lang="en-AU" sz="1400">
                <a:latin typeface="Segoe UI Light" panose="020B0502040204020203" pitchFamily="34" charset="0"/>
                <a:cs typeface="Segoe UI Light" panose="020B0502040204020203" pitchFamily="34" charset="0"/>
              </a:rPr>
              <a:t>1.60x</a:t>
            </a:r>
          </a:p>
        </p:txBody>
      </p:sp>
      <p:sp>
        <p:nvSpPr>
          <p:cNvPr id="26" name="TextBox 25">
            <a:extLst>
              <a:ext uri="{FF2B5EF4-FFF2-40B4-BE49-F238E27FC236}">
                <a16:creationId xmlns:a16="http://schemas.microsoft.com/office/drawing/2014/main" id="{C6182E64-4DF3-E3CA-BAE6-C7CBF36BB2C2}"/>
              </a:ext>
            </a:extLst>
          </p:cNvPr>
          <p:cNvSpPr txBox="1"/>
          <p:nvPr/>
        </p:nvSpPr>
        <p:spPr>
          <a:xfrm>
            <a:off x="7714619" y="3329581"/>
            <a:ext cx="1439334" cy="307777"/>
          </a:xfrm>
          <a:prstGeom prst="rect">
            <a:avLst/>
          </a:prstGeom>
          <a:noFill/>
        </p:spPr>
        <p:txBody>
          <a:bodyPr wrap="square" rtlCol="0">
            <a:spAutoFit/>
          </a:bodyPr>
          <a:lstStyle/>
          <a:p>
            <a:pPr algn="ctr"/>
            <a:r>
              <a:rPr lang="en-AU" sz="1400">
                <a:latin typeface="Segoe UI Light" panose="020B0502040204020203" pitchFamily="34" charset="0"/>
                <a:cs typeface="Segoe UI Light" panose="020B0502040204020203" pitchFamily="34" charset="0"/>
              </a:rPr>
              <a:t>7.51x</a:t>
            </a:r>
          </a:p>
        </p:txBody>
      </p:sp>
      <p:pic>
        <p:nvPicPr>
          <p:cNvPr id="52" name="Picture 51">
            <a:extLst>
              <a:ext uri="{FF2B5EF4-FFF2-40B4-BE49-F238E27FC236}">
                <a16:creationId xmlns:a16="http://schemas.microsoft.com/office/drawing/2014/main" id="{D3EB332D-40D9-E105-043B-380CFA0617B2}"/>
              </a:ext>
            </a:extLst>
          </p:cNvPr>
          <p:cNvPicPr>
            <a:picLocks noChangeAspect="1"/>
          </p:cNvPicPr>
          <p:nvPr/>
        </p:nvPicPr>
        <p:blipFill>
          <a:blip r:embed="rId3"/>
          <a:stretch>
            <a:fillRect/>
          </a:stretch>
        </p:blipFill>
        <p:spPr>
          <a:xfrm>
            <a:off x="8747615" y="4080463"/>
            <a:ext cx="2420840" cy="2183502"/>
          </a:xfrm>
          <a:prstGeom prst="rect">
            <a:avLst/>
          </a:prstGeom>
        </p:spPr>
      </p:pic>
      <p:pic>
        <p:nvPicPr>
          <p:cNvPr id="58" name="Picture 57">
            <a:extLst>
              <a:ext uri="{FF2B5EF4-FFF2-40B4-BE49-F238E27FC236}">
                <a16:creationId xmlns:a16="http://schemas.microsoft.com/office/drawing/2014/main" id="{79B41174-0FFD-EE4B-01DB-0BD76718200C}"/>
              </a:ext>
            </a:extLst>
          </p:cNvPr>
          <p:cNvPicPr>
            <a:picLocks noChangeAspect="1"/>
          </p:cNvPicPr>
          <p:nvPr/>
        </p:nvPicPr>
        <p:blipFill>
          <a:blip r:embed="rId4"/>
          <a:stretch>
            <a:fillRect/>
          </a:stretch>
        </p:blipFill>
        <p:spPr>
          <a:xfrm>
            <a:off x="6041280" y="4070564"/>
            <a:ext cx="1928026" cy="2187312"/>
          </a:xfrm>
          <a:prstGeom prst="rect">
            <a:avLst/>
          </a:prstGeom>
        </p:spPr>
      </p:pic>
      <p:sp>
        <p:nvSpPr>
          <p:cNvPr id="59" name="Rectangle: Rounded Corners 58">
            <a:extLst>
              <a:ext uri="{FF2B5EF4-FFF2-40B4-BE49-F238E27FC236}">
                <a16:creationId xmlns:a16="http://schemas.microsoft.com/office/drawing/2014/main" id="{193D98C3-C236-2784-3D5D-A53B56B663BE}"/>
              </a:ext>
            </a:extLst>
          </p:cNvPr>
          <p:cNvSpPr/>
          <p:nvPr/>
        </p:nvSpPr>
        <p:spPr>
          <a:xfrm>
            <a:off x="6200566" y="1672648"/>
            <a:ext cx="1439334" cy="518004"/>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a:solidFill>
                  <a:schemeClr val="tx1"/>
                </a:solidFill>
                <a:latin typeface="Segoe UI Light" panose="020B0502040204020203" pitchFamily="34" charset="0"/>
                <a:cs typeface="Segoe UI Light" panose="020B0502040204020203" pitchFamily="34" charset="0"/>
              </a:rPr>
              <a:t>Market Capitalisation</a:t>
            </a:r>
          </a:p>
        </p:txBody>
      </p:sp>
      <p:sp>
        <p:nvSpPr>
          <p:cNvPr id="60" name="Rectangle: Rounded Corners 59">
            <a:extLst>
              <a:ext uri="{FF2B5EF4-FFF2-40B4-BE49-F238E27FC236}">
                <a16:creationId xmlns:a16="http://schemas.microsoft.com/office/drawing/2014/main" id="{4C5A8A10-F558-9D63-9435-6B2A5E1BC511}"/>
              </a:ext>
            </a:extLst>
          </p:cNvPr>
          <p:cNvSpPr/>
          <p:nvPr/>
        </p:nvSpPr>
        <p:spPr>
          <a:xfrm>
            <a:off x="6200565" y="2423460"/>
            <a:ext cx="1439334" cy="518004"/>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a:solidFill>
                  <a:schemeClr val="tx1"/>
                </a:solidFill>
                <a:latin typeface="Segoe UI Light" panose="020B0502040204020203" pitchFamily="34" charset="0"/>
                <a:cs typeface="Segoe UI Light" panose="020B0502040204020203" pitchFamily="34" charset="0"/>
              </a:rPr>
              <a:t>FY21 EV / Revenue</a:t>
            </a:r>
          </a:p>
        </p:txBody>
      </p:sp>
      <p:sp>
        <p:nvSpPr>
          <p:cNvPr id="61" name="Rectangle: Rounded Corners 60">
            <a:extLst>
              <a:ext uri="{FF2B5EF4-FFF2-40B4-BE49-F238E27FC236}">
                <a16:creationId xmlns:a16="http://schemas.microsoft.com/office/drawing/2014/main" id="{CC65BE70-8992-143B-68D4-9317C413F746}"/>
              </a:ext>
            </a:extLst>
          </p:cNvPr>
          <p:cNvSpPr/>
          <p:nvPr/>
        </p:nvSpPr>
        <p:spPr>
          <a:xfrm>
            <a:off x="9238368" y="3205335"/>
            <a:ext cx="1439334" cy="518004"/>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r>
              <a:rPr lang="en-AU" sz="1400">
                <a:solidFill>
                  <a:schemeClr val="tx1"/>
                </a:solidFill>
                <a:latin typeface="Segoe UI Light" panose="020B0502040204020203" pitchFamily="34" charset="0"/>
                <a:cs typeface="Segoe UI Light" panose="020B0502040204020203" pitchFamily="34" charset="0"/>
              </a:rPr>
            </a:br>
            <a:r>
              <a:rPr lang="en-AU" sz="1400">
                <a:solidFill>
                  <a:schemeClr val="tx1"/>
                </a:solidFill>
                <a:latin typeface="Segoe UI Light" panose="020B0502040204020203" pitchFamily="34" charset="0"/>
                <a:cs typeface="Segoe UI Light" panose="020B0502040204020203" pitchFamily="34" charset="0"/>
              </a:rPr>
              <a:t>FY21 P/E</a:t>
            </a:r>
          </a:p>
          <a:p>
            <a:pPr algn="ctr"/>
            <a:endParaRPr lang="en-AU" sz="1400">
              <a:solidFill>
                <a:schemeClr val="tx1"/>
              </a:solidFill>
              <a:latin typeface="Segoe UI Light" panose="020B0502040204020203" pitchFamily="34" charset="0"/>
              <a:cs typeface="Segoe UI Light" panose="020B0502040204020203" pitchFamily="34" charset="0"/>
            </a:endParaRPr>
          </a:p>
        </p:txBody>
      </p:sp>
      <p:sp>
        <p:nvSpPr>
          <p:cNvPr id="62" name="Rectangle: Rounded Corners 61">
            <a:extLst>
              <a:ext uri="{FF2B5EF4-FFF2-40B4-BE49-F238E27FC236}">
                <a16:creationId xmlns:a16="http://schemas.microsoft.com/office/drawing/2014/main" id="{3A5019BC-2F74-8B41-9EC2-8287270A0CD9}"/>
              </a:ext>
            </a:extLst>
          </p:cNvPr>
          <p:cNvSpPr/>
          <p:nvPr/>
        </p:nvSpPr>
        <p:spPr>
          <a:xfrm>
            <a:off x="6200565" y="3205335"/>
            <a:ext cx="1439334" cy="518004"/>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r>
              <a:rPr lang="en-AU" sz="1400">
                <a:solidFill>
                  <a:schemeClr val="tx1"/>
                </a:solidFill>
                <a:latin typeface="Segoe UI Light" panose="020B0502040204020203" pitchFamily="34" charset="0"/>
                <a:cs typeface="Segoe UI Light" panose="020B0502040204020203" pitchFamily="34" charset="0"/>
              </a:rPr>
            </a:br>
            <a:r>
              <a:rPr lang="en-AU" sz="1400">
                <a:solidFill>
                  <a:schemeClr val="tx1"/>
                </a:solidFill>
                <a:latin typeface="Segoe UI Light" panose="020B0502040204020203" pitchFamily="34" charset="0"/>
                <a:cs typeface="Segoe UI Light" panose="020B0502040204020203" pitchFamily="34" charset="0"/>
              </a:rPr>
              <a:t>FY21 EV /</a:t>
            </a:r>
            <a:br>
              <a:rPr lang="en-AU" sz="1400">
                <a:solidFill>
                  <a:schemeClr val="tx1"/>
                </a:solidFill>
                <a:latin typeface="Segoe UI Light" panose="020B0502040204020203" pitchFamily="34" charset="0"/>
                <a:cs typeface="Segoe UI Light" panose="020B0502040204020203" pitchFamily="34" charset="0"/>
              </a:rPr>
            </a:br>
            <a:r>
              <a:rPr lang="en-AU" sz="1400">
                <a:solidFill>
                  <a:schemeClr val="tx1"/>
                </a:solidFill>
                <a:latin typeface="Segoe UI Light" panose="020B0502040204020203" pitchFamily="34" charset="0"/>
                <a:cs typeface="Segoe UI Light" panose="020B0502040204020203" pitchFamily="34" charset="0"/>
              </a:rPr>
              <a:t> EBIT</a:t>
            </a:r>
          </a:p>
          <a:p>
            <a:pPr algn="ctr"/>
            <a:endParaRPr lang="en-AU" sz="1400">
              <a:solidFill>
                <a:schemeClr val="tx1"/>
              </a:solidFill>
              <a:latin typeface="Segoe UI Light" panose="020B0502040204020203" pitchFamily="34" charset="0"/>
              <a:cs typeface="Segoe UI Light" panose="020B0502040204020203" pitchFamily="34" charset="0"/>
            </a:endParaRPr>
          </a:p>
        </p:txBody>
      </p:sp>
      <p:sp>
        <p:nvSpPr>
          <p:cNvPr id="63" name="Rectangle: Rounded Corners 62">
            <a:extLst>
              <a:ext uri="{FF2B5EF4-FFF2-40B4-BE49-F238E27FC236}">
                <a16:creationId xmlns:a16="http://schemas.microsoft.com/office/drawing/2014/main" id="{550AEA08-1C60-3BA5-5F00-655AF7EFD09A}"/>
              </a:ext>
            </a:extLst>
          </p:cNvPr>
          <p:cNvSpPr/>
          <p:nvPr/>
        </p:nvSpPr>
        <p:spPr>
          <a:xfrm>
            <a:off x="9238368" y="1671317"/>
            <a:ext cx="1439334" cy="518004"/>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a:solidFill>
                  <a:schemeClr val="tx1"/>
                </a:solidFill>
                <a:latin typeface="Segoe UI Light" panose="020B0502040204020203" pitchFamily="34" charset="0"/>
                <a:cs typeface="Segoe UI Light" panose="020B0502040204020203" pitchFamily="34" charset="0"/>
              </a:rPr>
              <a:t>Enterprise </a:t>
            </a:r>
            <a:br>
              <a:rPr lang="en-AU" sz="1400">
                <a:solidFill>
                  <a:schemeClr val="tx1"/>
                </a:solidFill>
                <a:latin typeface="Segoe UI Light" panose="020B0502040204020203" pitchFamily="34" charset="0"/>
                <a:cs typeface="Segoe UI Light" panose="020B0502040204020203" pitchFamily="34" charset="0"/>
              </a:rPr>
            </a:br>
            <a:r>
              <a:rPr lang="en-AU" sz="1400">
                <a:solidFill>
                  <a:schemeClr val="tx1"/>
                </a:solidFill>
                <a:latin typeface="Segoe UI Light" panose="020B0502040204020203" pitchFamily="34" charset="0"/>
                <a:cs typeface="Segoe UI Light" panose="020B0502040204020203" pitchFamily="34" charset="0"/>
              </a:rPr>
              <a:t>Value</a:t>
            </a:r>
          </a:p>
        </p:txBody>
      </p:sp>
      <p:sp>
        <p:nvSpPr>
          <p:cNvPr id="64" name="Rectangle: Rounded Corners 63">
            <a:extLst>
              <a:ext uri="{FF2B5EF4-FFF2-40B4-BE49-F238E27FC236}">
                <a16:creationId xmlns:a16="http://schemas.microsoft.com/office/drawing/2014/main" id="{EBD4C336-0FFE-C41C-B0F5-A1408A834F54}"/>
              </a:ext>
            </a:extLst>
          </p:cNvPr>
          <p:cNvSpPr/>
          <p:nvPr/>
        </p:nvSpPr>
        <p:spPr>
          <a:xfrm>
            <a:off x="9238368" y="2422199"/>
            <a:ext cx="1439334" cy="518004"/>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a:solidFill>
                  <a:schemeClr val="tx1"/>
                </a:solidFill>
                <a:latin typeface="Segoe UI Light" panose="020B0502040204020203" pitchFamily="34" charset="0"/>
                <a:cs typeface="Segoe UI Light" panose="020B0502040204020203" pitchFamily="34" charset="0"/>
              </a:rPr>
              <a:t>FY21 EV /</a:t>
            </a:r>
            <a:br>
              <a:rPr lang="en-AU" sz="1400">
                <a:solidFill>
                  <a:schemeClr val="tx1"/>
                </a:solidFill>
                <a:latin typeface="Segoe UI Light" panose="020B0502040204020203" pitchFamily="34" charset="0"/>
                <a:cs typeface="Segoe UI Light" panose="020B0502040204020203" pitchFamily="34" charset="0"/>
              </a:rPr>
            </a:br>
            <a:r>
              <a:rPr lang="en-AU" sz="1400">
                <a:solidFill>
                  <a:schemeClr val="tx1"/>
                </a:solidFill>
                <a:latin typeface="Segoe UI Light" panose="020B0502040204020203" pitchFamily="34" charset="0"/>
                <a:cs typeface="Segoe UI Light" panose="020B0502040204020203" pitchFamily="34" charset="0"/>
              </a:rPr>
              <a:t> EBITDA</a:t>
            </a:r>
          </a:p>
        </p:txBody>
      </p:sp>
      <p:sp>
        <p:nvSpPr>
          <p:cNvPr id="6" name="Rectangle 5">
            <a:extLst>
              <a:ext uri="{FF2B5EF4-FFF2-40B4-BE49-F238E27FC236}">
                <a16:creationId xmlns:a16="http://schemas.microsoft.com/office/drawing/2014/main" id="{FC6CF805-AA1F-3981-949A-97279AAAF8E3}"/>
              </a:ext>
            </a:extLst>
          </p:cNvPr>
          <p:cNvSpPr/>
          <p:nvPr/>
        </p:nvSpPr>
        <p:spPr>
          <a:xfrm>
            <a:off x="-1881499" y="-28080"/>
            <a:ext cx="1744870" cy="706782"/>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cs typeface="Calibri"/>
              </a:rPr>
              <a:t>Jason</a:t>
            </a:r>
          </a:p>
        </p:txBody>
      </p:sp>
      <p:graphicFrame>
        <p:nvGraphicFramePr>
          <p:cNvPr id="3" name="Chart 2">
            <a:extLst>
              <a:ext uri="{FF2B5EF4-FFF2-40B4-BE49-F238E27FC236}">
                <a16:creationId xmlns:a16="http://schemas.microsoft.com/office/drawing/2014/main" id="{D4FFB116-432A-CB89-A2CF-33ED7E503BEF}"/>
              </a:ext>
            </a:extLst>
          </p:cNvPr>
          <p:cNvGraphicFramePr>
            <a:graphicFrameLocks/>
          </p:cNvGraphicFramePr>
          <p:nvPr>
            <p:extLst>
              <p:ext uri="{D42A27DB-BD31-4B8C-83A1-F6EECF244321}">
                <p14:modId xmlns:p14="http://schemas.microsoft.com/office/powerpoint/2010/main" val="2504871939"/>
              </p:ext>
            </p:extLst>
          </p:nvPr>
        </p:nvGraphicFramePr>
        <p:xfrm>
          <a:off x="385619" y="4262644"/>
          <a:ext cx="4955617" cy="1655950"/>
        </p:xfrm>
        <a:graphic>
          <a:graphicData uri="http://schemas.openxmlformats.org/drawingml/2006/chart">
            <c:chart xmlns:c="http://schemas.openxmlformats.org/drawingml/2006/chart" xmlns:r="http://schemas.openxmlformats.org/officeDocument/2006/relationships" r:id="rId5"/>
          </a:graphicData>
        </a:graphic>
      </p:graphicFrame>
      <p:pic>
        <p:nvPicPr>
          <p:cNvPr id="8" name="Picture 4" descr="A picture containing text, clipart&#10;&#10;Description automatically generated">
            <a:extLst>
              <a:ext uri="{FF2B5EF4-FFF2-40B4-BE49-F238E27FC236}">
                <a16:creationId xmlns:a16="http://schemas.microsoft.com/office/drawing/2014/main" id="{B1C86986-00BC-4CCC-E1E2-EC48053ACA8E}"/>
              </a:ext>
            </a:extLst>
          </p:cNvPr>
          <p:cNvPicPr>
            <a:picLocks noChangeAspect="1"/>
          </p:cNvPicPr>
          <p:nvPr/>
        </p:nvPicPr>
        <p:blipFill>
          <a:blip r:embed="rId6"/>
          <a:stretch>
            <a:fillRect/>
          </a:stretch>
        </p:blipFill>
        <p:spPr>
          <a:xfrm>
            <a:off x="210353" y="6317975"/>
            <a:ext cx="906857" cy="370354"/>
          </a:xfrm>
          <a:prstGeom prst="rect">
            <a:avLst/>
          </a:prstGeom>
        </p:spPr>
      </p:pic>
    </p:spTree>
    <p:extLst>
      <p:ext uri="{BB962C8B-B14F-4D97-AF65-F5344CB8AC3E}">
        <p14:creationId xmlns:p14="http://schemas.microsoft.com/office/powerpoint/2010/main" val="144985452"/>
      </p:ext>
    </p:extLst>
  </p:cSld>
  <p:clrMapOvr>
    <a:masterClrMapping/>
  </p:clrMapOvr>
  <p:extLst>
    <p:ext uri="{6950BFC3-D8DA-4A85-94F7-54DA5524770B}">
      <p188:commentRel xmlns:p188="http://schemas.microsoft.com/office/powerpoint/2018/8/main" r:id="rId2"/>
    </p:ext>
  </p:extLs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349C726F-08F9-3D0B-DA8D-F7DF6BF706F6}"/>
              </a:ext>
            </a:extLst>
          </p:cNvPr>
          <p:cNvSpPr txBox="1"/>
          <p:nvPr/>
        </p:nvSpPr>
        <p:spPr>
          <a:xfrm>
            <a:off x="8425996" y="6345909"/>
            <a:ext cx="3539745" cy="246221"/>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a:solidFill>
                  <a:schemeClr val="tx1">
                    <a:lumMod val="65000"/>
                    <a:lumOff val="35000"/>
                  </a:schemeClr>
                </a:solidFill>
                <a:latin typeface="Segoe UI Light"/>
                <a:cs typeface="Calibri"/>
              </a:rPr>
              <a:t>For use in the 2023 UBS IB Development Challenge only</a:t>
            </a:r>
          </a:p>
        </p:txBody>
      </p:sp>
      <p:sp>
        <p:nvSpPr>
          <p:cNvPr id="12" name="Slide Number Placeholder 11">
            <a:extLst>
              <a:ext uri="{FF2B5EF4-FFF2-40B4-BE49-F238E27FC236}">
                <a16:creationId xmlns:a16="http://schemas.microsoft.com/office/drawing/2014/main" id="{5D987FC4-D467-32CB-C941-EFCFA69E6111}"/>
              </a:ext>
            </a:extLst>
          </p:cNvPr>
          <p:cNvSpPr>
            <a:spLocks noGrp="1"/>
          </p:cNvSpPr>
          <p:nvPr>
            <p:ph type="sldNum" sz="quarter" idx="12"/>
          </p:nvPr>
        </p:nvSpPr>
        <p:spPr>
          <a:xfrm>
            <a:off x="9217240" y="6282370"/>
            <a:ext cx="2743200" cy="365125"/>
          </a:xfrm>
        </p:spPr>
        <p:txBody>
          <a:bodyPr/>
          <a:lstStyle/>
          <a:p>
            <a:fld id="{330EA680-D336-4FF7-8B7A-9848BB0A1C32}" type="slidenum">
              <a:rPr lang="en-US" sz="1000" b="1" dirty="0" smtClean="0">
                <a:latin typeface="Segoe UI Light"/>
                <a:cs typeface="Segoe UI Light"/>
              </a:rPr>
              <a:t>25</a:t>
            </a:fld>
            <a:endParaRPr lang="en-US" sz="1000" b="1">
              <a:latin typeface="Segoe UI Light"/>
              <a:cs typeface="Segoe UI Light"/>
            </a:endParaRPr>
          </a:p>
        </p:txBody>
      </p:sp>
      <p:sp>
        <p:nvSpPr>
          <p:cNvPr id="4" name="Title 2">
            <a:extLst>
              <a:ext uri="{FF2B5EF4-FFF2-40B4-BE49-F238E27FC236}">
                <a16:creationId xmlns:a16="http://schemas.microsoft.com/office/drawing/2014/main" id="{D4BD33E0-9529-560A-D81D-4D02C7CF1DB1}"/>
              </a:ext>
            </a:extLst>
          </p:cNvPr>
          <p:cNvSpPr txBox="1">
            <a:spLocks/>
          </p:cNvSpPr>
          <p:nvPr/>
        </p:nvSpPr>
        <p:spPr>
          <a:xfrm>
            <a:off x="300038" y="328349"/>
            <a:ext cx="4821224" cy="29953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AU" sz="3200">
                <a:latin typeface="Segoe UI Light"/>
                <a:cs typeface="Calibri"/>
              </a:rPr>
              <a:t>ARS Industry in Australia</a:t>
            </a:r>
          </a:p>
        </p:txBody>
      </p:sp>
      <p:cxnSp>
        <p:nvCxnSpPr>
          <p:cNvPr id="14" name="Straight Arrow Connector 13">
            <a:extLst>
              <a:ext uri="{FF2B5EF4-FFF2-40B4-BE49-F238E27FC236}">
                <a16:creationId xmlns:a16="http://schemas.microsoft.com/office/drawing/2014/main" id="{5A842CD4-BBD0-E99C-101A-FB1BFBA4E72D}"/>
              </a:ext>
            </a:extLst>
          </p:cNvPr>
          <p:cNvCxnSpPr/>
          <p:nvPr/>
        </p:nvCxnSpPr>
        <p:spPr>
          <a:xfrm flipV="1">
            <a:off x="385619" y="763156"/>
            <a:ext cx="11178308" cy="43872"/>
          </a:xfrm>
          <a:prstGeom prst="straightConnector1">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B2C54276-F9FB-108A-DF8E-BFFAA41844FA}"/>
              </a:ext>
            </a:extLst>
          </p:cNvPr>
          <p:cNvSpPr txBox="1"/>
          <p:nvPr/>
        </p:nvSpPr>
        <p:spPr>
          <a:xfrm>
            <a:off x="307355" y="837382"/>
            <a:ext cx="1085272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FF0000"/>
                </a:solidFill>
                <a:latin typeface="Segoe UI Semilight"/>
                <a:cs typeface="Segoe UI Light"/>
              </a:rPr>
              <a:t>The ARS industry increased by 7.1% CAGR from 2000 to 2021 and is dominated by 3 major operators.</a:t>
            </a:r>
          </a:p>
        </p:txBody>
      </p:sp>
      <p:sp>
        <p:nvSpPr>
          <p:cNvPr id="5" name="TextBox 4">
            <a:extLst>
              <a:ext uri="{FF2B5EF4-FFF2-40B4-BE49-F238E27FC236}">
                <a16:creationId xmlns:a16="http://schemas.microsoft.com/office/drawing/2014/main" id="{77D2FEB0-CC84-5118-6A69-D7E54955B2B6}"/>
              </a:ext>
            </a:extLst>
          </p:cNvPr>
          <p:cNvSpPr txBox="1"/>
          <p:nvPr/>
        </p:nvSpPr>
        <p:spPr>
          <a:xfrm>
            <a:off x="1618156" y="6283641"/>
            <a:ext cx="2089727" cy="246221"/>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a:solidFill>
                  <a:schemeClr val="tx1">
                    <a:lumMod val="65000"/>
                    <a:lumOff val="35000"/>
                  </a:schemeClr>
                </a:solidFill>
                <a:latin typeface="Segoe UI Light"/>
                <a:cs typeface="Calibri"/>
              </a:rPr>
              <a:t>Source: Company Filings. </a:t>
            </a:r>
            <a:endParaRPr lang="en-US" sz="1000">
              <a:solidFill>
                <a:schemeClr val="tx1">
                  <a:lumMod val="65000"/>
                  <a:lumOff val="35000"/>
                </a:schemeClr>
              </a:solidFill>
              <a:latin typeface="Segoe UI Light"/>
            </a:endParaRPr>
          </a:p>
        </p:txBody>
      </p:sp>
      <p:graphicFrame>
        <p:nvGraphicFramePr>
          <p:cNvPr id="13" name="Table 5">
            <a:extLst>
              <a:ext uri="{FF2B5EF4-FFF2-40B4-BE49-F238E27FC236}">
                <a16:creationId xmlns:a16="http://schemas.microsoft.com/office/drawing/2014/main" id="{4466C704-1413-9155-AD7C-CD4D7C4EDB67}"/>
              </a:ext>
            </a:extLst>
          </p:cNvPr>
          <p:cNvGraphicFramePr>
            <a:graphicFrameLocks noGrp="1"/>
          </p:cNvGraphicFramePr>
          <p:nvPr>
            <p:extLst>
              <p:ext uri="{D42A27DB-BD31-4B8C-83A1-F6EECF244321}">
                <p14:modId xmlns:p14="http://schemas.microsoft.com/office/powerpoint/2010/main" val="183943862"/>
              </p:ext>
            </p:extLst>
          </p:nvPr>
        </p:nvGraphicFramePr>
        <p:xfrm>
          <a:off x="5875233" y="1659308"/>
          <a:ext cx="5751001" cy="4222599"/>
        </p:xfrm>
        <a:graphic>
          <a:graphicData uri="http://schemas.openxmlformats.org/drawingml/2006/table">
            <a:tbl>
              <a:tblPr firstRow="1" bandRow="1">
                <a:tableStyleId>{5C22544A-7EE6-4342-B048-85BDC9FD1C3A}</a:tableStyleId>
              </a:tblPr>
              <a:tblGrid>
                <a:gridCol w="2353038">
                  <a:extLst>
                    <a:ext uri="{9D8B030D-6E8A-4147-A177-3AD203B41FA5}">
                      <a16:colId xmlns:a16="http://schemas.microsoft.com/office/drawing/2014/main" val="1273087983"/>
                    </a:ext>
                  </a:extLst>
                </a:gridCol>
                <a:gridCol w="1125196">
                  <a:extLst>
                    <a:ext uri="{9D8B030D-6E8A-4147-A177-3AD203B41FA5}">
                      <a16:colId xmlns:a16="http://schemas.microsoft.com/office/drawing/2014/main" val="3069551936"/>
                    </a:ext>
                  </a:extLst>
                </a:gridCol>
                <a:gridCol w="1140113">
                  <a:extLst>
                    <a:ext uri="{9D8B030D-6E8A-4147-A177-3AD203B41FA5}">
                      <a16:colId xmlns:a16="http://schemas.microsoft.com/office/drawing/2014/main" val="3533364279"/>
                    </a:ext>
                  </a:extLst>
                </a:gridCol>
                <a:gridCol w="1132654">
                  <a:extLst>
                    <a:ext uri="{9D8B030D-6E8A-4147-A177-3AD203B41FA5}">
                      <a16:colId xmlns:a16="http://schemas.microsoft.com/office/drawing/2014/main" val="656024364"/>
                    </a:ext>
                  </a:extLst>
                </a:gridCol>
              </a:tblGrid>
              <a:tr h="380618">
                <a:tc>
                  <a:txBody>
                    <a:bodyPr/>
                    <a:lstStyle/>
                    <a:p>
                      <a:pPr lvl="0">
                        <a:buNone/>
                      </a:pPr>
                      <a:endParaRPr lang="en-US" sz="1200">
                        <a:latin typeface="Calibri Light"/>
                      </a:endParaRPr>
                    </a:p>
                  </a:txBody>
                  <a:tcPr anchor="ctr">
                    <a:lnL w="0">
                      <a:noFill/>
                    </a:lnL>
                    <a:lnR w="0">
                      <a:noFill/>
                    </a:lnR>
                    <a:lnT w="0">
                      <a:noFill/>
                    </a:lnT>
                    <a:lnB w="12700">
                      <a:solidFill>
                        <a:srgbClr val="FF0000"/>
                      </a:solidFill>
                    </a:lnB>
                    <a:solidFill>
                      <a:schemeClr val="bg1"/>
                    </a:solidFill>
                  </a:tcPr>
                </a:tc>
                <a:tc>
                  <a:txBody>
                    <a:bodyPr/>
                    <a:lstStyle/>
                    <a:p>
                      <a:pPr algn="ctr"/>
                      <a:r>
                        <a:rPr lang="en-US" sz="1200" b="1" i="0">
                          <a:solidFill>
                            <a:schemeClr val="tx1"/>
                          </a:solidFill>
                          <a:latin typeface="Calibri"/>
                        </a:rPr>
                        <a:t>Virtus</a:t>
                      </a:r>
                    </a:p>
                  </a:txBody>
                  <a:tcPr anchor="ctr">
                    <a:lnL w="0">
                      <a:noFill/>
                    </a:lnL>
                    <a:lnR w="0">
                      <a:noFill/>
                    </a:lnR>
                    <a:lnT w="0">
                      <a:noFill/>
                    </a:lnT>
                    <a:lnB w="12700">
                      <a:solidFill>
                        <a:srgbClr val="FF0000"/>
                      </a:solidFill>
                    </a:lnB>
                    <a:solidFill>
                      <a:schemeClr val="bg1"/>
                    </a:solidFill>
                  </a:tcPr>
                </a:tc>
                <a:tc>
                  <a:txBody>
                    <a:bodyPr/>
                    <a:lstStyle/>
                    <a:p>
                      <a:pPr algn="ctr"/>
                      <a:r>
                        <a:rPr lang="en-US" sz="1200" b="1" i="0">
                          <a:solidFill>
                            <a:schemeClr val="tx1"/>
                          </a:solidFill>
                          <a:latin typeface="Calibri"/>
                        </a:rPr>
                        <a:t>Monash IVF</a:t>
                      </a:r>
                    </a:p>
                  </a:txBody>
                  <a:tcPr anchor="ctr">
                    <a:lnL w="0">
                      <a:noFill/>
                    </a:lnL>
                    <a:lnR w="0">
                      <a:noFill/>
                    </a:lnR>
                    <a:lnT w="0">
                      <a:noFill/>
                    </a:lnT>
                    <a:lnB w="12700">
                      <a:solidFill>
                        <a:srgbClr val="FF0000"/>
                      </a:solidFill>
                    </a:lnB>
                    <a:solidFill>
                      <a:schemeClr val="bg1"/>
                    </a:solidFill>
                  </a:tcPr>
                </a:tc>
                <a:tc>
                  <a:txBody>
                    <a:bodyPr/>
                    <a:lstStyle/>
                    <a:p>
                      <a:pPr algn="ctr"/>
                      <a:r>
                        <a:rPr lang="en-US" sz="1200" b="1" i="0">
                          <a:solidFill>
                            <a:schemeClr val="tx1"/>
                          </a:solidFill>
                          <a:latin typeface="Calibri"/>
                        </a:rPr>
                        <a:t>Genea</a:t>
                      </a:r>
                    </a:p>
                  </a:txBody>
                  <a:tcPr anchor="ctr">
                    <a:lnL w="0">
                      <a:noFill/>
                    </a:lnL>
                    <a:lnR w="0">
                      <a:noFill/>
                    </a:lnR>
                    <a:lnT w="0">
                      <a:noFill/>
                    </a:lnT>
                    <a:lnB w="12700">
                      <a:solidFill>
                        <a:srgbClr val="FF0000"/>
                      </a:solidFill>
                    </a:lnB>
                    <a:solidFill>
                      <a:schemeClr val="bg1"/>
                    </a:solidFill>
                  </a:tcPr>
                </a:tc>
                <a:extLst>
                  <a:ext uri="{0D108BD9-81ED-4DB2-BD59-A6C34878D82A}">
                    <a16:rowId xmlns:a16="http://schemas.microsoft.com/office/drawing/2014/main" val="3758477343"/>
                  </a:ext>
                </a:extLst>
              </a:tr>
              <a:tr h="380618">
                <a:tc>
                  <a:txBody>
                    <a:bodyPr/>
                    <a:lstStyle/>
                    <a:p>
                      <a:pPr lvl="0">
                        <a:buNone/>
                      </a:pPr>
                      <a:r>
                        <a:rPr lang="en-US" sz="1200" b="1" i="0">
                          <a:latin typeface="Calibri Light"/>
                        </a:rPr>
                        <a:t>Market Capitalisation (Dec 21)</a:t>
                      </a:r>
                    </a:p>
                  </a:txBody>
                  <a:tcPr anchor="ctr">
                    <a:lnT w="12700">
                      <a:solidFill>
                        <a:srgbClr val="FF0000"/>
                      </a:solidFill>
                    </a:lnT>
                    <a:lnB w="3175">
                      <a:solidFill>
                        <a:schemeClr val="bg2">
                          <a:lumMod val="50000"/>
                        </a:schemeClr>
                      </a:solidFill>
                    </a:lnB>
                    <a:solidFill>
                      <a:schemeClr val="bg1"/>
                    </a:solidFill>
                  </a:tcPr>
                </a:tc>
                <a:tc>
                  <a:txBody>
                    <a:bodyPr/>
                    <a:lstStyle/>
                    <a:p>
                      <a:pPr algn="ctr"/>
                      <a:r>
                        <a:rPr lang="en-US" sz="1200">
                          <a:latin typeface="Calibri Light"/>
                        </a:rPr>
                        <a:t>444.2m</a:t>
                      </a:r>
                    </a:p>
                  </a:txBody>
                  <a:tcPr anchor="ctr">
                    <a:lnT w="12700">
                      <a:solidFill>
                        <a:srgbClr val="FF0000"/>
                      </a:solidFill>
                    </a:lnT>
                    <a:lnB w="3175">
                      <a:solidFill>
                        <a:schemeClr val="bg2">
                          <a:lumMod val="50000"/>
                        </a:schemeClr>
                      </a:solidFill>
                    </a:lnB>
                    <a:solidFill>
                      <a:schemeClr val="bg1"/>
                    </a:solidFill>
                  </a:tcPr>
                </a:tc>
                <a:tc>
                  <a:txBody>
                    <a:bodyPr/>
                    <a:lstStyle/>
                    <a:p>
                      <a:pPr algn="ctr"/>
                      <a:r>
                        <a:rPr lang="en-US" sz="1200">
                          <a:latin typeface="Calibri Light"/>
                        </a:rPr>
                        <a:t>366.3m</a:t>
                      </a:r>
                    </a:p>
                  </a:txBody>
                  <a:tcPr anchor="ctr">
                    <a:lnT w="12700">
                      <a:solidFill>
                        <a:srgbClr val="FF0000"/>
                      </a:solidFill>
                    </a:lnT>
                    <a:lnB w="3175">
                      <a:solidFill>
                        <a:schemeClr val="bg2">
                          <a:lumMod val="50000"/>
                        </a:schemeClr>
                      </a:solidFill>
                    </a:lnB>
                    <a:solidFill>
                      <a:schemeClr val="bg1"/>
                    </a:solidFill>
                  </a:tcPr>
                </a:tc>
                <a:tc>
                  <a:txBody>
                    <a:bodyPr/>
                    <a:lstStyle/>
                    <a:p>
                      <a:pPr algn="ctr"/>
                      <a:r>
                        <a:rPr lang="en-US" sz="1200">
                          <a:latin typeface="Calibri Light"/>
                        </a:rPr>
                        <a:t>n.a.</a:t>
                      </a:r>
                      <a:endParaRPr lang="en-US" sz="1200" err="1">
                        <a:latin typeface="Calibri Light"/>
                      </a:endParaRPr>
                    </a:p>
                  </a:txBody>
                  <a:tcPr anchor="ctr">
                    <a:lnT w="12700">
                      <a:solidFill>
                        <a:srgbClr val="FF0000"/>
                      </a:solidFill>
                    </a:lnT>
                    <a:lnB w="3175">
                      <a:solidFill>
                        <a:schemeClr val="bg2">
                          <a:lumMod val="50000"/>
                        </a:schemeClr>
                      </a:solidFill>
                    </a:lnB>
                    <a:solidFill>
                      <a:schemeClr val="bg1"/>
                    </a:solidFill>
                  </a:tcPr>
                </a:tc>
                <a:extLst>
                  <a:ext uri="{0D108BD9-81ED-4DB2-BD59-A6C34878D82A}">
                    <a16:rowId xmlns:a16="http://schemas.microsoft.com/office/drawing/2014/main" val="3627760774"/>
                  </a:ext>
                </a:extLst>
              </a:tr>
              <a:tr h="380618">
                <a:tc>
                  <a:txBody>
                    <a:bodyPr/>
                    <a:lstStyle/>
                    <a:p>
                      <a:pPr lvl="0">
                        <a:buNone/>
                      </a:pPr>
                      <a:r>
                        <a:rPr lang="en-US" sz="1200" b="1" i="0">
                          <a:latin typeface="Calibri Light"/>
                        </a:rPr>
                        <a:t>Service Revenue (FY21)</a:t>
                      </a:r>
                    </a:p>
                  </a:txBody>
                  <a:tcPr anchor="ctr">
                    <a:lnT w="3175">
                      <a:solidFill>
                        <a:schemeClr val="bg2">
                          <a:lumMod val="50000"/>
                        </a:schemeClr>
                      </a:solidFill>
                    </a:lnT>
                    <a:lnB w="3175">
                      <a:solidFill>
                        <a:schemeClr val="bg2">
                          <a:lumMod val="50000"/>
                        </a:schemeClr>
                      </a:solidFill>
                    </a:lnB>
                    <a:solidFill>
                      <a:schemeClr val="bg1"/>
                    </a:solidFill>
                  </a:tcPr>
                </a:tc>
                <a:tc>
                  <a:txBody>
                    <a:bodyPr/>
                    <a:lstStyle/>
                    <a:p>
                      <a:pPr algn="ctr"/>
                      <a:r>
                        <a:rPr lang="en-US" sz="1200">
                          <a:latin typeface="Calibri Light"/>
                        </a:rPr>
                        <a:t>324.6m</a:t>
                      </a:r>
                    </a:p>
                  </a:txBody>
                  <a:tcPr anchor="ctr">
                    <a:lnT w="3175">
                      <a:solidFill>
                        <a:schemeClr val="bg2">
                          <a:lumMod val="50000"/>
                        </a:schemeClr>
                      </a:solidFill>
                    </a:lnT>
                    <a:lnB w="3175">
                      <a:solidFill>
                        <a:schemeClr val="bg2">
                          <a:lumMod val="50000"/>
                        </a:schemeClr>
                      </a:solidFill>
                    </a:lnB>
                    <a:solidFill>
                      <a:schemeClr val="bg1"/>
                    </a:solidFill>
                  </a:tcPr>
                </a:tc>
                <a:tc>
                  <a:txBody>
                    <a:bodyPr/>
                    <a:lstStyle/>
                    <a:p>
                      <a:pPr algn="ctr"/>
                      <a:r>
                        <a:rPr lang="en-US" sz="1200">
                          <a:latin typeface="Calibri Light"/>
                        </a:rPr>
                        <a:t>183.6m</a:t>
                      </a:r>
                    </a:p>
                  </a:txBody>
                  <a:tcPr anchor="ctr">
                    <a:lnT w="3175">
                      <a:solidFill>
                        <a:schemeClr val="bg2">
                          <a:lumMod val="50000"/>
                        </a:schemeClr>
                      </a:solidFill>
                    </a:lnT>
                    <a:lnB w="3175">
                      <a:solidFill>
                        <a:schemeClr val="bg2">
                          <a:lumMod val="50000"/>
                        </a:schemeClr>
                      </a:solidFill>
                    </a:lnB>
                    <a:solidFill>
                      <a:schemeClr val="bg1"/>
                    </a:solidFill>
                  </a:tcPr>
                </a:tc>
                <a:tc>
                  <a:txBody>
                    <a:bodyPr/>
                    <a:lstStyle/>
                    <a:p>
                      <a:pPr algn="ctr"/>
                      <a:r>
                        <a:rPr lang="en-US" sz="1200">
                          <a:latin typeface="Calibri Light"/>
                        </a:rPr>
                        <a:t>93.7m</a:t>
                      </a:r>
                    </a:p>
                  </a:txBody>
                  <a:tcPr anchor="ctr">
                    <a:lnT w="3175">
                      <a:solidFill>
                        <a:schemeClr val="bg2">
                          <a:lumMod val="50000"/>
                        </a:schemeClr>
                      </a:solidFill>
                    </a:lnT>
                    <a:lnB w="3175">
                      <a:solidFill>
                        <a:schemeClr val="bg2">
                          <a:lumMod val="50000"/>
                        </a:schemeClr>
                      </a:solidFill>
                    </a:lnB>
                    <a:solidFill>
                      <a:schemeClr val="bg1"/>
                    </a:solidFill>
                  </a:tcPr>
                </a:tc>
                <a:extLst>
                  <a:ext uri="{0D108BD9-81ED-4DB2-BD59-A6C34878D82A}">
                    <a16:rowId xmlns:a16="http://schemas.microsoft.com/office/drawing/2014/main" val="275241309"/>
                  </a:ext>
                </a:extLst>
              </a:tr>
              <a:tr h="380618">
                <a:tc>
                  <a:txBody>
                    <a:bodyPr/>
                    <a:lstStyle/>
                    <a:p>
                      <a:pPr lvl="0">
                        <a:buNone/>
                      </a:pPr>
                      <a:r>
                        <a:rPr lang="en-US" sz="1200" b="1" i="0">
                          <a:latin typeface="Calibri Light"/>
                        </a:rPr>
                        <a:t>Market Share </a:t>
                      </a:r>
                    </a:p>
                  </a:txBody>
                  <a:tcPr anchor="ctr">
                    <a:lnT w="3175">
                      <a:solidFill>
                        <a:schemeClr val="bg2">
                          <a:lumMod val="50000"/>
                        </a:schemeClr>
                      </a:solidFill>
                    </a:lnT>
                    <a:lnB w="3175">
                      <a:solidFill>
                        <a:schemeClr val="bg2">
                          <a:lumMod val="50000"/>
                        </a:schemeClr>
                      </a:solidFill>
                    </a:lnB>
                    <a:solidFill>
                      <a:schemeClr val="bg1"/>
                    </a:solidFill>
                  </a:tcPr>
                </a:tc>
                <a:tc>
                  <a:txBody>
                    <a:bodyPr/>
                    <a:lstStyle/>
                    <a:p>
                      <a:pPr algn="ctr"/>
                      <a:r>
                        <a:rPr lang="en-US" sz="1200">
                          <a:latin typeface="Calibri Light"/>
                        </a:rPr>
                        <a:t>39.5%</a:t>
                      </a:r>
                    </a:p>
                  </a:txBody>
                  <a:tcPr anchor="ctr">
                    <a:lnT w="3175">
                      <a:solidFill>
                        <a:schemeClr val="bg2">
                          <a:lumMod val="50000"/>
                        </a:schemeClr>
                      </a:solidFill>
                    </a:lnT>
                    <a:lnB w="3175">
                      <a:solidFill>
                        <a:schemeClr val="bg2">
                          <a:lumMod val="50000"/>
                        </a:schemeClr>
                      </a:solidFill>
                    </a:lnB>
                    <a:solidFill>
                      <a:schemeClr val="bg1"/>
                    </a:solidFill>
                  </a:tcPr>
                </a:tc>
                <a:tc>
                  <a:txBody>
                    <a:bodyPr/>
                    <a:lstStyle/>
                    <a:p>
                      <a:pPr algn="ctr"/>
                      <a:r>
                        <a:rPr lang="en-US" sz="1200">
                          <a:latin typeface="Calibri Light"/>
                        </a:rPr>
                        <a:t>25.3%</a:t>
                      </a:r>
                    </a:p>
                  </a:txBody>
                  <a:tcPr anchor="ctr">
                    <a:lnT w="3175">
                      <a:solidFill>
                        <a:schemeClr val="bg2">
                          <a:lumMod val="50000"/>
                        </a:schemeClr>
                      </a:solidFill>
                    </a:lnT>
                    <a:lnB w="3175">
                      <a:solidFill>
                        <a:schemeClr val="bg2">
                          <a:lumMod val="50000"/>
                        </a:schemeClr>
                      </a:solidFill>
                    </a:lnB>
                    <a:solidFill>
                      <a:schemeClr val="bg1"/>
                    </a:solidFill>
                  </a:tcPr>
                </a:tc>
                <a:tc>
                  <a:txBody>
                    <a:bodyPr/>
                    <a:lstStyle/>
                    <a:p>
                      <a:pPr algn="ctr"/>
                      <a:r>
                        <a:rPr lang="en-US" sz="1200">
                          <a:latin typeface="Calibri Light"/>
                        </a:rPr>
                        <a:t>12.6%</a:t>
                      </a:r>
                    </a:p>
                  </a:txBody>
                  <a:tcPr anchor="ctr">
                    <a:lnT w="3175">
                      <a:solidFill>
                        <a:schemeClr val="bg2">
                          <a:lumMod val="50000"/>
                        </a:schemeClr>
                      </a:solidFill>
                    </a:lnT>
                    <a:lnB w="3175">
                      <a:solidFill>
                        <a:schemeClr val="bg2">
                          <a:lumMod val="50000"/>
                        </a:schemeClr>
                      </a:solidFill>
                    </a:lnB>
                    <a:solidFill>
                      <a:schemeClr val="bg1"/>
                    </a:solidFill>
                  </a:tcPr>
                </a:tc>
                <a:extLst>
                  <a:ext uri="{0D108BD9-81ED-4DB2-BD59-A6C34878D82A}">
                    <a16:rowId xmlns:a16="http://schemas.microsoft.com/office/drawing/2014/main" val="915435071"/>
                  </a:ext>
                </a:extLst>
              </a:tr>
              <a:tr h="339837">
                <a:tc>
                  <a:txBody>
                    <a:bodyPr/>
                    <a:lstStyle/>
                    <a:p>
                      <a:pPr lvl="0">
                        <a:buNone/>
                      </a:pPr>
                      <a:r>
                        <a:rPr lang="en-US" sz="1200" b="1" i="0">
                          <a:latin typeface="Calibri Light"/>
                        </a:rPr>
                        <a:t>ART Clinics</a:t>
                      </a:r>
                    </a:p>
                  </a:txBody>
                  <a:tcPr anchor="ctr">
                    <a:lnT w="3175">
                      <a:solidFill>
                        <a:schemeClr val="bg2">
                          <a:lumMod val="50000"/>
                        </a:schemeClr>
                      </a:solidFill>
                    </a:lnT>
                    <a:lnB w="3175">
                      <a:solidFill>
                        <a:schemeClr val="bg2">
                          <a:lumMod val="50000"/>
                        </a:schemeClr>
                      </a:solidFill>
                    </a:lnB>
                    <a:solidFill>
                      <a:schemeClr val="bg1"/>
                    </a:solidFill>
                  </a:tcPr>
                </a:tc>
                <a:tc>
                  <a:txBody>
                    <a:bodyPr/>
                    <a:lstStyle/>
                    <a:p>
                      <a:pPr algn="ctr"/>
                      <a:r>
                        <a:rPr lang="en-US" sz="1200">
                          <a:latin typeface="Calibri Light"/>
                        </a:rPr>
                        <a:t>44</a:t>
                      </a:r>
                    </a:p>
                  </a:txBody>
                  <a:tcPr anchor="ctr">
                    <a:lnT w="3175">
                      <a:solidFill>
                        <a:schemeClr val="bg2">
                          <a:lumMod val="50000"/>
                        </a:schemeClr>
                      </a:solidFill>
                    </a:lnT>
                    <a:lnB w="3175">
                      <a:solidFill>
                        <a:schemeClr val="bg2">
                          <a:lumMod val="50000"/>
                        </a:schemeClr>
                      </a:solidFill>
                    </a:lnB>
                    <a:solidFill>
                      <a:schemeClr val="bg1"/>
                    </a:solidFill>
                  </a:tcPr>
                </a:tc>
                <a:tc>
                  <a:txBody>
                    <a:bodyPr/>
                    <a:lstStyle/>
                    <a:p>
                      <a:pPr algn="ctr"/>
                      <a:r>
                        <a:rPr lang="en-US" sz="1200">
                          <a:latin typeface="Calibri Light"/>
                        </a:rPr>
                        <a:t>27</a:t>
                      </a:r>
                    </a:p>
                  </a:txBody>
                  <a:tcPr anchor="ctr">
                    <a:lnT w="3175">
                      <a:solidFill>
                        <a:schemeClr val="bg2">
                          <a:lumMod val="50000"/>
                        </a:schemeClr>
                      </a:solidFill>
                    </a:lnT>
                    <a:lnB w="3175">
                      <a:solidFill>
                        <a:schemeClr val="bg2">
                          <a:lumMod val="50000"/>
                        </a:schemeClr>
                      </a:solidFill>
                    </a:lnB>
                    <a:solidFill>
                      <a:schemeClr val="bg1"/>
                    </a:solidFill>
                  </a:tcPr>
                </a:tc>
                <a:tc>
                  <a:txBody>
                    <a:bodyPr/>
                    <a:lstStyle/>
                    <a:p>
                      <a:pPr algn="ctr"/>
                      <a:r>
                        <a:rPr lang="en-US" sz="1200">
                          <a:latin typeface="Calibri Light"/>
                        </a:rPr>
                        <a:t>12</a:t>
                      </a:r>
                    </a:p>
                  </a:txBody>
                  <a:tcPr anchor="ctr">
                    <a:lnT w="3175">
                      <a:solidFill>
                        <a:schemeClr val="bg2">
                          <a:lumMod val="50000"/>
                        </a:schemeClr>
                      </a:solidFill>
                    </a:lnT>
                    <a:lnB w="3175">
                      <a:solidFill>
                        <a:schemeClr val="bg2">
                          <a:lumMod val="50000"/>
                        </a:schemeClr>
                      </a:solidFill>
                    </a:lnB>
                    <a:solidFill>
                      <a:schemeClr val="bg1"/>
                    </a:solidFill>
                  </a:tcPr>
                </a:tc>
                <a:extLst>
                  <a:ext uri="{0D108BD9-81ED-4DB2-BD59-A6C34878D82A}">
                    <a16:rowId xmlns:a16="http://schemas.microsoft.com/office/drawing/2014/main" val="3087526149"/>
                  </a:ext>
                </a:extLst>
              </a:tr>
              <a:tr h="380618">
                <a:tc>
                  <a:txBody>
                    <a:bodyPr/>
                    <a:lstStyle/>
                    <a:p>
                      <a:pPr lvl="0">
                        <a:buNone/>
                      </a:pPr>
                      <a:r>
                        <a:rPr lang="en-US" sz="1200" b="1" i="0">
                          <a:latin typeface="Calibri Light"/>
                        </a:rPr>
                        <a:t>Fertility Specialists </a:t>
                      </a:r>
                    </a:p>
                  </a:txBody>
                  <a:tcPr anchor="ctr">
                    <a:lnT w="3175">
                      <a:solidFill>
                        <a:schemeClr val="bg2">
                          <a:lumMod val="50000"/>
                        </a:schemeClr>
                      </a:solidFill>
                    </a:lnT>
                    <a:lnB w="3175">
                      <a:solidFill>
                        <a:schemeClr val="bg2">
                          <a:lumMod val="50000"/>
                        </a:schemeClr>
                      </a:solidFill>
                    </a:lnB>
                    <a:solidFill>
                      <a:schemeClr val="bg1"/>
                    </a:solidFill>
                  </a:tcPr>
                </a:tc>
                <a:tc>
                  <a:txBody>
                    <a:bodyPr/>
                    <a:lstStyle/>
                    <a:p>
                      <a:pPr algn="ctr"/>
                      <a:r>
                        <a:rPr lang="en-US" sz="1200">
                          <a:latin typeface="Calibri Light"/>
                        </a:rPr>
                        <a:t>128</a:t>
                      </a:r>
                    </a:p>
                  </a:txBody>
                  <a:tcPr anchor="ctr">
                    <a:lnT w="3175">
                      <a:solidFill>
                        <a:schemeClr val="bg2">
                          <a:lumMod val="50000"/>
                        </a:schemeClr>
                      </a:solidFill>
                    </a:lnT>
                    <a:lnB w="3175">
                      <a:solidFill>
                        <a:schemeClr val="bg2">
                          <a:lumMod val="50000"/>
                        </a:schemeClr>
                      </a:solidFill>
                    </a:lnB>
                    <a:solidFill>
                      <a:schemeClr val="bg1"/>
                    </a:solidFill>
                  </a:tcPr>
                </a:tc>
                <a:tc>
                  <a:txBody>
                    <a:bodyPr/>
                    <a:lstStyle/>
                    <a:p>
                      <a:pPr algn="ctr"/>
                      <a:r>
                        <a:rPr lang="en-US" sz="1200">
                          <a:latin typeface="Calibri Light"/>
                        </a:rPr>
                        <a:t>105</a:t>
                      </a:r>
                    </a:p>
                  </a:txBody>
                  <a:tcPr anchor="ctr">
                    <a:lnT w="3175">
                      <a:solidFill>
                        <a:schemeClr val="bg2">
                          <a:lumMod val="50000"/>
                        </a:schemeClr>
                      </a:solidFill>
                    </a:lnT>
                    <a:lnB w="3175">
                      <a:solidFill>
                        <a:schemeClr val="bg2">
                          <a:lumMod val="50000"/>
                        </a:schemeClr>
                      </a:solidFill>
                    </a:lnB>
                    <a:solidFill>
                      <a:schemeClr val="bg1"/>
                    </a:solidFill>
                  </a:tcPr>
                </a:tc>
                <a:tc>
                  <a:txBody>
                    <a:bodyPr/>
                    <a:lstStyle/>
                    <a:p>
                      <a:pPr algn="ctr"/>
                      <a:r>
                        <a:rPr lang="en-US" sz="1200">
                          <a:latin typeface="Calibri Light"/>
                        </a:rPr>
                        <a:t>38</a:t>
                      </a:r>
                    </a:p>
                  </a:txBody>
                  <a:tcPr anchor="ctr">
                    <a:lnT w="3175">
                      <a:solidFill>
                        <a:schemeClr val="bg2">
                          <a:lumMod val="50000"/>
                        </a:schemeClr>
                      </a:solidFill>
                    </a:lnT>
                    <a:lnB w="3175">
                      <a:solidFill>
                        <a:schemeClr val="bg2">
                          <a:lumMod val="50000"/>
                        </a:schemeClr>
                      </a:solidFill>
                    </a:lnB>
                    <a:solidFill>
                      <a:schemeClr val="bg1"/>
                    </a:solidFill>
                  </a:tcPr>
                </a:tc>
                <a:extLst>
                  <a:ext uri="{0D108BD9-81ED-4DB2-BD59-A6C34878D82A}">
                    <a16:rowId xmlns:a16="http://schemas.microsoft.com/office/drawing/2014/main" val="776807180"/>
                  </a:ext>
                </a:extLst>
              </a:tr>
              <a:tr h="434992">
                <a:tc>
                  <a:txBody>
                    <a:bodyPr/>
                    <a:lstStyle/>
                    <a:p>
                      <a:pPr lvl="0">
                        <a:buNone/>
                      </a:pPr>
                      <a:r>
                        <a:rPr lang="en-US" sz="1200" b="1" i="0">
                          <a:latin typeface="Calibri Light"/>
                        </a:rPr>
                        <a:t>Service Revenue CAGR(FY19 to FY21)</a:t>
                      </a:r>
                    </a:p>
                  </a:txBody>
                  <a:tcPr anchor="ctr">
                    <a:lnT w="3175">
                      <a:solidFill>
                        <a:schemeClr val="bg2">
                          <a:lumMod val="50000"/>
                        </a:schemeClr>
                      </a:solidFill>
                    </a:lnT>
                    <a:lnB w="3175">
                      <a:solidFill>
                        <a:schemeClr val="bg2">
                          <a:lumMod val="50000"/>
                        </a:schemeClr>
                      </a:solidFill>
                    </a:lnB>
                    <a:solidFill>
                      <a:schemeClr val="bg1"/>
                    </a:solidFill>
                  </a:tcPr>
                </a:tc>
                <a:tc>
                  <a:txBody>
                    <a:bodyPr/>
                    <a:lstStyle/>
                    <a:p>
                      <a:pPr algn="ctr"/>
                      <a:r>
                        <a:rPr lang="en-US" sz="1200">
                          <a:latin typeface="Calibri Light"/>
                        </a:rPr>
                        <a:t>7.7%</a:t>
                      </a:r>
                    </a:p>
                  </a:txBody>
                  <a:tcPr anchor="ctr">
                    <a:lnT w="3175">
                      <a:solidFill>
                        <a:schemeClr val="bg2">
                          <a:lumMod val="50000"/>
                        </a:schemeClr>
                      </a:solidFill>
                    </a:lnT>
                    <a:lnB w="3175">
                      <a:solidFill>
                        <a:schemeClr val="bg2">
                          <a:lumMod val="50000"/>
                        </a:schemeClr>
                      </a:solidFill>
                    </a:lnB>
                    <a:solidFill>
                      <a:schemeClr val="bg1"/>
                    </a:solidFill>
                  </a:tcPr>
                </a:tc>
                <a:tc>
                  <a:txBody>
                    <a:bodyPr/>
                    <a:lstStyle/>
                    <a:p>
                      <a:pPr algn="ctr"/>
                      <a:r>
                        <a:rPr lang="en-US" sz="1200">
                          <a:latin typeface="Calibri Light"/>
                        </a:rPr>
                        <a:t>9.9%</a:t>
                      </a:r>
                    </a:p>
                  </a:txBody>
                  <a:tcPr anchor="ctr">
                    <a:lnT w="3175">
                      <a:solidFill>
                        <a:schemeClr val="bg2">
                          <a:lumMod val="50000"/>
                        </a:schemeClr>
                      </a:solidFill>
                    </a:lnT>
                    <a:lnB w="3175">
                      <a:solidFill>
                        <a:schemeClr val="bg2">
                          <a:lumMod val="50000"/>
                        </a:schemeClr>
                      </a:solidFill>
                    </a:lnB>
                    <a:solidFill>
                      <a:schemeClr val="bg1"/>
                    </a:solidFill>
                  </a:tcPr>
                </a:tc>
                <a:tc>
                  <a:txBody>
                    <a:bodyPr/>
                    <a:lstStyle/>
                    <a:p>
                      <a:pPr algn="ctr"/>
                      <a:r>
                        <a:rPr lang="en-US" sz="1200">
                          <a:latin typeface="Calibri Light"/>
                        </a:rPr>
                        <a:t>0.5%</a:t>
                      </a:r>
                    </a:p>
                  </a:txBody>
                  <a:tcPr anchor="ctr">
                    <a:lnT w="3175">
                      <a:solidFill>
                        <a:schemeClr val="bg2">
                          <a:lumMod val="50000"/>
                        </a:schemeClr>
                      </a:solidFill>
                    </a:lnT>
                    <a:lnB w="3175">
                      <a:solidFill>
                        <a:schemeClr val="bg2">
                          <a:lumMod val="50000"/>
                        </a:schemeClr>
                      </a:solidFill>
                    </a:lnB>
                    <a:solidFill>
                      <a:schemeClr val="bg1"/>
                    </a:solidFill>
                  </a:tcPr>
                </a:tc>
                <a:extLst>
                  <a:ext uri="{0D108BD9-81ED-4DB2-BD59-A6C34878D82A}">
                    <a16:rowId xmlns:a16="http://schemas.microsoft.com/office/drawing/2014/main" val="2159884506"/>
                  </a:ext>
                </a:extLst>
              </a:tr>
              <a:tr h="380618">
                <a:tc>
                  <a:txBody>
                    <a:bodyPr/>
                    <a:lstStyle/>
                    <a:p>
                      <a:pPr lvl="0">
                        <a:buNone/>
                      </a:pPr>
                      <a:r>
                        <a:rPr lang="en-US" sz="1200" b="1" i="0">
                          <a:latin typeface="Calibri Light"/>
                        </a:rPr>
                        <a:t>EBITDA Margin (FY21)</a:t>
                      </a:r>
                    </a:p>
                  </a:txBody>
                  <a:tcPr anchor="ctr">
                    <a:lnT w="3175">
                      <a:solidFill>
                        <a:schemeClr val="bg2">
                          <a:lumMod val="50000"/>
                        </a:schemeClr>
                      </a:solidFill>
                    </a:lnT>
                    <a:lnB w="3175">
                      <a:solidFill>
                        <a:schemeClr val="bg2">
                          <a:lumMod val="50000"/>
                        </a:schemeClr>
                      </a:solidFill>
                    </a:lnB>
                    <a:solidFill>
                      <a:schemeClr val="bg1"/>
                    </a:solidFill>
                  </a:tcPr>
                </a:tc>
                <a:tc>
                  <a:txBody>
                    <a:bodyPr/>
                    <a:lstStyle/>
                    <a:p>
                      <a:pPr algn="ctr"/>
                      <a:r>
                        <a:rPr lang="en-US" sz="1200">
                          <a:latin typeface="Calibri Light"/>
                        </a:rPr>
                        <a:t>25.9%</a:t>
                      </a:r>
                    </a:p>
                  </a:txBody>
                  <a:tcPr anchor="ctr">
                    <a:lnT w="3175">
                      <a:solidFill>
                        <a:schemeClr val="bg2">
                          <a:lumMod val="50000"/>
                        </a:schemeClr>
                      </a:solidFill>
                    </a:lnT>
                    <a:lnB w="3175">
                      <a:solidFill>
                        <a:schemeClr val="bg2">
                          <a:lumMod val="50000"/>
                        </a:schemeClr>
                      </a:solidFill>
                    </a:lnB>
                    <a:solidFill>
                      <a:schemeClr val="bg1"/>
                    </a:solidFill>
                  </a:tcPr>
                </a:tc>
                <a:tc>
                  <a:txBody>
                    <a:bodyPr/>
                    <a:lstStyle/>
                    <a:p>
                      <a:pPr algn="ctr"/>
                      <a:r>
                        <a:rPr lang="en-US" sz="1200">
                          <a:latin typeface="Calibri Light"/>
                        </a:rPr>
                        <a:t>26.0%</a:t>
                      </a:r>
                    </a:p>
                  </a:txBody>
                  <a:tcPr anchor="ctr">
                    <a:lnT w="3175">
                      <a:solidFill>
                        <a:schemeClr val="bg2">
                          <a:lumMod val="50000"/>
                        </a:schemeClr>
                      </a:solidFill>
                    </a:lnT>
                    <a:lnB w="3175">
                      <a:solidFill>
                        <a:schemeClr val="bg2">
                          <a:lumMod val="50000"/>
                        </a:schemeClr>
                      </a:solidFill>
                    </a:lnB>
                    <a:solidFill>
                      <a:schemeClr val="bg1"/>
                    </a:solidFill>
                  </a:tcPr>
                </a:tc>
                <a:tc>
                  <a:txBody>
                    <a:bodyPr/>
                    <a:lstStyle/>
                    <a:p>
                      <a:pPr algn="ctr"/>
                      <a:r>
                        <a:rPr lang="en-US" sz="1200">
                          <a:latin typeface="Calibri Light"/>
                        </a:rPr>
                        <a:t>13.1%</a:t>
                      </a:r>
                    </a:p>
                  </a:txBody>
                  <a:tcPr anchor="ctr">
                    <a:lnT w="3175">
                      <a:solidFill>
                        <a:schemeClr val="bg2">
                          <a:lumMod val="50000"/>
                        </a:schemeClr>
                      </a:solidFill>
                    </a:lnT>
                    <a:lnB w="3175">
                      <a:solidFill>
                        <a:schemeClr val="bg2">
                          <a:lumMod val="50000"/>
                        </a:schemeClr>
                      </a:solidFill>
                    </a:lnB>
                    <a:solidFill>
                      <a:schemeClr val="bg1"/>
                    </a:solidFill>
                  </a:tcPr>
                </a:tc>
                <a:extLst>
                  <a:ext uri="{0D108BD9-81ED-4DB2-BD59-A6C34878D82A}">
                    <a16:rowId xmlns:a16="http://schemas.microsoft.com/office/drawing/2014/main" val="3630846203"/>
                  </a:ext>
                </a:extLst>
              </a:tr>
              <a:tr h="380618">
                <a:tc>
                  <a:txBody>
                    <a:bodyPr/>
                    <a:lstStyle/>
                    <a:p>
                      <a:pPr lvl="0">
                        <a:buNone/>
                      </a:pPr>
                      <a:r>
                        <a:rPr lang="en-US" sz="1200" b="1" i="0">
                          <a:latin typeface="Calibri Light"/>
                        </a:rPr>
                        <a:t>Cycles </a:t>
                      </a:r>
                    </a:p>
                  </a:txBody>
                  <a:tcPr anchor="ctr">
                    <a:lnT w="3175">
                      <a:solidFill>
                        <a:schemeClr val="bg2">
                          <a:lumMod val="50000"/>
                        </a:schemeClr>
                      </a:solidFill>
                    </a:lnT>
                    <a:lnB w="3175">
                      <a:solidFill>
                        <a:schemeClr val="bg2">
                          <a:lumMod val="50000"/>
                        </a:schemeClr>
                      </a:solidFill>
                    </a:lnB>
                    <a:solidFill>
                      <a:schemeClr val="bg1"/>
                    </a:solidFill>
                  </a:tcPr>
                </a:tc>
                <a:tc>
                  <a:txBody>
                    <a:bodyPr/>
                    <a:lstStyle/>
                    <a:p>
                      <a:pPr lvl="0" algn="ctr">
                        <a:buNone/>
                      </a:pPr>
                      <a:r>
                        <a:rPr lang="en-US" sz="1200">
                          <a:latin typeface="Calibri Light"/>
                        </a:rPr>
                        <a:t>23,994</a:t>
                      </a:r>
                    </a:p>
                  </a:txBody>
                  <a:tcPr anchor="ctr">
                    <a:lnT w="3175">
                      <a:solidFill>
                        <a:schemeClr val="bg2">
                          <a:lumMod val="50000"/>
                        </a:schemeClr>
                      </a:solidFill>
                    </a:lnT>
                    <a:lnB w="3175">
                      <a:solidFill>
                        <a:schemeClr val="bg2">
                          <a:lumMod val="50000"/>
                        </a:schemeClr>
                      </a:solidFill>
                    </a:lnB>
                    <a:solidFill>
                      <a:schemeClr val="bg1"/>
                    </a:solidFill>
                  </a:tcPr>
                </a:tc>
                <a:tc>
                  <a:txBody>
                    <a:bodyPr/>
                    <a:lstStyle/>
                    <a:p>
                      <a:pPr lvl="0" algn="ctr">
                        <a:buNone/>
                      </a:pPr>
                      <a:r>
                        <a:rPr lang="en-US" sz="1200">
                          <a:latin typeface="Calibri Light"/>
                        </a:rPr>
                        <a:t>10,815</a:t>
                      </a:r>
                    </a:p>
                  </a:txBody>
                  <a:tcPr anchor="ctr">
                    <a:lnT w="3175">
                      <a:solidFill>
                        <a:schemeClr val="bg2">
                          <a:lumMod val="50000"/>
                        </a:schemeClr>
                      </a:solidFill>
                    </a:lnT>
                    <a:lnB w="3175">
                      <a:solidFill>
                        <a:schemeClr val="bg2">
                          <a:lumMod val="50000"/>
                        </a:schemeClr>
                      </a:solidFill>
                    </a:lnB>
                    <a:solidFill>
                      <a:schemeClr val="bg1"/>
                    </a:solidFill>
                  </a:tcPr>
                </a:tc>
                <a:tc>
                  <a:txBody>
                    <a:bodyPr/>
                    <a:lstStyle/>
                    <a:p>
                      <a:pPr lvl="0" algn="ctr">
                        <a:buNone/>
                      </a:pPr>
                      <a:r>
                        <a:rPr lang="en-US" sz="1200">
                          <a:latin typeface="Calibri Light"/>
                        </a:rPr>
                        <a:t>8,864</a:t>
                      </a:r>
                    </a:p>
                  </a:txBody>
                  <a:tcPr anchor="ctr">
                    <a:lnT w="3175">
                      <a:solidFill>
                        <a:schemeClr val="bg2">
                          <a:lumMod val="50000"/>
                        </a:schemeClr>
                      </a:solidFill>
                    </a:lnT>
                    <a:lnB w="3175">
                      <a:solidFill>
                        <a:schemeClr val="bg2">
                          <a:lumMod val="50000"/>
                        </a:schemeClr>
                      </a:solidFill>
                    </a:lnB>
                    <a:solidFill>
                      <a:schemeClr val="bg1"/>
                    </a:solidFill>
                  </a:tcPr>
                </a:tc>
                <a:extLst>
                  <a:ext uri="{0D108BD9-81ED-4DB2-BD59-A6C34878D82A}">
                    <a16:rowId xmlns:a16="http://schemas.microsoft.com/office/drawing/2014/main" val="113206946"/>
                  </a:ext>
                </a:extLst>
              </a:tr>
              <a:tr h="380618">
                <a:tc>
                  <a:txBody>
                    <a:bodyPr/>
                    <a:lstStyle/>
                    <a:p>
                      <a:pPr lvl="0">
                        <a:buNone/>
                      </a:pPr>
                      <a:r>
                        <a:rPr lang="en-US" sz="1200" b="1" i="0">
                          <a:latin typeface="Calibri Light"/>
                        </a:rPr>
                        <a:t>Revenue per cycle (AUD)</a:t>
                      </a:r>
                    </a:p>
                  </a:txBody>
                  <a:tcPr anchor="ctr">
                    <a:lnT w="3175">
                      <a:solidFill>
                        <a:schemeClr val="bg2">
                          <a:lumMod val="50000"/>
                        </a:schemeClr>
                      </a:solidFill>
                    </a:lnT>
                    <a:lnB w="3175">
                      <a:solidFill>
                        <a:schemeClr val="bg2">
                          <a:lumMod val="50000"/>
                        </a:schemeClr>
                      </a:solidFill>
                    </a:lnB>
                    <a:solidFill>
                      <a:schemeClr val="bg1"/>
                    </a:solidFill>
                  </a:tcPr>
                </a:tc>
                <a:tc>
                  <a:txBody>
                    <a:bodyPr/>
                    <a:lstStyle/>
                    <a:p>
                      <a:pPr lvl="0" algn="ctr">
                        <a:buNone/>
                      </a:pPr>
                      <a:r>
                        <a:rPr lang="en-US" sz="1200">
                          <a:latin typeface="Calibri Light"/>
                        </a:rPr>
                        <a:t>13,528</a:t>
                      </a:r>
                    </a:p>
                  </a:txBody>
                  <a:tcPr anchor="ctr">
                    <a:lnT w="3175">
                      <a:solidFill>
                        <a:schemeClr val="bg2">
                          <a:lumMod val="50000"/>
                        </a:schemeClr>
                      </a:solidFill>
                    </a:lnT>
                    <a:lnB w="3175">
                      <a:solidFill>
                        <a:schemeClr val="bg2">
                          <a:lumMod val="50000"/>
                        </a:schemeClr>
                      </a:solidFill>
                    </a:lnB>
                    <a:solidFill>
                      <a:schemeClr val="bg1"/>
                    </a:solidFill>
                  </a:tcPr>
                </a:tc>
                <a:tc>
                  <a:txBody>
                    <a:bodyPr/>
                    <a:lstStyle/>
                    <a:p>
                      <a:pPr lvl="0" algn="ctr">
                        <a:buNone/>
                      </a:pPr>
                      <a:r>
                        <a:rPr lang="en-US" sz="1200">
                          <a:latin typeface="Calibri Light"/>
                        </a:rPr>
                        <a:t>16,977</a:t>
                      </a:r>
                    </a:p>
                  </a:txBody>
                  <a:tcPr anchor="ctr">
                    <a:lnT w="3175">
                      <a:solidFill>
                        <a:schemeClr val="bg2">
                          <a:lumMod val="50000"/>
                        </a:schemeClr>
                      </a:solidFill>
                    </a:lnT>
                    <a:lnB w="3175">
                      <a:solidFill>
                        <a:schemeClr val="bg2">
                          <a:lumMod val="50000"/>
                        </a:schemeClr>
                      </a:solidFill>
                    </a:lnB>
                    <a:solidFill>
                      <a:schemeClr val="bg1"/>
                    </a:solidFill>
                  </a:tcPr>
                </a:tc>
                <a:tc>
                  <a:txBody>
                    <a:bodyPr/>
                    <a:lstStyle/>
                    <a:p>
                      <a:pPr lvl="0" algn="ctr">
                        <a:buNone/>
                      </a:pPr>
                      <a:r>
                        <a:rPr lang="en-US" sz="1200">
                          <a:latin typeface="Calibri Light"/>
                        </a:rPr>
                        <a:t>10,567</a:t>
                      </a:r>
                    </a:p>
                  </a:txBody>
                  <a:tcPr anchor="ctr">
                    <a:lnT w="3175">
                      <a:solidFill>
                        <a:schemeClr val="bg2">
                          <a:lumMod val="50000"/>
                        </a:schemeClr>
                      </a:solidFill>
                    </a:lnT>
                    <a:lnB w="3175">
                      <a:solidFill>
                        <a:schemeClr val="bg2">
                          <a:lumMod val="50000"/>
                        </a:schemeClr>
                      </a:solidFill>
                    </a:lnB>
                    <a:solidFill>
                      <a:schemeClr val="bg1"/>
                    </a:solidFill>
                  </a:tcPr>
                </a:tc>
                <a:extLst>
                  <a:ext uri="{0D108BD9-81ED-4DB2-BD59-A6C34878D82A}">
                    <a16:rowId xmlns:a16="http://schemas.microsoft.com/office/drawing/2014/main" val="3808461173"/>
                  </a:ext>
                </a:extLst>
              </a:tr>
              <a:tr h="380618">
                <a:tc>
                  <a:txBody>
                    <a:bodyPr/>
                    <a:lstStyle/>
                    <a:p>
                      <a:pPr lvl="0">
                        <a:buNone/>
                      </a:pPr>
                      <a:r>
                        <a:rPr lang="en-US" sz="1200" b="1" i="0">
                          <a:latin typeface="Calibri Light"/>
                        </a:rPr>
                        <a:t>% International Revenue (FY21)</a:t>
                      </a:r>
                    </a:p>
                  </a:txBody>
                  <a:tcPr anchor="ctr">
                    <a:lnT w="3175">
                      <a:solidFill>
                        <a:schemeClr val="bg2">
                          <a:lumMod val="50000"/>
                        </a:schemeClr>
                      </a:solidFill>
                    </a:lnT>
                    <a:lnB w="3175">
                      <a:solidFill>
                        <a:schemeClr val="bg2">
                          <a:lumMod val="50000"/>
                        </a:schemeClr>
                      </a:solidFill>
                    </a:lnB>
                    <a:solidFill>
                      <a:schemeClr val="bg1"/>
                    </a:solidFill>
                  </a:tcPr>
                </a:tc>
                <a:tc>
                  <a:txBody>
                    <a:bodyPr/>
                    <a:lstStyle/>
                    <a:p>
                      <a:pPr lvl="0" algn="ctr">
                        <a:buNone/>
                      </a:pPr>
                      <a:r>
                        <a:rPr lang="en-US" sz="1200">
                          <a:latin typeface="Calibri Light"/>
                        </a:rPr>
                        <a:t>20.1%</a:t>
                      </a:r>
                    </a:p>
                  </a:txBody>
                  <a:tcPr anchor="ctr">
                    <a:lnT w="3175">
                      <a:solidFill>
                        <a:schemeClr val="bg2">
                          <a:lumMod val="50000"/>
                        </a:schemeClr>
                      </a:solidFill>
                    </a:lnT>
                    <a:lnB w="3175">
                      <a:solidFill>
                        <a:schemeClr val="bg2">
                          <a:lumMod val="50000"/>
                        </a:schemeClr>
                      </a:solidFill>
                    </a:lnB>
                    <a:solidFill>
                      <a:schemeClr val="bg1"/>
                    </a:solidFill>
                  </a:tcPr>
                </a:tc>
                <a:tc>
                  <a:txBody>
                    <a:bodyPr/>
                    <a:lstStyle/>
                    <a:p>
                      <a:pPr lvl="0" algn="ctr">
                        <a:buNone/>
                      </a:pPr>
                      <a:r>
                        <a:rPr lang="en-US" sz="1200">
                          <a:latin typeface="Calibri Light"/>
                        </a:rPr>
                        <a:t>5.8%</a:t>
                      </a:r>
                    </a:p>
                  </a:txBody>
                  <a:tcPr anchor="ctr">
                    <a:lnT w="3175">
                      <a:solidFill>
                        <a:schemeClr val="bg2">
                          <a:lumMod val="50000"/>
                        </a:schemeClr>
                      </a:solidFill>
                    </a:lnT>
                    <a:lnB w="3175">
                      <a:solidFill>
                        <a:schemeClr val="bg2">
                          <a:lumMod val="50000"/>
                        </a:schemeClr>
                      </a:solidFill>
                    </a:lnB>
                    <a:solidFill>
                      <a:schemeClr val="bg1"/>
                    </a:solidFill>
                  </a:tcPr>
                </a:tc>
                <a:tc>
                  <a:txBody>
                    <a:bodyPr/>
                    <a:lstStyle/>
                    <a:p>
                      <a:pPr lvl="0" algn="ctr">
                        <a:buNone/>
                      </a:pPr>
                      <a:r>
                        <a:rPr lang="en-US" sz="1200">
                          <a:latin typeface="Calibri Light"/>
                        </a:rPr>
                        <a:t>12.4%</a:t>
                      </a:r>
                    </a:p>
                  </a:txBody>
                  <a:tcPr anchor="ctr">
                    <a:lnT w="3175">
                      <a:solidFill>
                        <a:schemeClr val="bg2">
                          <a:lumMod val="50000"/>
                        </a:schemeClr>
                      </a:solidFill>
                    </a:lnT>
                    <a:lnB w="3175">
                      <a:solidFill>
                        <a:schemeClr val="bg2">
                          <a:lumMod val="50000"/>
                        </a:schemeClr>
                      </a:solidFill>
                    </a:lnB>
                    <a:solidFill>
                      <a:schemeClr val="bg1"/>
                    </a:solidFill>
                  </a:tcPr>
                </a:tc>
                <a:extLst>
                  <a:ext uri="{0D108BD9-81ED-4DB2-BD59-A6C34878D82A}">
                    <a16:rowId xmlns:a16="http://schemas.microsoft.com/office/drawing/2014/main" val="3329958079"/>
                  </a:ext>
                </a:extLst>
              </a:tr>
            </a:tbl>
          </a:graphicData>
        </a:graphic>
      </p:graphicFrame>
      <p:sp>
        <p:nvSpPr>
          <p:cNvPr id="16" name="TextBox 15">
            <a:extLst>
              <a:ext uri="{FF2B5EF4-FFF2-40B4-BE49-F238E27FC236}">
                <a16:creationId xmlns:a16="http://schemas.microsoft.com/office/drawing/2014/main" id="{41863B59-AA42-3056-519A-5D47B005D0A3}"/>
              </a:ext>
            </a:extLst>
          </p:cNvPr>
          <p:cNvSpPr txBox="1"/>
          <p:nvPr/>
        </p:nvSpPr>
        <p:spPr>
          <a:xfrm>
            <a:off x="5735590" y="1340690"/>
            <a:ext cx="6299198"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b="1">
                <a:latin typeface="Segoe UI"/>
                <a:cs typeface="Segoe UI"/>
              </a:rPr>
              <a:t>Comparison of Major ARS Operators</a:t>
            </a:r>
          </a:p>
        </p:txBody>
      </p:sp>
      <p:sp>
        <p:nvSpPr>
          <p:cNvPr id="24" name="TextBox 23">
            <a:extLst>
              <a:ext uri="{FF2B5EF4-FFF2-40B4-BE49-F238E27FC236}">
                <a16:creationId xmlns:a16="http://schemas.microsoft.com/office/drawing/2014/main" id="{A388422B-7C6F-3F67-8779-BE39D0B828A5}"/>
              </a:ext>
            </a:extLst>
          </p:cNvPr>
          <p:cNvSpPr txBox="1"/>
          <p:nvPr/>
        </p:nvSpPr>
        <p:spPr>
          <a:xfrm>
            <a:off x="306222" y="1338840"/>
            <a:ext cx="5120357" cy="473975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b="1">
                <a:latin typeface="Segoe UI"/>
                <a:ea typeface="+mn-lt"/>
                <a:cs typeface="+mn-lt"/>
              </a:rPr>
              <a:t>Industry Overview</a:t>
            </a:r>
          </a:p>
          <a:p>
            <a:endParaRPr lang="en-US" sz="1400" b="1">
              <a:ea typeface="+mn-lt"/>
              <a:cs typeface="+mn-lt"/>
            </a:endParaRPr>
          </a:p>
          <a:p>
            <a:pPr marL="285750" indent="-285750">
              <a:spcAft>
                <a:spcPts val="1000"/>
              </a:spcAft>
              <a:buFont typeface="Wingdings,Sans-Serif"/>
              <a:buChar char="§"/>
            </a:pPr>
            <a:r>
              <a:rPr lang="en-US" sz="1400">
                <a:latin typeface="Segoe UI Light"/>
                <a:cs typeface="Arial"/>
              </a:rPr>
              <a:t>In 2021, there were </a:t>
            </a:r>
            <a:r>
              <a:rPr lang="en-US" sz="1400" b="1">
                <a:latin typeface="Segoe UI Light"/>
                <a:cs typeface="Arial"/>
              </a:rPr>
              <a:t>~100 ARS clinics </a:t>
            </a:r>
            <a:r>
              <a:rPr lang="en-US" sz="1400">
                <a:latin typeface="Segoe UI Light"/>
                <a:cs typeface="Arial"/>
              </a:rPr>
              <a:t>across Australia; with Virtus Health and Monash IVF dominating ~55% of market share combined.</a:t>
            </a:r>
            <a:endParaRPr lang="en-US" sz="1400" b="1">
              <a:latin typeface="Segoe UI Light"/>
              <a:cs typeface="Arial"/>
            </a:endParaRPr>
          </a:p>
          <a:p>
            <a:pPr marL="285750" indent="-285750">
              <a:spcAft>
                <a:spcPts val="1000"/>
              </a:spcAft>
              <a:buFont typeface="Wingdings,Sans-Serif"/>
              <a:buChar char="§"/>
            </a:pPr>
            <a:r>
              <a:rPr lang="en-AU" sz="1400">
                <a:latin typeface="Segoe UI Light"/>
                <a:cs typeface="Arial"/>
              </a:rPr>
              <a:t>The Australian ARS industry is tightly regulated and consists of </a:t>
            </a:r>
            <a:r>
              <a:rPr lang="en-AU" sz="1400" b="1">
                <a:latin typeface="Segoe UI Light"/>
                <a:cs typeface="Arial"/>
              </a:rPr>
              <a:t>separate state-based legislations</a:t>
            </a:r>
            <a:r>
              <a:rPr lang="en-AU" sz="1400">
                <a:latin typeface="Segoe UI Light"/>
                <a:cs typeface="Arial"/>
              </a:rPr>
              <a:t>, as well as a requirement to engage in </a:t>
            </a:r>
            <a:r>
              <a:rPr lang="en-AU" sz="1400" b="1">
                <a:latin typeface="Segoe UI Light"/>
                <a:cs typeface="Arial"/>
              </a:rPr>
              <a:t>substantial R&amp;D investment</a:t>
            </a:r>
            <a:r>
              <a:rPr lang="en-AU" sz="1400">
                <a:latin typeface="Segoe UI Light"/>
                <a:cs typeface="Arial"/>
              </a:rPr>
              <a:t>.</a:t>
            </a:r>
            <a:endParaRPr lang="en-US" sz="1400" b="1">
              <a:latin typeface="Segoe UI Light"/>
              <a:cs typeface="Arial"/>
            </a:endParaRPr>
          </a:p>
          <a:p>
            <a:pPr marL="285750" indent="-285750">
              <a:spcAft>
                <a:spcPts val="1000"/>
              </a:spcAft>
              <a:buFont typeface="Wingdings,Sans-Serif"/>
              <a:buChar char="§"/>
            </a:pPr>
            <a:r>
              <a:rPr lang="en-AU" sz="1400">
                <a:latin typeface="Segoe UI Light"/>
                <a:ea typeface="+mn-lt"/>
                <a:cs typeface="+mn-lt"/>
              </a:rPr>
              <a:t>Strong advancements in detecting and treating infertility have </a:t>
            </a:r>
            <a:r>
              <a:rPr lang="en-AU" sz="1400" b="1">
                <a:latin typeface="Segoe UI Light"/>
                <a:ea typeface="+mn-lt"/>
                <a:cs typeface="+mn-lt"/>
              </a:rPr>
              <a:t>raised global awareness </a:t>
            </a:r>
            <a:r>
              <a:rPr lang="en-AU" sz="1400">
                <a:latin typeface="Segoe UI Light"/>
                <a:ea typeface="+mn-lt"/>
                <a:cs typeface="+mn-lt"/>
              </a:rPr>
              <a:t>of ARS.</a:t>
            </a:r>
            <a:endParaRPr lang="en-AU" sz="1400">
              <a:latin typeface="Segoe UI Light"/>
              <a:cs typeface="Arial"/>
            </a:endParaRPr>
          </a:p>
          <a:p>
            <a:pPr marL="285750" indent="-285750">
              <a:spcAft>
                <a:spcPts val="1000"/>
              </a:spcAft>
              <a:buFont typeface="Wingdings,Sans-Serif"/>
              <a:buChar char="§"/>
            </a:pPr>
            <a:r>
              <a:rPr lang="en-US" sz="1400">
                <a:latin typeface="Segoe UI Light"/>
                <a:cs typeface="Arial"/>
              </a:rPr>
              <a:t>There are three different ARS treatment available including:</a:t>
            </a:r>
            <a:endParaRPr lang="en-US" sz="1400" b="1">
              <a:latin typeface="Segoe UI Light"/>
              <a:cs typeface="Arial"/>
            </a:endParaRPr>
          </a:p>
          <a:p>
            <a:pPr marL="742950" lvl="1" indent="-285750">
              <a:spcAft>
                <a:spcPts val="1000"/>
              </a:spcAft>
              <a:buFont typeface="Wingdings,Sans-Serif"/>
              <a:buChar char="§"/>
            </a:pPr>
            <a:r>
              <a:rPr lang="en-GB" sz="1400" i="1">
                <a:latin typeface="Segoe UI Light"/>
                <a:cs typeface="Arial"/>
              </a:rPr>
              <a:t>In-vitro fertilization (IVF): </a:t>
            </a:r>
            <a:r>
              <a:rPr lang="en-GB" sz="1400">
                <a:latin typeface="Segoe UI Light"/>
                <a:cs typeface="Arial"/>
              </a:rPr>
              <a:t>Fertilization outside the body in a lab, followed by embryo transfer to the uterus.</a:t>
            </a:r>
            <a:endParaRPr lang="en-US" sz="1400" b="1">
              <a:latin typeface="Segoe UI Light"/>
              <a:cs typeface="Arial"/>
            </a:endParaRPr>
          </a:p>
          <a:p>
            <a:pPr marL="742950" lvl="1" indent="-285750">
              <a:spcAft>
                <a:spcPts val="1000"/>
              </a:spcAft>
              <a:buFont typeface="Wingdings,Sans-Serif"/>
              <a:buChar char="§"/>
            </a:pPr>
            <a:r>
              <a:rPr lang="en-GB" sz="1400" i="1">
                <a:latin typeface="Segoe UI Light"/>
                <a:cs typeface="Arial"/>
              </a:rPr>
              <a:t>Intracytoplasmic sperm injection (ICSI): </a:t>
            </a:r>
            <a:r>
              <a:rPr lang="en-GB" sz="1400">
                <a:latin typeface="Segoe UI Light"/>
                <a:cs typeface="Arial"/>
              </a:rPr>
              <a:t>Direct injection of a sperm into an egg to aid fertilization.</a:t>
            </a:r>
            <a:endParaRPr lang="en-US" sz="1400" b="1">
              <a:latin typeface="Segoe UI Light"/>
              <a:cs typeface="Arial"/>
            </a:endParaRPr>
          </a:p>
          <a:p>
            <a:pPr marL="742950" lvl="1" indent="-285750">
              <a:spcAft>
                <a:spcPts val="1000"/>
              </a:spcAft>
              <a:buFont typeface="Wingdings,Sans-Serif"/>
              <a:buChar char="§"/>
            </a:pPr>
            <a:r>
              <a:rPr lang="en-GB" sz="1400" i="1">
                <a:latin typeface="Segoe UI Light"/>
                <a:cs typeface="Arial"/>
              </a:rPr>
              <a:t>Frozen Embryo Transfer (FET): </a:t>
            </a:r>
            <a:r>
              <a:rPr lang="en-GB" sz="1400">
                <a:latin typeface="Segoe UI Light"/>
                <a:cs typeface="Arial"/>
              </a:rPr>
              <a:t>Transfer of previously frozen embryos to the uterus to increase chances of pregnancy.</a:t>
            </a:r>
            <a:endParaRPr lang="en-US">
              <a:latin typeface="Segoe UI Light"/>
            </a:endParaRPr>
          </a:p>
        </p:txBody>
      </p:sp>
      <p:sp>
        <p:nvSpPr>
          <p:cNvPr id="3" name="Rectangle 2">
            <a:extLst>
              <a:ext uri="{FF2B5EF4-FFF2-40B4-BE49-F238E27FC236}">
                <a16:creationId xmlns:a16="http://schemas.microsoft.com/office/drawing/2014/main" id="{A0A38664-072D-EB8B-E31C-F489E0F7F4DB}"/>
              </a:ext>
            </a:extLst>
          </p:cNvPr>
          <p:cNvSpPr/>
          <p:nvPr/>
        </p:nvSpPr>
        <p:spPr>
          <a:xfrm>
            <a:off x="-1881499" y="-28080"/>
            <a:ext cx="1744870" cy="706782"/>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cs typeface="Calibri"/>
              </a:rPr>
              <a:t>Harley / Jason</a:t>
            </a:r>
          </a:p>
        </p:txBody>
      </p:sp>
      <p:pic>
        <p:nvPicPr>
          <p:cNvPr id="6" name="Picture 4" descr="A picture containing text, clipart&#10;&#10;Description automatically generated">
            <a:extLst>
              <a:ext uri="{FF2B5EF4-FFF2-40B4-BE49-F238E27FC236}">
                <a16:creationId xmlns:a16="http://schemas.microsoft.com/office/drawing/2014/main" id="{DD1055E2-51EE-4A0A-C9F0-105553B46FC7}"/>
              </a:ext>
            </a:extLst>
          </p:cNvPr>
          <p:cNvPicPr>
            <a:picLocks noChangeAspect="1"/>
          </p:cNvPicPr>
          <p:nvPr/>
        </p:nvPicPr>
        <p:blipFill>
          <a:blip r:embed="rId3"/>
          <a:stretch>
            <a:fillRect/>
          </a:stretch>
        </p:blipFill>
        <p:spPr>
          <a:xfrm>
            <a:off x="210353" y="6317975"/>
            <a:ext cx="906857" cy="370354"/>
          </a:xfrm>
          <a:prstGeom prst="rect">
            <a:avLst/>
          </a:prstGeom>
        </p:spPr>
      </p:pic>
    </p:spTree>
    <p:extLst>
      <p:ext uri="{BB962C8B-B14F-4D97-AF65-F5344CB8AC3E}">
        <p14:creationId xmlns:p14="http://schemas.microsoft.com/office/powerpoint/2010/main" val="4090889681"/>
      </p:ext>
    </p:extLst>
  </p:cSld>
  <p:clrMapOvr>
    <a:masterClrMapping/>
  </p:clrMapOvr>
  <p:extLst>
    <p:ext uri="{6950BFC3-D8DA-4A85-94F7-54DA5524770B}">
      <p188:commentRel xmlns:p188="http://schemas.microsoft.com/office/powerpoint/2018/8/main" r:id="rId2"/>
    </p:ext>
  </p:extLs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5" descr="Icon&#10;&#10;Description automatically generated">
            <a:extLst>
              <a:ext uri="{FF2B5EF4-FFF2-40B4-BE49-F238E27FC236}">
                <a16:creationId xmlns:a16="http://schemas.microsoft.com/office/drawing/2014/main" id="{07DE4C6D-A66C-8210-7DA9-3F86A3D89D10}"/>
              </a:ext>
            </a:extLst>
          </p:cNvPr>
          <p:cNvPicPr>
            <a:picLocks noChangeAspect="1"/>
          </p:cNvPicPr>
          <p:nvPr/>
        </p:nvPicPr>
        <p:blipFill>
          <a:blip r:embed="rId2"/>
          <a:stretch>
            <a:fillRect/>
          </a:stretch>
        </p:blipFill>
        <p:spPr>
          <a:xfrm>
            <a:off x="7762827" y="2775344"/>
            <a:ext cx="3940001" cy="3666571"/>
          </a:xfrm>
          <a:prstGeom prst="rect">
            <a:avLst/>
          </a:prstGeom>
        </p:spPr>
      </p:pic>
      <p:sp>
        <p:nvSpPr>
          <p:cNvPr id="2" name="Slide Number Placeholder 1">
            <a:extLst>
              <a:ext uri="{FF2B5EF4-FFF2-40B4-BE49-F238E27FC236}">
                <a16:creationId xmlns:a16="http://schemas.microsoft.com/office/drawing/2014/main" id="{415BE1E0-A8FF-C7C1-F78B-DFB949612458}"/>
              </a:ext>
            </a:extLst>
          </p:cNvPr>
          <p:cNvSpPr>
            <a:spLocks noGrp="1"/>
          </p:cNvSpPr>
          <p:nvPr>
            <p:ph type="sldNum" sz="quarter" idx="12"/>
          </p:nvPr>
        </p:nvSpPr>
        <p:spPr/>
        <p:txBody>
          <a:bodyPr/>
          <a:lstStyle/>
          <a:p>
            <a:fld id="{330EA680-D336-4FF7-8B7A-9848BB0A1C32}" type="slidenum">
              <a:rPr lang="en-US" smtClean="0"/>
              <a:t>26</a:t>
            </a:fld>
            <a:endParaRPr lang="en-US"/>
          </a:p>
        </p:txBody>
      </p:sp>
      <p:sp>
        <p:nvSpPr>
          <p:cNvPr id="10" name="TextBox 9">
            <a:extLst>
              <a:ext uri="{FF2B5EF4-FFF2-40B4-BE49-F238E27FC236}">
                <a16:creationId xmlns:a16="http://schemas.microsoft.com/office/drawing/2014/main" id="{5B67857E-E62A-202E-1E2A-11BF3F59CA2F}"/>
              </a:ext>
            </a:extLst>
          </p:cNvPr>
          <p:cNvSpPr txBox="1"/>
          <p:nvPr/>
        </p:nvSpPr>
        <p:spPr>
          <a:xfrm>
            <a:off x="10812388" y="6258921"/>
            <a:ext cx="715926" cy="559982"/>
          </a:xfrm>
          <a:prstGeom prst="rect">
            <a:avLst/>
          </a:prstGeom>
          <a:solidFill>
            <a:schemeClr val="bg1"/>
          </a:solidFill>
        </p:spPr>
        <p:txBody>
          <a:bodyPr wrap="square" rtlCol="0">
            <a:spAutoFit/>
          </a:bodyPr>
          <a:lstStyle/>
          <a:p>
            <a:endParaRPr lang="en-AU"/>
          </a:p>
        </p:txBody>
      </p:sp>
      <p:pic>
        <p:nvPicPr>
          <p:cNvPr id="6" name="Picture 4" descr="A picture containing text, clipart&#10;&#10;Description automatically generated">
            <a:extLst>
              <a:ext uri="{FF2B5EF4-FFF2-40B4-BE49-F238E27FC236}">
                <a16:creationId xmlns:a16="http://schemas.microsoft.com/office/drawing/2014/main" id="{46A9BF52-A76C-1114-E67F-38BCBBB4D1CE}"/>
              </a:ext>
            </a:extLst>
          </p:cNvPr>
          <p:cNvPicPr>
            <a:picLocks noChangeAspect="1"/>
          </p:cNvPicPr>
          <p:nvPr/>
        </p:nvPicPr>
        <p:blipFill>
          <a:blip r:embed="rId3"/>
          <a:stretch>
            <a:fillRect/>
          </a:stretch>
        </p:blipFill>
        <p:spPr>
          <a:xfrm>
            <a:off x="210353" y="6317975"/>
            <a:ext cx="906857" cy="370354"/>
          </a:xfrm>
          <a:prstGeom prst="rect">
            <a:avLst/>
          </a:prstGeom>
        </p:spPr>
      </p:pic>
    </p:spTree>
    <p:extLst>
      <p:ext uri="{BB962C8B-B14F-4D97-AF65-F5344CB8AC3E}">
        <p14:creationId xmlns:p14="http://schemas.microsoft.com/office/powerpoint/2010/main" val="1193064486"/>
      </p:ext>
    </p:extLst>
  </p:cSld>
  <p:clrMapOvr>
    <a:masterClrMapping/>
  </p:clrMapOvr>
</p:sld>
</file>

<file path=ppt/theme/theme1.xml><?xml version="1.0" encoding="utf-8"?>
<a:theme xmlns:a="http://schemas.openxmlformats.org/drawingml/2006/main" name="CFA'22 - Aurum Capital">
  <a:themeElements>
    <a:clrScheme name="Custom 2">
      <a:dk1>
        <a:srgbClr val="262626"/>
      </a:dk1>
      <a:lt1>
        <a:srgbClr val="FFFFFF"/>
      </a:lt1>
      <a:dk2>
        <a:srgbClr val="262626"/>
      </a:dk2>
      <a:lt2>
        <a:srgbClr val="057878"/>
      </a:lt2>
      <a:accent1>
        <a:srgbClr val="2E5651"/>
      </a:accent1>
      <a:accent2>
        <a:srgbClr val="494E4E"/>
      </a:accent2>
      <a:accent3>
        <a:srgbClr val="97867D"/>
      </a:accent3>
      <a:accent4>
        <a:srgbClr val="B9DCD8"/>
      </a:accent4>
      <a:accent5>
        <a:srgbClr val="CFBBA3"/>
      </a:accent5>
      <a:accent6>
        <a:srgbClr val="74C5C0"/>
      </a:accent6>
      <a:hlink>
        <a:srgbClr val="057878"/>
      </a:hlink>
      <a:folHlink>
        <a:srgbClr val="101214"/>
      </a:folHlink>
    </a:clrScheme>
    <a:fontScheme name="Segoe UI">
      <a:majorFont>
        <a:latin typeface="Segoe UI"/>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9425EACECB27A4AB8106CC7048E0785" ma:contentTypeVersion="14" ma:contentTypeDescription="Create a new document." ma:contentTypeScope="" ma:versionID="9e4e8e4d3656223eafeea5e4acbcd704">
  <xsd:schema xmlns:xsd="http://www.w3.org/2001/XMLSchema" xmlns:xs="http://www.w3.org/2001/XMLSchema" xmlns:p="http://schemas.microsoft.com/office/2006/metadata/properties" xmlns:ns3="d8f115ca-9783-4628-abf4-a283ef21c28e" xmlns:ns4="be3679f5-5be6-44e0-afde-ebddc24a5526" targetNamespace="http://schemas.microsoft.com/office/2006/metadata/properties" ma:root="true" ma:fieldsID="245665ba0b048cc3de98010686db089d" ns3:_="" ns4:_="">
    <xsd:import namespace="d8f115ca-9783-4628-abf4-a283ef21c28e"/>
    <xsd:import namespace="be3679f5-5be6-44e0-afde-ebddc24a5526"/>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KeyPoints" minOccurs="0"/>
                <xsd:element ref="ns3:MediaServiceKeyPoints"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3:MediaLengthInSeconds"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8f115ca-9783-4628-abf4-a283ef21c28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AutoTags" ma:index="15" nillable="true" ma:displayName="Tags" ma:internalName="MediaServiceAutoTags"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DateTaken" ma:index="19" nillable="true" ma:displayName="MediaServiceDateTaken" ma:hidden="true" ma:internalName="MediaServiceDateTaken"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element name="_activity" ma:index="21" nillable="true" ma:displayName="_activity" ma:hidden="true" ma:internalName="_activity">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be3679f5-5be6-44e0-afde-ebddc24a5526"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activity xmlns="d8f115ca-9783-4628-abf4-a283ef21c28e"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9A0793B-E055-436C-A275-350885B02127}">
  <ds:schemaRefs>
    <ds:schemaRef ds:uri="be3679f5-5be6-44e0-afde-ebddc24a5526"/>
    <ds:schemaRef ds:uri="d8f115ca-9783-4628-abf4-a283ef21c28e"/>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FECBD960-6058-4310-8336-A7BCE4BB2A50}">
  <ds:schemaRefs>
    <ds:schemaRef ds:uri="http://schemas.microsoft.com/office/2006/metadata/properties"/>
    <ds:schemaRef ds:uri="http://www.w3.org/XML/1998/namespace"/>
    <ds:schemaRef ds:uri="http://schemas.microsoft.com/office/infopath/2007/PartnerControls"/>
    <ds:schemaRef ds:uri="http://purl.org/dc/elements/1.1/"/>
    <ds:schemaRef ds:uri="http://purl.org/dc/dcmitype/"/>
    <ds:schemaRef ds:uri="http://schemas.microsoft.com/office/2006/documentManagement/types"/>
    <ds:schemaRef ds:uri="be3679f5-5be6-44e0-afde-ebddc24a5526"/>
    <ds:schemaRef ds:uri="http://schemas.openxmlformats.org/package/2006/metadata/core-properties"/>
    <ds:schemaRef ds:uri="d8f115ca-9783-4628-abf4-a283ef21c28e"/>
    <ds:schemaRef ds:uri="http://purl.org/dc/terms/"/>
  </ds:schemaRefs>
</ds:datastoreItem>
</file>

<file path=customXml/itemProps3.xml><?xml version="1.0" encoding="utf-8"?>
<ds:datastoreItem xmlns:ds="http://schemas.openxmlformats.org/officeDocument/2006/customXml" ds:itemID="{C65DCAC0-5064-424B-B2FE-CF2C53666EE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258</TotalTime>
  <Words>6344</Words>
  <Application>Microsoft Office PowerPoint</Application>
  <PresentationFormat>Widescreen</PresentationFormat>
  <Paragraphs>893</Paragraphs>
  <Slides>26</Slides>
  <Notes>2</Notes>
  <HiddenSlides>3</HiddenSlides>
  <MMClips>0</MMClips>
  <ScaleCrop>false</ScaleCrop>
  <HeadingPairs>
    <vt:vector size="6" baseType="variant">
      <vt:variant>
        <vt:lpstr>Fonts Used</vt:lpstr>
      </vt:variant>
      <vt:variant>
        <vt:i4>13</vt:i4>
      </vt:variant>
      <vt:variant>
        <vt:lpstr>Theme</vt:lpstr>
      </vt:variant>
      <vt:variant>
        <vt:i4>2</vt:i4>
      </vt:variant>
      <vt:variant>
        <vt:lpstr>Slide Titles</vt:lpstr>
      </vt:variant>
      <vt:variant>
        <vt:i4>26</vt:i4>
      </vt:variant>
    </vt:vector>
  </HeadingPairs>
  <TitlesOfParts>
    <vt:vector size="41" baseType="lpstr">
      <vt:lpstr>Arial</vt:lpstr>
      <vt:lpstr>Arial,Sans-Serif</vt:lpstr>
      <vt:lpstr>Calibri</vt:lpstr>
      <vt:lpstr>Calibri Light</vt:lpstr>
      <vt:lpstr>Segoe UI</vt:lpstr>
      <vt:lpstr>Segoe UI </vt:lpstr>
      <vt:lpstr>Segoe UI Light</vt:lpstr>
      <vt:lpstr>Segoe UI Semibold</vt:lpstr>
      <vt:lpstr>Segoe UI Semilight</vt:lpstr>
      <vt:lpstr>Segoe UI Symbol</vt:lpstr>
      <vt:lpstr>Segou</vt:lpstr>
      <vt:lpstr>Wingdings</vt:lpstr>
      <vt:lpstr>Wingdings,Sans-Serif</vt:lpstr>
      <vt:lpstr>CFA'22 - Aurum Capital</vt:lpstr>
      <vt:lpstr>office theme</vt:lpstr>
      <vt:lpstr>PowerPoint Presentation</vt:lpstr>
      <vt:lpstr>Executive Summary</vt:lpstr>
      <vt:lpstr>PowerPoint Presentation</vt:lpstr>
      <vt:lpstr>PowerPoint Presentation</vt:lpstr>
      <vt:lpstr>PowerPoint Presentation</vt:lpstr>
      <vt:lpstr>Assessing the offers - Value</vt:lpstr>
      <vt:lpstr>Assessing the offers – Key Terms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Assessing the offers – Key Other Factors</vt:lpstr>
      <vt:lpstr>Shareholder Register</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Oscar Minns (23094197)</dc:creator>
  <cp:lastModifiedBy>Jason Abi Chebli</cp:lastModifiedBy>
  <cp:revision>3</cp:revision>
  <dcterms:created xsi:type="dcterms:W3CDTF">2022-09-15T12:37:37Z</dcterms:created>
  <dcterms:modified xsi:type="dcterms:W3CDTF">2025-02-11T00:53:41Z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0x010100C9425EACECB27A4AB8106CC7048E0785</vt:lpwstr>
  </property>
</Properties>
</file>